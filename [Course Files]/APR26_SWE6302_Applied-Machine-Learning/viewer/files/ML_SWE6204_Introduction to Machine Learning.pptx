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 id="2147483658" r:id="rId6"/>
    <p:sldMasterId id="2147483710" r:id="rId7"/>
    <p:sldMasterId id="2147483706" r:id="rId8"/>
  </p:sldMasterIdLst>
  <p:notesMasterIdLst>
    <p:notesMasterId r:id="rId37"/>
  </p:notesMasterIdLst>
  <p:sldIdLst>
    <p:sldId id="261" r:id="rId9"/>
    <p:sldId id="257" r:id="rId10"/>
    <p:sldId id="265" r:id="rId11"/>
    <p:sldId id="306" r:id="rId12"/>
    <p:sldId id="311" r:id="rId13"/>
    <p:sldId id="326" r:id="rId14"/>
    <p:sldId id="313" r:id="rId15"/>
    <p:sldId id="327" r:id="rId16"/>
    <p:sldId id="346" r:id="rId17"/>
    <p:sldId id="345" r:id="rId18"/>
    <p:sldId id="348" r:id="rId19"/>
    <p:sldId id="349" r:id="rId20"/>
    <p:sldId id="329" r:id="rId21"/>
    <p:sldId id="344" r:id="rId22"/>
    <p:sldId id="328" r:id="rId23"/>
    <p:sldId id="350" r:id="rId24"/>
    <p:sldId id="351" r:id="rId25"/>
    <p:sldId id="330" r:id="rId26"/>
    <p:sldId id="331" r:id="rId27"/>
    <p:sldId id="335" r:id="rId28"/>
    <p:sldId id="336" r:id="rId29"/>
    <p:sldId id="337" r:id="rId30"/>
    <p:sldId id="342" r:id="rId31"/>
    <p:sldId id="338" r:id="rId32"/>
    <p:sldId id="339" r:id="rId33"/>
    <p:sldId id="353" r:id="rId34"/>
    <p:sldId id="352" r:id="rId35"/>
    <p:sldId id="26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58CA66-9900-5016-24D8-8D8CCE189D75}" v="1" dt="2024-01-18T11:45:15.8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41" autoAdjust="0"/>
    <p:restoredTop sz="67881" autoAdjust="0"/>
  </p:normalViewPr>
  <p:slideViewPr>
    <p:cSldViewPr snapToGrid="0">
      <p:cViewPr varScale="1">
        <p:scale>
          <a:sx n="78" d="100"/>
          <a:sy n="78" d="100"/>
        </p:scale>
        <p:origin x="2052" y="9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ksudur Rahman Mazumder" userId="S::maksud.mazumder@rcl.ac.uk::689073e1-3b88-4317-bb43-ef2f779e94fa" providerId="AD" clId="Web-{6D58CA66-9900-5016-24D8-8D8CCE189D75}"/>
    <pc:docChg chg="sldOrd">
      <pc:chgData name="Maksudur Rahman Mazumder" userId="S::maksud.mazumder@rcl.ac.uk::689073e1-3b88-4317-bb43-ef2f779e94fa" providerId="AD" clId="Web-{6D58CA66-9900-5016-24D8-8D8CCE189D75}" dt="2024-01-18T11:45:15.800" v="0"/>
      <pc:docMkLst>
        <pc:docMk/>
      </pc:docMkLst>
      <pc:sldChg chg="ord">
        <pc:chgData name="Maksudur Rahman Mazumder" userId="S::maksud.mazumder@rcl.ac.uk::689073e1-3b88-4317-bb43-ef2f779e94fa" providerId="AD" clId="Web-{6D58CA66-9900-5016-24D8-8D8CCE189D75}" dt="2024-01-18T11:45:15.800" v="0"/>
        <pc:sldMkLst>
          <pc:docMk/>
          <pc:sldMk cId="3764377055" sldId="313"/>
        </pc:sldMkLst>
      </pc:sldChg>
    </pc:docChg>
  </pc:docChgLst>
  <pc:docChgLst>
    <pc:chgData name="Kusmlata Sheoran" userId="622bcd2c-7b88-482c-87fa-3fb3dcfc9337" providerId="ADAL" clId="{9F4D5330-B4AD-4A2C-BDD0-9B39D1407B77}"/>
    <pc:docChg chg="undo custSel addSld delSld modSld sldOrd">
      <pc:chgData name="Kusmlata Sheoran" userId="622bcd2c-7b88-482c-87fa-3fb3dcfc9337" providerId="ADAL" clId="{9F4D5330-B4AD-4A2C-BDD0-9B39D1407B77}" dt="2023-02-14T22:03:24.263" v="3720" actId="6549"/>
      <pc:docMkLst>
        <pc:docMk/>
      </pc:docMkLst>
      <pc:sldChg chg="modSp mod">
        <pc:chgData name="Kusmlata Sheoran" userId="622bcd2c-7b88-482c-87fa-3fb3dcfc9337" providerId="ADAL" clId="{9F4D5330-B4AD-4A2C-BDD0-9B39D1407B77}" dt="2023-02-14T10:59:48.586" v="2926"/>
        <pc:sldMkLst>
          <pc:docMk/>
          <pc:sldMk cId="3764377055" sldId="313"/>
        </pc:sldMkLst>
        <pc:spChg chg="mod">
          <ac:chgData name="Kusmlata Sheoran" userId="622bcd2c-7b88-482c-87fa-3fb3dcfc9337" providerId="ADAL" clId="{9F4D5330-B4AD-4A2C-BDD0-9B39D1407B77}" dt="2023-02-14T10:42:28.689" v="1958" actId="20577"/>
          <ac:spMkLst>
            <pc:docMk/>
            <pc:sldMk cId="3764377055" sldId="313"/>
            <ac:spMk id="2" creationId="{50608F55-98AD-8544-9EDC-97F2BF248277}"/>
          </ac:spMkLst>
        </pc:spChg>
        <pc:spChg chg="mod">
          <ac:chgData name="Kusmlata Sheoran" userId="622bcd2c-7b88-482c-87fa-3fb3dcfc9337" providerId="ADAL" clId="{9F4D5330-B4AD-4A2C-BDD0-9B39D1407B77}" dt="2023-02-14T10:59:48.586" v="2926"/>
          <ac:spMkLst>
            <pc:docMk/>
            <pc:sldMk cId="3764377055" sldId="313"/>
            <ac:spMk id="3" creationId="{03912611-42E7-6849-885B-99D97037DE6F}"/>
          </ac:spMkLst>
        </pc:spChg>
      </pc:sldChg>
      <pc:sldChg chg="addSp modSp mod modNotesTx">
        <pc:chgData name="Kusmlata Sheoran" userId="622bcd2c-7b88-482c-87fa-3fb3dcfc9337" providerId="ADAL" clId="{9F4D5330-B4AD-4A2C-BDD0-9B39D1407B77}" dt="2023-02-14T10:50:47.693" v="2129" actId="6549"/>
        <pc:sldMkLst>
          <pc:docMk/>
          <pc:sldMk cId="1221089832" sldId="327"/>
        </pc:sldMkLst>
        <pc:spChg chg="add mod">
          <ac:chgData name="Kusmlata Sheoran" userId="622bcd2c-7b88-482c-87fa-3fb3dcfc9337" providerId="ADAL" clId="{9F4D5330-B4AD-4A2C-BDD0-9B39D1407B77}" dt="2023-02-14T10:50:02.569" v="2113" actId="14100"/>
          <ac:spMkLst>
            <pc:docMk/>
            <pc:sldMk cId="1221089832" sldId="327"/>
            <ac:spMk id="9" creationId="{68A6C19C-282D-3098-B381-3038711F49C1}"/>
          </ac:spMkLst>
        </pc:spChg>
        <pc:picChg chg="mod">
          <ac:chgData name="Kusmlata Sheoran" userId="622bcd2c-7b88-482c-87fa-3fb3dcfc9337" providerId="ADAL" clId="{9F4D5330-B4AD-4A2C-BDD0-9B39D1407B77}" dt="2023-02-14T10:49:56.561" v="2111" actId="1076"/>
          <ac:picMkLst>
            <pc:docMk/>
            <pc:sldMk cId="1221089832" sldId="327"/>
            <ac:picMk id="7" creationId="{CAEF753A-BE98-2C4A-BE05-B9FEC2436CC6}"/>
          </ac:picMkLst>
        </pc:picChg>
      </pc:sldChg>
      <pc:sldChg chg="modSp mod">
        <pc:chgData name="Kusmlata Sheoran" userId="622bcd2c-7b88-482c-87fa-3fb3dcfc9337" providerId="ADAL" clId="{9F4D5330-B4AD-4A2C-BDD0-9B39D1407B77}" dt="2023-02-14T21:54:09.093" v="3706" actId="14100"/>
        <pc:sldMkLst>
          <pc:docMk/>
          <pc:sldMk cId="334440423" sldId="328"/>
        </pc:sldMkLst>
        <pc:spChg chg="mod">
          <ac:chgData name="Kusmlata Sheoran" userId="622bcd2c-7b88-482c-87fa-3fb3dcfc9337" providerId="ADAL" clId="{9F4D5330-B4AD-4A2C-BDD0-9B39D1407B77}" dt="2023-02-14T21:54:03.685" v="3705" actId="6549"/>
          <ac:spMkLst>
            <pc:docMk/>
            <pc:sldMk cId="334440423" sldId="328"/>
            <ac:spMk id="3" creationId="{03912611-42E7-6849-885B-99D97037DE6F}"/>
          </ac:spMkLst>
        </pc:spChg>
        <pc:picChg chg="mod">
          <ac:chgData name="Kusmlata Sheoran" userId="622bcd2c-7b88-482c-87fa-3fb3dcfc9337" providerId="ADAL" clId="{9F4D5330-B4AD-4A2C-BDD0-9B39D1407B77}" dt="2023-02-14T21:54:09.093" v="3706" actId="14100"/>
          <ac:picMkLst>
            <pc:docMk/>
            <pc:sldMk cId="334440423" sldId="328"/>
            <ac:picMk id="7" creationId="{B8CF74FB-8308-094C-8CD0-C278D4A46E17}"/>
          </ac:picMkLst>
        </pc:picChg>
      </pc:sldChg>
      <pc:sldChg chg="modSp mod">
        <pc:chgData name="Kusmlata Sheoran" userId="622bcd2c-7b88-482c-87fa-3fb3dcfc9337" providerId="ADAL" clId="{9F4D5330-B4AD-4A2C-BDD0-9B39D1407B77}" dt="2023-02-14T11:16:39.961" v="3450" actId="14100"/>
        <pc:sldMkLst>
          <pc:docMk/>
          <pc:sldMk cId="2706763526" sldId="330"/>
        </pc:sldMkLst>
        <pc:spChg chg="mod">
          <ac:chgData name="Kusmlata Sheoran" userId="622bcd2c-7b88-482c-87fa-3fb3dcfc9337" providerId="ADAL" clId="{9F4D5330-B4AD-4A2C-BDD0-9B39D1407B77}" dt="2023-02-14T11:16:39.961" v="3450" actId="14100"/>
          <ac:spMkLst>
            <pc:docMk/>
            <pc:sldMk cId="2706763526" sldId="330"/>
            <ac:spMk id="3" creationId="{03912611-42E7-6849-885B-99D97037DE6F}"/>
          </ac:spMkLst>
        </pc:spChg>
        <pc:picChg chg="mod">
          <ac:chgData name="Kusmlata Sheoran" userId="622bcd2c-7b88-482c-87fa-3fb3dcfc9337" providerId="ADAL" clId="{9F4D5330-B4AD-4A2C-BDD0-9B39D1407B77}" dt="2023-02-14T11:16:33.342" v="3449" actId="1076"/>
          <ac:picMkLst>
            <pc:docMk/>
            <pc:sldMk cId="2706763526" sldId="330"/>
            <ac:picMk id="8" creationId="{325011A9-4F08-7F4C-B73A-5E50012A40D5}"/>
          </ac:picMkLst>
        </pc:picChg>
      </pc:sldChg>
      <pc:sldChg chg="modSp mod">
        <pc:chgData name="Kusmlata Sheoran" userId="622bcd2c-7b88-482c-87fa-3fb3dcfc9337" providerId="ADAL" clId="{9F4D5330-B4AD-4A2C-BDD0-9B39D1407B77}" dt="2023-02-12T18:58:24.124" v="1159" actId="1036"/>
        <pc:sldMkLst>
          <pc:docMk/>
          <pc:sldMk cId="3089009140" sldId="335"/>
        </pc:sldMkLst>
        <pc:graphicFrameChg chg="mod">
          <ac:chgData name="Kusmlata Sheoran" userId="622bcd2c-7b88-482c-87fa-3fb3dcfc9337" providerId="ADAL" clId="{9F4D5330-B4AD-4A2C-BDD0-9B39D1407B77}" dt="2023-02-12T18:58:24.124" v="1159" actId="1036"/>
          <ac:graphicFrameMkLst>
            <pc:docMk/>
            <pc:sldMk cId="3089009140" sldId="335"/>
            <ac:graphicFrameMk id="2" creationId="{D348C3D6-404C-324B-9BCC-2C7DF5E8897B}"/>
          </ac:graphicFrameMkLst>
        </pc:graphicFrameChg>
      </pc:sldChg>
      <pc:sldChg chg="delSp modSp new mod modNotesTx">
        <pc:chgData name="Kusmlata Sheoran" userId="622bcd2c-7b88-482c-87fa-3fb3dcfc9337" providerId="ADAL" clId="{9F4D5330-B4AD-4A2C-BDD0-9B39D1407B77}" dt="2023-02-12T18:40:16.768" v="185"/>
        <pc:sldMkLst>
          <pc:docMk/>
          <pc:sldMk cId="2811115849" sldId="336"/>
        </pc:sldMkLst>
        <pc:spChg chg="mod">
          <ac:chgData name="Kusmlata Sheoran" userId="622bcd2c-7b88-482c-87fa-3fb3dcfc9337" providerId="ADAL" clId="{9F4D5330-B4AD-4A2C-BDD0-9B39D1407B77}" dt="2023-02-12T18:38:25.303" v="107" actId="20577"/>
          <ac:spMkLst>
            <pc:docMk/>
            <pc:sldMk cId="2811115849" sldId="336"/>
            <ac:spMk id="2" creationId="{400A5F0A-D606-6852-CF23-A513D043B98F}"/>
          </ac:spMkLst>
        </pc:spChg>
        <pc:spChg chg="mod">
          <ac:chgData name="Kusmlata Sheoran" userId="622bcd2c-7b88-482c-87fa-3fb3dcfc9337" providerId="ADAL" clId="{9F4D5330-B4AD-4A2C-BDD0-9B39D1407B77}" dt="2023-02-12T18:40:16.768" v="185"/>
          <ac:spMkLst>
            <pc:docMk/>
            <pc:sldMk cId="2811115849" sldId="336"/>
            <ac:spMk id="3" creationId="{F791D0EF-01F7-BFB6-9FDA-A1F807AE56E0}"/>
          </ac:spMkLst>
        </pc:spChg>
        <pc:graphicFrameChg chg="del mod">
          <ac:chgData name="Kusmlata Sheoran" userId="622bcd2c-7b88-482c-87fa-3fb3dcfc9337" providerId="ADAL" clId="{9F4D5330-B4AD-4A2C-BDD0-9B39D1407B77}" dt="2023-02-11T23:17:13.342" v="1"/>
          <ac:graphicFrameMkLst>
            <pc:docMk/>
            <pc:sldMk cId="2811115849" sldId="336"/>
            <ac:graphicFrameMk id="4" creationId="{0A4E3B61-18E7-3110-6616-71A8B56AA233}"/>
          </ac:graphicFrameMkLst>
        </pc:graphicFrameChg>
      </pc:sldChg>
      <pc:sldChg chg="modSp new mod modNotesTx">
        <pc:chgData name="Kusmlata Sheoran" userId="622bcd2c-7b88-482c-87fa-3fb3dcfc9337" providerId="ADAL" clId="{9F4D5330-B4AD-4A2C-BDD0-9B39D1407B77}" dt="2023-02-12T18:47:16.213" v="506" actId="20577"/>
        <pc:sldMkLst>
          <pc:docMk/>
          <pc:sldMk cId="1915423184" sldId="337"/>
        </pc:sldMkLst>
        <pc:spChg chg="mod">
          <ac:chgData name="Kusmlata Sheoran" userId="622bcd2c-7b88-482c-87fa-3fb3dcfc9337" providerId="ADAL" clId="{9F4D5330-B4AD-4A2C-BDD0-9B39D1407B77}" dt="2023-02-12T18:42:40.563" v="210" actId="20577"/>
          <ac:spMkLst>
            <pc:docMk/>
            <pc:sldMk cId="1915423184" sldId="337"/>
            <ac:spMk id="2" creationId="{4EE9AE4A-FFEA-2E2F-69ED-055ED1B741A6}"/>
          </ac:spMkLst>
        </pc:spChg>
        <pc:spChg chg="mod">
          <ac:chgData name="Kusmlata Sheoran" userId="622bcd2c-7b88-482c-87fa-3fb3dcfc9337" providerId="ADAL" clId="{9F4D5330-B4AD-4A2C-BDD0-9B39D1407B77}" dt="2023-02-12T18:47:16.213" v="506" actId="20577"/>
          <ac:spMkLst>
            <pc:docMk/>
            <pc:sldMk cId="1915423184" sldId="337"/>
            <ac:spMk id="3" creationId="{79970A7B-5234-BC93-404C-47BC3E0C52FC}"/>
          </ac:spMkLst>
        </pc:spChg>
      </pc:sldChg>
      <pc:sldChg chg="modSp new mod modNotesTx">
        <pc:chgData name="Kusmlata Sheoran" userId="622bcd2c-7b88-482c-87fa-3fb3dcfc9337" providerId="ADAL" clId="{9F4D5330-B4AD-4A2C-BDD0-9B39D1407B77}" dt="2023-02-14T22:03:19.481" v="3716" actId="20577"/>
        <pc:sldMkLst>
          <pc:docMk/>
          <pc:sldMk cId="649647724" sldId="338"/>
        </pc:sldMkLst>
        <pc:spChg chg="mod">
          <ac:chgData name="Kusmlata Sheoran" userId="622bcd2c-7b88-482c-87fa-3fb3dcfc9337" providerId="ADAL" clId="{9F4D5330-B4AD-4A2C-BDD0-9B39D1407B77}" dt="2023-02-12T18:47:51.535" v="538" actId="20577"/>
          <ac:spMkLst>
            <pc:docMk/>
            <pc:sldMk cId="649647724" sldId="338"/>
            <ac:spMk id="2" creationId="{DC5171DE-3DDD-23B0-C63C-6DF6F581D0CD}"/>
          </ac:spMkLst>
        </pc:spChg>
        <pc:spChg chg="mod">
          <ac:chgData name="Kusmlata Sheoran" userId="622bcd2c-7b88-482c-87fa-3fb3dcfc9337" providerId="ADAL" clId="{9F4D5330-B4AD-4A2C-BDD0-9B39D1407B77}" dt="2023-02-12T18:54:49.322" v="905" actId="20577"/>
          <ac:spMkLst>
            <pc:docMk/>
            <pc:sldMk cId="649647724" sldId="338"/>
            <ac:spMk id="3" creationId="{07F56AF6-B565-4AFF-A870-81CA5E364BDA}"/>
          </ac:spMkLst>
        </pc:spChg>
      </pc:sldChg>
      <pc:sldChg chg="modSp new mod modNotesTx">
        <pc:chgData name="Kusmlata Sheoran" userId="622bcd2c-7b88-482c-87fa-3fb3dcfc9337" providerId="ADAL" clId="{9F4D5330-B4AD-4A2C-BDD0-9B39D1407B77}" dt="2023-02-14T22:03:24.263" v="3720" actId="6549"/>
        <pc:sldMkLst>
          <pc:docMk/>
          <pc:sldMk cId="3408586952" sldId="339"/>
        </pc:sldMkLst>
        <pc:spChg chg="mod">
          <ac:chgData name="Kusmlata Sheoran" userId="622bcd2c-7b88-482c-87fa-3fb3dcfc9337" providerId="ADAL" clId="{9F4D5330-B4AD-4A2C-BDD0-9B39D1407B77}" dt="2023-02-12T18:55:16.746" v="918" actId="20577"/>
          <ac:spMkLst>
            <pc:docMk/>
            <pc:sldMk cId="3408586952" sldId="339"/>
            <ac:spMk id="2" creationId="{5CBD4DDB-56F8-065D-0949-3F6C07A3BEE4}"/>
          </ac:spMkLst>
        </pc:spChg>
        <pc:spChg chg="mod">
          <ac:chgData name="Kusmlata Sheoran" userId="622bcd2c-7b88-482c-87fa-3fb3dcfc9337" providerId="ADAL" clId="{9F4D5330-B4AD-4A2C-BDD0-9B39D1407B77}" dt="2023-02-12T19:00:00.458" v="1161"/>
          <ac:spMkLst>
            <pc:docMk/>
            <pc:sldMk cId="3408586952" sldId="339"/>
            <ac:spMk id="3" creationId="{850FB247-DBBB-C9D4-6AD2-970AD3A6F70E}"/>
          </ac:spMkLst>
        </pc:spChg>
      </pc:sldChg>
      <pc:sldChg chg="modSp new mod modNotesTx">
        <pc:chgData name="Kusmlata Sheoran" userId="622bcd2c-7b88-482c-87fa-3fb3dcfc9337" providerId="ADAL" clId="{9F4D5330-B4AD-4A2C-BDD0-9B39D1407B77}" dt="2023-02-14T11:52:33.236" v="3615" actId="21"/>
        <pc:sldMkLst>
          <pc:docMk/>
          <pc:sldMk cId="2928376522" sldId="340"/>
        </pc:sldMkLst>
        <pc:spChg chg="mod">
          <ac:chgData name="Kusmlata Sheoran" userId="622bcd2c-7b88-482c-87fa-3fb3dcfc9337" providerId="ADAL" clId="{9F4D5330-B4AD-4A2C-BDD0-9B39D1407B77}" dt="2023-02-14T11:52:33.236" v="3615" actId="21"/>
          <ac:spMkLst>
            <pc:docMk/>
            <pc:sldMk cId="2928376522" sldId="340"/>
            <ac:spMk id="3" creationId="{994A1EE7-5ACD-8E9A-CC01-8D60384E5DCA}"/>
          </ac:spMkLst>
        </pc:spChg>
      </pc:sldChg>
      <pc:sldChg chg="modSp new mod modNotesTx">
        <pc:chgData name="Kusmlata Sheoran" userId="622bcd2c-7b88-482c-87fa-3fb3dcfc9337" providerId="ADAL" clId="{9F4D5330-B4AD-4A2C-BDD0-9B39D1407B77}" dt="2023-02-14T11:57:29.867" v="3692" actId="20577"/>
        <pc:sldMkLst>
          <pc:docMk/>
          <pc:sldMk cId="788283341" sldId="341"/>
        </pc:sldMkLst>
        <pc:spChg chg="mod">
          <ac:chgData name="Kusmlata Sheoran" userId="622bcd2c-7b88-482c-87fa-3fb3dcfc9337" providerId="ADAL" clId="{9F4D5330-B4AD-4A2C-BDD0-9B39D1407B77}" dt="2023-02-13T22:57:34.641" v="1895" actId="27636"/>
          <ac:spMkLst>
            <pc:docMk/>
            <pc:sldMk cId="788283341" sldId="341"/>
            <ac:spMk id="2" creationId="{41913C77-4EE6-DDF3-EEBB-F9D01DD60970}"/>
          </ac:spMkLst>
        </pc:spChg>
        <pc:spChg chg="mod">
          <ac:chgData name="Kusmlata Sheoran" userId="622bcd2c-7b88-482c-87fa-3fb3dcfc9337" providerId="ADAL" clId="{9F4D5330-B4AD-4A2C-BDD0-9B39D1407B77}" dt="2023-02-14T11:57:27.076" v="3691" actId="20577"/>
          <ac:spMkLst>
            <pc:docMk/>
            <pc:sldMk cId="788283341" sldId="341"/>
            <ac:spMk id="3" creationId="{766EFF65-1BFF-639D-10B1-F334DF2E4770}"/>
          </ac:spMkLst>
        </pc:spChg>
      </pc:sldChg>
      <pc:sldChg chg="modSp new mod modNotesTx">
        <pc:chgData name="Kusmlata Sheoran" userId="622bcd2c-7b88-482c-87fa-3fb3dcfc9337" providerId="ADAL" clId="{9F4D5330-B4AD-4A2C-BDD0-9B39D1407B77}" dt="2023-02-12T19:47:28.747" v="1273" actId="6549"/>
        <pc:sldMkLst>
          <pc:docMk/>
          <pc:sldMk cId="3741213081" sldId="342"/>
        </pc:sldMkLst>
        <pc:spChg chg="mod">
          <ac:chgData name="Kusmlata Sheoran" userId="622bcd2c-7b88-482c-87fa-3fb3dcfc9337" providerId="ADAL" clId="{9F4D5330-B4AD-4A2C-BDD0-9B39D1407B77}" dt="2023-02-12T19:45:36.068" v="1219" actId="20577"/>
          <ac:spMkLst>
            <pc:docMk/>
            <pc:sldMk cId="3741213081" sldId="342"/>
            <ac:spMk id="2" creationId="{E398C524-CAE2-4D84-66E9-B76ED8769A70}"/>
          </ac:spMkLst>
        </pc:spChg>
        <pc:spChg chg="mod">
          <ac:chgData name="Kusmlata Sheoran" userId="622bcd2c-7b88-482c-87fa-3fb3dcfc9337" providerId="ADAL" clId="{9F4D5330-B4AD-4A2C-BDD0-9B39D1407B77}" dt="2023-02-12T19:47:28.747" v="1273" actId="6549"/>
          <ac:spMkLst>
            <pc:docMk/>
            <pc:sldMk cId="3741213081" sldId="342"/>
            <ac:spMk id="3" creationId="{E7F00A6F-339A-DC70-336F-472A1950F428}"/>
          </ac:spMkLst>
        </pc:spChg>
      </pc:sldChg>
      <pc:sldChg chg="modSp new add del mod">
        <pc:chgData name="Kusmlata Sheoran" userId="622bcd2c-7b88-482c-87fa-3fb3dcfc9337" providerId="ADAL" clId="{9F4D5330-B4AD-4A2C-BDD0-9B39D1407B77}" dt="2023-02-14T22:03:12.464" v="3715" actId="47"/>
        <pc:sldMkLst>
          <pc:docMk/>
          <pc:sldMk cId="2412702286" sldId="343"/>
        </pc:sldMkLst>
        <pc:spChg chg="mod">
          <ac:chgData name="Kusmlata Sheoran" userId="622bcd2c-7b88-482c-87fa-3fb3dcfc9337" providerId="ADAL" clId="{9F4D5330-B4AD-4A2C-BDD0-9B39D1407B77}" dt="2023-02-14T10:47:25.378" v="1981" actId="20577"/>
          <ac:spMkLst>
            <pc:docMk/>
            <pc:sldMk cId="2412702286" sldId="343"/>
            <ac:spMk id="2" creationId="{86FBBECA-9F16-D051-DE7D-673809DF97A7}"/>
          </ac:spMkLst>
        </pc:spChg>
        <pc:spChg chg="mod">
          <ac:chgData name="Kusmlata Sheoran" userId="622bcd2c-7b88-482c-87fa-3fb3dcfc9337" providerId="ADAL" clId="{9F4D5330-B4AD-4A2C-BDD0-9B39D1407B77}" dt="2023-02-14T10:49:03.475" v="2109" actId="20577"/>
          <ac:spMkLst>
            <pc:docMk/>
            <pc:sldMk cId="2412702286" sldId="343"/>
            <ac:spMk id="3" creationId="{D7D179D3-23E5-6AED-0402-CC6334115B13}"/>
          </ac:spMkLst>
        </pc:spChg>
      </pc:sldChg>
      <pc:sldChg chg="modSp new mod ord modNotesTx">
        <pc:chgData name="Kusmlata Sheoran" userId="622bcd2c-7b88-482c-87fa-3fb3dcfc9337" providerId="ADAL" clId="{9F4D5330-B4AD-4A2C-BDD0-9B39D1407B77}" dt="2023-02-14T21:55:54.574" v="3708"/>
        <pc:sldMkLst>
          <pc:docMk/>
          <pc:sldMk cId="3330783015" sldId="344"/>
        </pc:sldMkLst>
        <pc:spChg chg="mod">
          <ac:chgData name="Kusmlata Sheoran" userId="622bcd2c-7b88-482c-87fa-3fb3dcfc9337" providerId="ADAL" clId="{9F4D5330-B4AD-4A2C-BDD0-9B39D1407B77}" dt="2023-02-13T22:42:57.474" v="1887" actId="20577"/>
          <ac:spMkLst>
            <pc:docMk/>
            <pc:sldMk cId="3330783015" sldId="344"/>
            <ac:spMk id="2" creationId="{80D67EEB-6318-FDAF-430A-14562FE40113}"/>
          </ac:spMkLst>
        </pc:spChg>
        <pc:spChg chg="mod">
          <ac:chgData name="Kusmlata Sheoran" userId="622bcd2c-7b88-482c-87fa-3fb3dcfc9337" providerId="ADAL" clId="{9F4D5330-B4AD-4A2C-BDD0-9B39D1407B77}" dt="2023-02-13T22:42:49.308" v="1874" actId="14100"/>
          <ac:spMkLst>
            <pc:docMk/>
            <pc:sldMk cId="3330783015" sldId="344"/>
            <ac:spMk id="3" creationId="{05763A09-90CB-F7E2-4EA7-3C950855DCA9}"/>
          </ac:spMkLst>
        </pc:spChg>
      </pc:sldChg>
      <pc:sldChg chg="modSp new mod">
        <pc:chgData name="Kusmlata Sheoran" userId="622bcd2c-7b88-482c-87fa-3fb3dcfc9337" providerId="ADAL" clId="{9F4D5330-B4AD-4A2C-BDD0-9B39D1407B77}" dt="2023-02-14T21:52:46.709" v="3700" actId="6549"/>
        <pc:sldMkLst>
          <pc:docMk/>
          <pc:sldMk cId="3237980436" sldId="345"/>
        </pc:sldMkLst>
        <pc:spChg chg="mod">
          <ac:chgData name="Kusmlata Sheoran" userId="622bcd2c-7b88-482c-87fa-3fb3dcfc9337" providerId="ADAL" clId="{9F4D5330-B4AD-4A2C-BDD0-9B39D1407B77}" dt="2023-02-14T10:51:35.310" v="2155" actId="20577"/>
          <ac:spMkLst>
            <pc:docMk/>
            <pc:sldMk cId="3237980436" sldId="345"/>
            <ac:spMk id="2" creationId="{C9A9DA83-DAB3-F362-3C30-4D726D3BED61}"/>
          </ac:spMkLst>
        </pc:spChg>
        <pc:spChg chg="mod">
          <ac:chgData name="Kusmlata Sheoran" userId="622bcd2c-7b88-482c-87fa-3fb3dcfc9337" providerId="ADAL" clId="{9F4D5330-B4AD-4A2C-BDD0-9B39D1407B77}" dt="2023-02-14T21:52:46.709" v="3700" actId="6549"/>
          <ac:spMkLst>
            <pc:docMk/>
            <pc:sldMk cId="3237980436" sldId="345"/>
            <ac:spMk id="3" creationId="{BD5511BC-D511-FA49-0F74-40C22404C7DD}"/>
          </ac:spMkLst>
        </pc:spChg>
      </pc:sldChg>
      <pc:sldChg chg="addSp modSp new mod ord">
        <pc:chgData name="Kusmlata Sheoran" userId="622bcd2c-7b88-482c-87fa-3fb3dcfc9337" providerId="ADAL" clId="{9F4D5330-B4AD-4A2C-BDD0-9B39D1407B77}" dt="2023-02-14T21:59:14.059" v="3710"/>
        <pc:sldMkLst>
          <pc:docMk/>
          <pc:sldMk cId="2708253274" sldId="346"/>
        </pc:sldMkLst>
        <pc:spChg chg="mod">
          <ac:chgData name="Kusmlata Sheoran" userId="622bcd2c-7b88-482c-87fa-3fb3dcfc9337" providerId="ADAL" clId="{9F4D5330-B4AD-4A2C-BDD0-9B39D1407B77}" dt="2023-02-14T10:55:51.144" v="2659" actId="20577"/>
          <ac:spMkLst>
            <pc:docMk/>
            <pc:sldMk cId="2708253274" sldId="346"/>
            <ac:spMk id="2" creationId="{35CC9414-8541-05DF-3240-2DC37F29DC59}"/>
          </ac:spMkLst>
        </pc:spChg>
        <pc:spChg chg="mod">
          <ac:chgData name="Kusmlata Sheoran" userId="622bcd2c-7b88-482c-87fa-3fb3dcfc9337" providerId="ADAL" clId="{9F4D5330-B4AD-4A2C-BDD0-9B39D1407B77}" dt="2023-02-14T21:53:41.313" v="3701" actId="113"/>
          <ac:spMkLst>
            <pc:docMk/>
            <pc:sldMk cId="2708253274" sldId="346"/>
            <ac:spMk id="3" creationId="{A0571C91-F5C0-78B3-D068-B423AD718139}"/>
          </ac:spMkLst>
        </pc:spChg>
        <pc:spChg chg="add mod">
          <ac:chgData name="Kusmlata Sheoran" userId="622bcd2c-7b88-482c-87fa-3fb3dcfc9337" providerId="ADAL" clId="{9F4D5330-B4AD-4A2C-BDD0-9B39D1407B77}" dt="2023-02-14T21:53:44.460" v="3702" actId="113"/>
          <ac:spMkLst>
            <pc:docMk/>
            <pc:sldMk cId="2708253274" sldId="346"/>
            <ac:spMk id="4" creationId="{E09CABDF-02A9-54FE-E604-C7DDAD1100E1}"/>
          </ac:spMkLst>
        </pc:spChg>
        <pc:spChg chg="add mod">
          <ac:chgData name="Kusmlata Sheoran" userId="622bcd2c-7b88-482c-87fa-3fb3dcfc9337" providerId="ADAL" clId="{9F4D5330-B4AD-4A2C-BDD0-9B39D1407B77}" dt="2023-02-14T21:53:48.357" v="3703" actId="113"/>
          <ac:spMkLst>
            <pc:docMk/>
            <pc:sldMk cId="2708253274" sldId="346"/>
            <ac:spMk id="5" creationId="{B00F62F5-064A-D834-A710-3CA32468AA42}"/>
          </ac:spMkLst>
        </pc:spChg>
      </pc:sldChg>
      <pc:sldChg chg="new del">
        <pc:chgData name="Kusmlata Sheoran" userId="622bcd2c-7b88-482c-87fa-3fb3dcfc9337" providerId="ADAL" clId="{9F4D5330-B4AD-4A2C-BDD0-9B39D1407B77}" dt="2023-02-14T11:14:29.322" v="3418" actId="47"/>
        <pc:sldMkLst>
          <pc:docMk/>
          <pc:sldMk cId="605377832" sldId="347"/>
        </pc:sldMkLst>
      </pc:sldChg>
      <pc:sldChg chg="modSp new mod">
        <pc:chgData name="Kusmlata Sheoran" userId="622bcd2c-7b88-482c-87fa-3fb3dcfc9337" providerId="ADAL" clId="{9F4D5330-B4AD-4A2C-BDD0-9B39D1407B77}" dt="2023-02-14T11:07:40.629" v="3035" actId="14100"/>
        <pc:sldMkLst>
          <pc:docMk/>
          <pc:sldMk cId="3266905874" sldId="348"/>
        </pc:sldMkLst>
        <pc:spChg chg="mod">
          <ac:chgData name="Kusmlata Sheoran" userId="622bcd2c-7b88-482c-87fa-3fb3dcfc9337" providerId="ADAL" clId="{9F4D5330-B4AD-4A2C-BDD0-9B39D1407B77}" dt="2023-02-14T11:03:00.244" v="2942" actId="20577"/>
          <ac:spMkLst>
            <pc:docMk/>
            <pc:sldMk cId="3266905874" sldId="348"/>
            <ac:spMk id="2" creationId="{48571DE2-65B6-918A-BD58-497568D1F2FE}"/>
          </ac:spMkLst>
        </pc:spChg>
        <pc:spChg chg="mod">
          <ac:chgData name="Kusmlata Sheoran" userId="622bcd2c-7b88-482c-87fa-3fb3dcfc9337" providerId="ADAL" clId="{9F4D5330-B4AD-4A2C-BDD0-9B39D1407B77}" dt="2023-02-14T11:07:40.629" v="3035" actId="14100"/>
          <ac:spMkLst>
            <pc:docMk/>
            <pc:sldMk cId="3266905874" sldId="348"/>
            <ac:spMk id="3" creationId="{513F0435-26D1-CCC4-CAB8-221BF713D308}"/>
          </ac:spMkLst>
        </pc:spChg>
      </pc:sldChg>
      <pc:sldChg chg="new del">
        <pc:chgData name="Kusmlata Sheoran" userId="622bcd2c-7b88-482c-87fa-3fb3dcfc9337" providerId="ADAL" clId="{9F4D5330-B4AD-4A2C-BDD0-9B39D1407B77}" dt="2023-02-14T11:08:09.659" v="3037" actId="680"/>
        <pc:sldMkLst>
          <pc:docMk/>
          <pc:sldMk cId="481517714" sldId="349"/>
        </pc:sldMkLst>
      </pc:sldChg>
      <pc:sldChg chg="addSp modSp new mod">
        <pc:chgData name="Kusmlata Sheoran" userId="622bcd2c-7b88-482c-87fa-3fb3dcfc9337" providerId="ADAL" clId="{9F4D5330-B4AD-4A2C-BDD0-9B39D1407B77}" dt="2023-02-14T11:13:02.389" v="3417" actId="20577"/>
        <pc:sldMkLst>
          <pc:docMk/>
          <pc:sldMk cId="3472800439" sldId="349"/>
        </pc:sldMkLst>
        <pc:spChg chg="mod">
          <ac:chgData name="Kusmlata Sheoran" userId="622bcd2c-7b88-482c-87fa-3fb3dcfc9337" providerId="ADAL" clId="{9F4D5330-B4AD-4A2C-BDD0-9B39D1407B77}" dt="2023-02-14T11:11:31.253" v="3288" actId="20577"/>
          <ac:spMkLst>
            <pc:docMk/>
            <pc:sldMk cId="3472800439" sldId="349"/>
            <ac:spMk id="2" creationId="{526138A2-4EB2-44AF-2F40-6EA0730FBB8C}"/>
          </ac:spMkLst>
        </pc:spChg>
        <pc:spChg chg="mod">
          <ac:chgData name="Kusmlata Sheoran" userId="622bcd2c-7b88-482c-87fa-3fb3dcfc9337" providerId="ADAL" clId="{9F4D5330-B4AD-4A2C-BDD0-9B39D1407B77}" dt="2023-02-14T11:11:42.256" v="3291" actId="1076"/>
          <ac:spMkLst>
            <pc:docMk/>
            <pc:sldMk cId="3472800439" sldId="349"/>
            <ac:spMk id="3" creationId="{890EA572-C847-C69B-98D6-EB19297F8287}"/>
          </ac:spMkLst>
        </pc:spChg>
        <pc:spChg chg="add mod">
          <ac:chgData name="Kusmlata Sheoran" userId="622bcd2c-7b88-482c-87fa-3fb3dcfc9337" providerId="ADAL" clId="{9F4D5330-B4AD-4A2C-BDD0-9B39D1407B77}" dt="2023-02-14T11:13:02.389" v="3417" actId="20577"/>
          <ac:spMkLst>
            <pc:docMk/>
            <pc:sldMk cId="3472800439" sldId="349"/>
            <ac:spMk id="4" creationId="{415B3343-8A47-43A2-C1DE-9550363BE19F}"/>
          </ac:spMkLst>
        </pc:spChg>
      </pc:sldChg>
      <pc:sldChg chg="addSp modSp new mod">
        <pc:chgData name="Kusmlata Sheoran" userId="622bcd2c-7b88-482c-87fa-3fb3dcfc9337" providerId="ADAL" clId="{9F4D5330-B4AD-4A2C-BDD0-9B39D1407B77}" dt="2023-02-14T11:29:51.961" v="3485" actId="1076"/>
        <pc:sldMkLst>
          <pc:docMk/>
          <pc:sldMk cId="3470333341" sldId="350"/>
        </pc:sldMkLst>
        <pc:spChg chg="mod">
          <ac:chgData name="Kusmlata Sheoran" userId="622bcd2c-7b88-482c-87fa-3fb3dcfc9337" providerId="ADAL" clId="{9F4D5330-B4AD-4A2C-BDD0-9B39D1407B77}" dt="2023-02-14T11:28:07.686" v="3471" actId="20577"/>
          <ac:spMkLst>
            <pc:docMk/>
            <pc:sldMk cId="3470333341" sldId="350"/>
            <ac:spMk id="2" creationId="{A2707B3D-796D-BD0C-B14C-9B3F73B3816A}"/>
          </ac:spMkLst>
        </pc:spChg>
        <pc:spChg chg="mod">
          <ac:chgData name="Kusmlata Sheoran" userId="622bcd2c-7b88-482c-87fa-3fb3dcfc9337" providerId="ADAL" clId="{9F4D5330-B4AD-4A2C-BDD0-9B39D1407B77}" dt="2023-02-14T11:28:54.805" v="3473" actId="14100"/>
          <ac:spMkLst>
            <pc:docMk/>
            <pc:sldMk cId="3470333341" sldId="350"/>
            <ac:spMk id="3" creationId="{86B92C31-A512-FD70-7792-237C069CFD0C}"/>
          </ac:spMkLst>
        </pc:spChg>
        <pc:picChg chg="add mod">
          <ac:chgData name="Kusmlata Sheoran" userId="622bcd2c-7b88-482c-87fa-3fb3dcfc9337" providerId="ADAL" clId="{9F4D5330-B4AD-4A2C-BDD0-9B39D1407B77}" dt="2023-02-14T11:29:49.549" v="3484" actId="1076"/>
          <ac:picMkLst>
            <pc:docMk/>
            <pc:sldMk cId="3470333341" sldId="350"/>
            <ac:picMk id="5" creationId="{83EE610D-9988-D03B-21A2-8ACEA70E5A2B}"/>
          </ac:picMkLst>
        </pc:picChg>
        <pc:picChg chg="add mod">
          <ac:chgData name="Kusmlata Sheoran" userId="622bcd2c-7b88-482c-87fa-3fb3dcfc9337" providerId="ADAL" clId="{9F4D5330-B4AD-4A2C-BDD0-9B39D1407B77}" dt="2023-02-14T11:29:51.961" v="3485" actId="1076"/>
          <ac:picMkLst>
            <pc:docMk/>
            <pc:sldMk cId="3470333341" sldId="350"/>
            <ac:picMk id="7" creationId="{DDC5094D-5041-2E8D-1C47-BA63C0E42B6B}"/>
          </ac:picMkLst>
        </pc:picChg>
      </pc:sldChg>
      <pc:sldChg chg="addSp delSp modSp add mod">
        <pc:chgData name="Kusmlata Sheoran" userId="622bcd2c-7b88-482c-87fa-3fb3dcfc9337" providerId="ADAL" clId="{9F4D5330-B4AD-4A2C-BDD0-9B39D1407B77}" dt="2023-02-14T11:40:59.901" v="3493" actId="1076"/>
        <pc:sldMkLst>
          <pc:docMk/>
          <pc:sldMk cId="81745570" sldId="351"/>
        </pc:sldMkLst>
        <pc:spChg chg="mod">
          <ac:chgData name="Kusmlata Sheoran" userId="622bcd2c-7b88-482c-87fa-3fb3dcfc9337" providerId="ADAL" clId="{9F4D5330-B4AD-4A2C-BDD0-9B39D1407B77}" dt="2023-02-14T11:40:14.256" v="3489"/>
          <ac:spMkLst>
            <pc:docMk/>
            <pc:sldMk cId="81745570" sldId="351"/>
            <ac:spMk id="3" creationId="{86B92C31-A512-FD70-7792-237C069CFD0C}"/>
          </ac:spMkLst>
        </pc:spChg>
        <pc:picChg chg="del">
          <ac:chgData name="Kusmlata Sheoran" userId="622bcd2c-7b88-482c-87fa-3fb3dcfc9337" providerId="ADAL" clId="{9F4D5330-B4AD-4A2C-BDD0-9B39D1407B77}" dt="2023-02-14T11:40:06.069" v="3488" actId="478"/>
          <ac:picMkLst>
            <pc:docMk/>
            <pc:sldMk cId="81745570" sldId="351"/>
            <ac:picMk id="5" creationId="{83EE610D-9988-D03B-21A2-8ACEA70E5A2B}"/>
          </ac:picMkLst>
        </pc:picChg>
        <pc:picChg chg="add mod">
          <ac:chgData name="Kusmlata Sheoran" userId="622bcd2c-7b88-482c-87fa-3fb3dcfc9337" providerId="ADAL" clId="{9F4D5330-B4AD-4A2C-BDD0-9B39D1407B77}" dt="2023-02-14T11:40:59.901" v="3493" actId="1076"/>
          <ac:picMkLst>
            <pc:docMk/>
            <pc:sldMk cId="81745570" sldId="351"/>
            <ac:picMk id="6" creationId="{C138BC48-7955-4BEB-C616-79510A962BB4}"/>
          </ac:picMkLst>
        </pc:picChg>
        <pc:picChg chg="del">
          <ac:chgData name="Kusmlata Sheoran" userId="622bcd2c-7b88-482c-87fa-3fb3dcfc9337" providerId="ADAL" clId="{9F4D5330-B4AD-4A2C-BDD0-9B39D1407B77}" dt="2023-02-14T11:40:04.458" v="3487" actId="478"/>
          <ac:picMkLst>
            <pc:docMk/>
            <pc:sldMk cId="81745570" sldId="351"/>
            <ac:picMk id="7" creationId="{DDC5094D-5041-2E8D-1C47-BA63C0E42B6B}"/>
          </ac:picMkLst>
        </pc:picChg>
      </pc:sldChg>
      <pc:sldChg chg="modSp new mod">
        <pc:chgData name="Kusmlata Sheoran" userId="622bcd2c-7b88-482c-87fa-3fb3dcfc9337" providerId="ADAL" clId="{9F4D5330-B4AD-4A2C-BDD0-9B39D1407B77}" dt="2023-02-14T11:57:19.673" v="3690"/>
        <pc:sldMkLst>
          <pc:docMk/>
          <pc:sldMk cId="1158941671" sldId="352"/>
        </pc:sldMkLst>
        <pc:spChg chg="mod">
          <ac:chgData name="Kusmlata Sheoran" userId="622bcd2c-7b88-482c-87fa-3fb3dcfc9337" providerId="ADAL" clId="{9F4D5330-B4AD-4A2C-BDD0-9B39D1407B77}" dt="2023-02-14T11:48:12.988" v="3555" actId="20577"/>
          <ac:spMkLst>
            <pc:docMk/>
            <pc:sldMk cId="1158941671" sldId="352"/>
            <ac:spMk id="2" creationId="{321D472C-708F-0AA1-0DAB-84CD38A974DC}"/>
          </ac:spMkLst>
        </pc:spChg>
        <pc:spChg chg="mod">
          <ac:chgData name="Kusmlata Sheoran" userId="622bcd2c-7b88-482c-87fa-3fb3dcfc9337" providerId="ADAL" clId="{9F4D5330-B4AD-4A2C-BDD0-9B39D1407B77}" dt="2023-02-14T11:57:19.673" v="3690"/>
          <ac:spMkLst>
            <pc:docMk/>
            <pc:sldMk cId="1158941671" sldId="352"/>
            <ac:spMk id="3" creationId="{AABBDD09-3F27-38FB-01DD-8766175B301C}"/>
          </ac:spMkLst>
        </pc:spChg>
      </pc:sldChg>
    </pc:docChg>
  </pc:docChgLst>
  <pc:docChgLst>
    <pc:chgData name="Kusmlata Sheoran" userId="622bcd2c-7b88-482c-87fa-3fb3dcfc9337" providerId="ADAL" clId="{2985910B-5698-4F5A-B63F-9B3C924670DA}"/>
    <pc:docChg chg="custSel delSld modSld sldOrd">
      <pc:chgData name="Kusmlata Sheoran" userId="622bcd2c-7b88-482c-87fa-3fb3dcfc9337" providerId="ADAL" clId="{2985910B-5698-4F5A-B63F-9B3C924670DA}" dt="2023-02-14T22:13:25.421" v="153" actId="20577"/>
      <pc:docMkLst>
        <pc:docMk/>
      </pc:docMkLst>
      <pc:sldChg chg="modSp mod">
        <pc:chgData name="Kusmlata Sheoran" userId="622bcd2c-7b88-482c-87fa-3fb3dcfc9337" providerId="ADAL" clId="{2985910B-5698-4F5A-B63F-9B3C924670DA}" dt="2023-02-14T22:06:38.313" v="85" actId="20577"/>
        <pc:sldMkLst>
          <pc:docMk/>
          <pc:sldMk cId="1752993917" sldId="311"/>
        </pc:sldMkLst>
        <pc:spChg chg="mod">
          <ac:chgData name="Kusmlata Sheoran" userId="622bcd2c-7b88-482c-87fa-3fb3dcfc9337" providerId="ADAL" clId="{2985910B-5698-4F5A-B63F-9B3C924670DA}" dt="2023-02-14T22:06:38.313" v="85" actId="20577"/>
          <ac:spMkLst>
            <pc:docMk/>
            <pc:sldMk cId="1752993917" sldId="311"/>
            <ac:spMk id="3" creationId="{03912611-42E7-6849-885B-99D97037DE6F}"/>
          </ac:spMkLst>
        </pc:spChg>
      </pc:sldChg>
      <pc:sldChg chg="modSp mod">
        <pc:chgData name="Kusmlata Sheoran" userId="622bcd2c-7b88-482c-87fa-3fb3dcfc9337" providerId="ADAL" clId="{2985910B-5698-4F5A-B63F-9B3C924670DA}" dt="2023-02-14T22:11:36.500" v="127" actId="21"/>
        <pc:sldMkLst>
          <pc:docMk/>
          <pc:sldMk cId="3764377055" sldId="313"/>
        </pc:sldMkLst>
        <pc:spChg chg="mod">
          <ac:chgData name="Kusmlata Sheoran" userId="622bcd2c-7b88-482c-87fa-3fb3dcfc9337" providerId="ADAL" clId="{2985910B-5698-4F5A-B63F-9B3C924670DA}" dt="2023-02-14T22:11:36.500" v="127" actId="21"/>
          <ac:spMkLst>
            <pc:docMk/>
            <pc:sldMk cId="3764377055" sldId="313"/>
            <ac:spMk id="3" creationId="{03912611-42E7-6849-885B-99D97037DE6F}"/>
          </ac:spMkLst>
        </pc:spChg>
      </pc:sldChg>
      <pc:sldChg chg="addSp delSp modSp mod ord">
        <pc:chgData name="Kusmlata Sheoran" userId="622bcd2c-7b88-482c-87fa-3fb3dcfc9337" providerId="ADAL" clId="{2985910B-5698-4F5A-B63F-9B3C924670DA}" dt="2023-02-14T22:12:31.864" v="135" actId="14100"/>
        <pc:sldMkLst>
          <pc:docMk/>
          <pc:sldMk cId="3945550004" sldId="329"/>
        </pc:sldMkLst>
        <pc:spChg chg="add del mod">
          <ac:chgData name="Kusmlata Sheoran" userId="622bcd2c-7b88-482c-87fa-3fb3dcfc9337" providerId="ADAL" clId="{2985910B-5698-4F5A-B63F-9B3C924670DA}" dt="2023-02-14T22:12:26.798" v="133" actId="21"/>
          <ac:spMkLst>
            <pc:docMk/>
            <pc:sldMk cId="3945550004" sldId="329"/>
            <ac:spMk id="7" creationId="{BE5C9FE4-0FD7-2A68-54C0-8FEF142D1714}"/>
          </ac:spMkLst>
        </pc:spChg>
        <pc:picChg chg="mod">
          <ac:chgData name="Kusmlata Sheoran" userId="622bcd2c-7b88-482c-87fa-3fb3dcfc9337" providerId="ADAL" clId="{2985910B-5698-4F5A-B63F-9B3C924670DA}" dt="2023-02-14T22:12:31.864" v="135" actId="14100"/>
          <ac:picMkLst>
            <pc:docMk/>
            <pc:sldMk cId="3945550004" sldId="329"/>
            <ac:picMk id="9" creationId="{C95F08DE-C74B-0348-A198-6712DF330496}"/>
          </ac:picMkLst>
        </pc:picChg>
      </pc:sldChg>
      <pc:sldChg chg="addSp modSp mod">
        <pc:chgData name="Kusmlata Sheoran" userId="622bcd2c-7b88-482c-87fa-3fb3dcfc9337" providerId="ADAL" clId="{2985910B-5698-4F5A-B63F-9B3C924670DA}" dt="2023-02-14T22:13:25.421" v="153" actId="20577"/>
        <pc:sldMkLst>
          <pc:docMk/>
          <pc:sldMk cId="649647724" sldId="338"/>
        </pc:sldMkLst>
        <pc:spChg chg="add mod">
          <ac:chgData name="Kusmlata Sheoran" userId="622bcd2c-7b88-482c-87fa-3fb3dcfc9337" providerId="ADAL" clId="{2985910B-5698-4F5A-B63F-9B3C924670DA}" dt="2023-02-14T22:13:25.421" v="153" actId="20577"/>
          <ac:spMkLst>
            <pc:docMk/>
            <pc:sldMk cId="649647724" sldId="338"/>
            <ac:spMk id="4" creationId="{C42E24E1-45F0-6F31-F786-8EB13C81B49C}"/>
          </ac:spMkLst>
        </pc:spChg>
      </pc:sldChg>
      <pc:sldChg chg="modSp mod modNotesTx">
        <pc:chgData name="Kusmlata Sheoran" userId="622bcd2c-7b88-482c-87fa-3fb3dcfc9337" providerId="ADAL" clId="{2985910B-5698-4F5A-B63F-9B3C924670DA}" dt="2023-02-14T22:08:09.626" v="92" actId="6549"/>
        <pc:sldMkLst>
          <pc:docMk/>
          <pc:sldMk cId="3408586952" sldId="339"/>
        </pc:sldMkLst>
        <pc:spChg chg="mod">
          <ac:chgData name="Kusmlata Sheoran" userId="622bcd2c-7b88-482c-87fa-3fb3dcfc9337" providerId="ADAL" clId="{2985910B-5698-4F5A-B63F-9B3C924670DA}" dt="2023-02-14T22:08:09.626" v="92" actId="6549"/>
          <ac:spMkLst>
            <pc:docMk/>
            <pc:sldMk cId="3408586952" sldId="339"/>
            <ac:spMk id="3" creationId="{850FB247-DBBB-C9D4-6AD2-970AD3A6F70E}"/>
          </ac:spMkLst>
        </pc:spChg>
      </pc:sldChg>
      <pc:sldChg chg="del">
        <pc:chgData name="Kusmlata Sheoran" userId="622bcd2c-7b88-482c-87fa-3fb3dcfc9337" providerId="ADAL" clId="{2985910B-5698-4F5A-B63F-9B3C924670DA}" dt="2023-02-14T22:08:37.595" v="93" actId="47"/>
        <pc:sldMkLst>
          <pc:docMk/>
          <pc:sldMk cId="2928376522" sldId="340"/>
        </pc:sldMkLst>
      </pc:sldChg>
      <pc:sldChg chg="del">
        <pc:chgData name="Kusmlata Sheoran" userId="622bcd2c-7b88-482c-87fa-3fb3dcfc9337" providerId="ADAL" clId="{2985910B-5698-4F5A-B63F-9B3C924670DA}" dt="2023-02-14T22:08:50.726" v="94" actId="47"/>
        <pc:sldMkLst>
          <pc:docMk/>
          <pc:sldMk cId="788283341" sldId="34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979537-76D4-FB4F-81CB-786698CEA861}" type="doc">
      <dgm:prSet loTypeId="urn:microsoft.com/office/officeart/2005/8/layout/hierarchy2" loCatId="" qsTypeId="urn:microsoft.com/office/officeart/2005/8/quickstyle/simple1" qsCatId="simple" csTypeId="urn:microsoft.com/office/officeart/2005/8/colors/colorful4" csCatId="colorful" phldr="1"/>
      <dgm:spPr/>
      <dgm:t>
        <a:bodyPr/>
        <a:lstStyle/>
        <a:p>
          <a:endParaRPr lang="en-GB"/>
        </a:p>
      </dgm:t>
    </dgm:pt>
    <dgm:pt modelId="{2B67AFE8-C1E5-F34C-A06F-FEB3589F744C}">
      <dgm:prSet phldrT="[Text]" custT="1"/>
      <dgm:spPr/>
      <dgm:t>
        <a:bodyPr/>
        <a:lstStyle/>
        <a:p>
          <a:r>
            <a:rPr lang="en-GB" sz="3600" dirty="0"/>
            <a:t>AI</a:t>
          </a:r>
        </a:p>
      </dgm:t>
    </dgm:pt>
    <dgm:pt modelId="{CA88CD95-7E35-BF4E-9B04-CD357F282901}" type="parTrans" cxnId="{C6FEAFB1-F5ED-9447-8896-3455AEC1DEF6}">
      <dgm:prSet/>
      <dgm:spPr/>
      <dgm:t>
        <a:bodyPr/>
        <a:lstStyle/>
        <a:p>
          <a:endParaRPr lang="en-GB"/>
        </a:p>
      </dgm:t>
    </dgm:pt>
    <dgm:pt modelId="{62BCD6D2-9029-7A40-951F-8938FAAC910D}" type="sibTrans" cxnId="{C6FEAFB1-F5ED-9447-8896-3455AEC1DEF6}">
      <dgm:prSet/>
      <dgm:spPr/>
      <dgm:t>
        <a:bodyPr/>
        <a:lstStyle/>
        <a:p>
          <a:endParaRPr lang="en-GB"/>
        </a:p>
      </dgm:t>
    </dgm:pt>
    <dgm:pt modelId="{E2BCA48B-7298-584A-9531-1D3F32922394}">
      <dgm:prSet phldrT="[Text]"/>
      <dgm:spPr/>
      <dgm:t>
        <a:bodyPr/>
        <a:lstStyle/>
        <a:p>
          <a:r>
            <a:rPr lang="en-GB" dirty="0"/>
            <a:t>Machine Learning</a:t>
          </a:r>
        </a:p>
      </dgm:t>
    </dgm:pt>
    <dgm:pt modelId="{619A6F7A-E08C-9342-AA23-242D33E89CE5}" type="parTrans" cxnId="{4EDF2BB5-C04F-8A45-8970-77B269FE09C9}">
      <dgm:prSet/>
      <dgm:spPr/>
      <dgm:t>
        <a:bodyPr/>
        <a:lstStyle/>
        <a:p>
          <a:endParaRPr lang="en-GB"/>
        </a:p>
      </dgm:t>
    </dgm:pt>
    <dgm:pt modelId="{AD298A38-F0B0-0841-825B-BADE73D7BD50}" type="sibTrans" cxnId="{4EDF2BB5-C04F-8A45-8970-77B269FE09C9}">
      <dgm:prSet/>
      <dgm:spPr/>
      <dgm:t>
        <a:bodyPr/>
        <a:lstStyle/>
        <a:p>
          <a:endParaRPr lang="en-GB"/>
        </a:p>
      </dgm:t>
    </dgm:pt>
    <dgm:pt modelId="{461BB58D-3A5F-904E-B58B-9F9636FE908A}">
      <dgm:prSet phldrT="[Text]"/>
      <dgm:spPr/>
      <dgm:t>
        <a:bodyPr/>
        <a:lstStyle/>
        <a:p>
          <a:r>
            <a:rPr lang="en-GB" dirty="0"/>
            <a:t>Supervised Learning</a:t>
          </a:r>
        </a:p>
      </dgm:t>
    </dgm:pt>
    <dgm:pt modelId="{D47B9296-4E69-CA47-BD90-378ABA2E1064}" type="parTrans" cxnId="{CF046E73-BE0A-9546-A240-C95098315C34}">
      <dgm:prSet/>
      <dgm:spPr/>
      <dgm:t>
        <a:bodyPr/>
        <a:lstStyle/>
        <a:p>
          <a:endParaRPr lang="en-GB"/>
        </a:p>
      </dgm:t>
    </dgm:pt>
    <dgm:pt modelId="{1B752F5B-5E68-A444-9178-8CA4B0C28256}" type="sibTrans" cxnId="{CF046E73-BE0A-9546-A240-C95098315C34}">
      <dgm:prSet/>
      <dgm:spPr/>
      <dgm:t>
        <a:bodyPr/>
        <a:lstStyle/>
        <a:p>
          <a:endParaRPr lang="en-GB"/>
        </a:p>
      </dgm:t>
    </dgm:pt>
    <dgm:pt modelId="{21AEC93E-10EF-2248-BAA7-471FF3DAD594}">
      <dgm:prSet phldrT="[Text]"/>
      <dgm:spPr/>
      <dgm:t>
        <a:bodyPr/>
        <a:lstStyle/>
        <a:p>
          <a:r>
            <a:rPr lang="en-GB" dirty="0"/>
            <a:t>Unsupervised Learning</a:t>
          </a:r>
        </a:p>
      </dgm:t>
    </dgm:pt>
    <dgm:pt modelId="{AD3629F4-4BC7-4342-82E4-60CE6435F6E4}" type="parTrans" cxnId="{3EF737A1-7915-2A49-A8AB-1F169F25381A}">
      <dgm:prSet/>
      <dgm:spPr/>
      <dgm:t>
        <a:bodyPr/>
        <a:lstStyle/>
        <a:p>
          <a:endParaRPr lang="en-GB"/>
        </a:p>
      </dgm:t>
    </dgm:pt>
    <dgm:pt modelId="{27EF4B54-E489-BE4E-9E75-1AEEEE5DA8D1}" type="sibTrans" cxnId="{3EF737A1-7915-2A49-A8AB-1F169F25381A}">
      <dgm:prSet/>
      <dgm:spPr/>
      <dgm:t>
        <a:bodyPr/>
        <a:lstStyle/>
        <a:p>
          <a:endParaRPr lang="en-GB"/>
        </a:p>
      </dgm:t>
    </dgm:pt>
    <dgm:pt modelId="{BD37D257-B5BC-3249-9F0F-383BB3A3394B}">
      <dgm:prSet phldrT="[Text]"/>
      <dgm:spPr/>
      <dgm:t>
        <a:bodyPr/>
        <a:lstStyle/>
        <a:p>
          <a:r>
            <a:rPr lang="en-GB" dirty="0"/>
            <a:t>Natural language processing</a:t>
          </a:r>
        </a:p>
      </dgm:t>
    </dgm:pt>
    <dgm:pt modelId="{730FDD79-31E4-A540-AD2A-E05DCD8BCB9C}" type="parTrans" cxnId="{20004A9A-FD62-B94B-AE89-B3A245ACD969}">
      <dgm:prSet/>
      <dgm:spPr/>
      <dgm:t>
        <a:bodyPr/>
        <a:lstStyle/>
        <a:p>
          <a:endParaRPr lang="en-GB"/>
        </a:p>
      </dgm:t>
    </dgm:pt>
    <dgm:pt modelId="{D6171F18-F32A-FC44-BE66-0E687D223B57}" type="sibTrans" cxnId="{20004A9A-FD62-B94B-AE89-B3A245ACD969}">
      <dgm:prSet/>
      <dgm:spPr/>
      <dgm:t>
        <a:bodyPr/>
        <a:lstStyle/>
        <a:p>
          <a:endParaRPr lang="en-GB"/>
        </a:p>
      </dgm:t>
    </dgm:pt>
    <dgm:pt modelId="{78C81E9A-3702-8241-A0BA-DFDE37DE6628}">
      <dgm:prSet phldrT="[Text]"/>
      <dgm:spPr/>
      <dgm:t>
        <a:bodyPr/>
        <a:lstStyle/>
        <a:p>
          <a:r>
            <a:rPr lang="en-GB" dirty="0"/>
            <a:t>Text generation</a:t>
          </a:r>
        </a:p>
      </dgm:t>
    </dgm:pt>
    <dgm:pt modelId="{1401DAC5-CD8E-2840-9B7D-3E47377ADB4D}" type="parTrans" cxnId="{BA004B39-2DA0-4142-A61E-2CB5940668F5}">
      <dgm:prSet/>
      <dgm:spPr/>
      <dgm:t>
        <a:bodyPr/>
        <a:lstStyle/>
        <a:p>
          <a:endParaRPr lang="en-GB"/>
        </a:p>
      </dgm:t>
    </dgm:pt>
    <dgm:pt modelId="{A24E3FD6-189C-3149-9ECE-9EABFA0181AC}" type="sibTrans" cxnId="{BA004B39-2DA0-4142-A61E-2CB5940668F5}">
      <dgm:prSet/>
      <dgm:spPr/>
      <dgm:t>
        <a:bodyPr/>
        <a:lstStyle/>
        <a:p>
          <a:endParaRPr lang="en-GB"/>
        </a:p>
      </dgm:t>
    </dgm:pt>
    <dgm:pt modelId="{8EB92ECA-884C-D24E-9084-9733FF28652D}">
      <dgm:prSet/>
      <dgm:spPr/>
      <dgm:t>
        <a:bodyPr/>
        <a:lstStyle/>
        <a:p>
          <a:r>
            <a:rPr lang="en-GB" dirty="0"/>
            <a:t>Expert systems</a:t>
          </a:r>
        </a:p>
      </dgm:t>
    </dgm:pt>
    <dgm:pt modelId="{BAB1E7D9-0A95-654C-897D-1F922744F876}" type="parTrans" cxnId="{A5C8111C-8244-294D-B78E-BEEB67B5DE16}">
      <dgm:prSet/>
      <dgm:spPr/>
      <dgm:t>
        <a:bodyPr/>
        <a:lstStyle/>
        <a:p>
          <a:endParaRPr lang="en-GB"/>
        </a:p>
      </dgm:t>
    </dgm:pt>
    <dgm:pt modelId="{3141BFA7-B3EE-0045-A6EC-FEC63D0C6F9A}" type="sibTrans" cxnId="{A5C8111C-8244-294D-B78E-BEEB67B5DE16}">
      <dgm:prSet/>
      <dgm:spPr/>
      <dgm:t>
        <a:bodyPr/>
        <a:lstStyle/>
        <a:p>
          <a:endParaRPr lang="en-GB"/>
        </a:p>
      </dgm:t>
    </dgm:pt>
    <dgm:pt modelId="{4088C430-0F36-DE40-B160-07F24E10844A}">
      <dgm:prSet/>
      <dgm:spPr/>
      <dgm:t>
        <a:bodyPr/>
        <a:lstStyle/>
        <a:p>
          <a:r>
            <a:rPr lang="en-GB" dirty="0"/>
            <a:t>Speech</a:t>
          </a:r>
        </a:p>
      </dgm:t>
    </dgm:pt>
    <dgm:pt modelId="{60E9899B-C1ED-524D-BE63-AD2BAC0B7D17}" type="parTrans" cxnId="{840F84F3-F776-124D-95B2-CF58A6FE4645}">
      <dgm:prSet/>
      <dgm:spPr/>
      <dgm:t>
        <a:bodyPr/>
        <a:lstStyle/>
        <a:p>
          <a:endParaRPr lang="en-GB"/>
        </a:p>
      </dgm:t>
    </dgm:pt>
    <dgm:pt modelId="{F9855BB0-C043-444C-8B79-D1018BA5C964}" type="sibTrans" cxnId="{840F84F3-F776-124D-95B2-CF58A6FE4645}">
      <dgm:prSet/>
      <dgm:spPr/>
      <dgm:t>
        <a:bodyPr/>
        <a:lstStyle/>
        <a:p>
          <a:endParaRPr lang="en-GB"/>
        </a:p>
      </dgm:t>
    </dgm:pt>
    <dgm:pt modelId="{14CF01E7-094A-A54B-B261-F740E77D971A}">
      <dgm:prSet/>
      <dgm:spPr/>
      <dgm:t>
        <a:bodyPr/>
        <a:lstStyle/>
        <a:p>
          <a:r>
            <a:rPr lang="en-GB" dirty="0"/>
            <a:t>Vision</a:t>
          </a:r>
        </a:p>
      </dgm:t>
    </dgm:pt>
    <dgm:pt modelId="{434F1760-A9B3-804B-95AC-647E014725E0}" type="parTrans" cxnId="{9518D5A5-2F95-F042-B13C-663FA48AB9ED}">
      <dgm:prSet/>
      <dgm:spPr/>
      <dgm:t>
        <a:bodyPr/>
        <a:lstStyle/>
        <a:p>
          <a:endParaRPr lang="en-GB"/>
        </a:p>
      </dgm:t>
    </dgm:pt>
    <dgm:pt modelId="{A0E144CC-6DD1-1E46-AE6D-C1165A2DC576}" type="sibTrans" cxnId="{9518D5A5-2F95-F042-B13C-663FA48AB9ED}">
      <dgm:prSet/>
      <dgm:spPr/>
      <dgm:t>
        <a:bodyPr/>
        <a:lstStyle/>
        <a:p>
          <a:endParaRPr lang="en-GB"/>
        </a:p>
      </dgm:t>
    </dgm:pt>
    <dgm:pt modelId="{B6C6DE76-6000-C849-9216-12A5A773A107}">
      <dgm:prSet/>
      <dgm:spPr/>
      <dgm:t>
        <a:bodyPr/>
        <a:lstStyle/>
        <a:p>
          <a:r>
            <a:rPr lang="en-GB" dirty="0"/>
            <a:t>Planning</a:t>
          </a:r>
        </a:p>
      </dgm:t>
    </dgm:pt>
    <dgm:pt modelId="{28E19FE8-09E0-DD44-8112-98F6736C9F51}" type="parTrans" cxnId="{810DB180-0E3A-A849-9E57-575780531463}">
      <dgm:prSet/>
      <dgm:spPr/>
      <dgm:t>
        <a:bodyPr/>
        <a:lstStyle/>
        <a:p>
          <a:endParaRPr lang="en-GB"/>
        </a:p>
      </dgm:t>
    </dgm:pt>
    <dgm:pt modelId="{56493527-5177-5E40-A9A0-FD87FE3EE6F3}" type="sibTrans" cxnId="{810DB180-0E3A-A849-9E57-575780531463}">
      <dgm:prSet/>
      <dgm:spPr/>
      <dgm:t>
        <a:bodyPr/>
        <a:lstStyle/>
        <a:p>
          <a:endParaRPr lang="en-GB"/>
        </a:p>
      </dgm:t>
    </dgm:pt>
    <dgm:pt modelId="{D57B837D-90E9-2E4F-8791-F7514BEF4F5D}">
      <dgm:prSet/>
      <dgm:spPr/>
      <dgm:t>
        <a:bodyPr/>
        <a:lstStyle/>
        <a:p>
          <a:r>
            <a:rPr lang="en-GB" dirty="0"/>
            <a:t>Robotics</a:t>
          </a:r>
        </a:p>
      </dgm:t>
    </dgm:pt>
    <dgm:pt modelId="{3A3B8177-BB1E-A244-B79E-32128EC84225}" type="parTrans" cxnId="{E65B5A13-48FB-A842-8BF2-43F00CE3C0AA}">
      <dgm:prSet/>
      <dgm:spPr/>
      <dgm:t>
        <a:bodyPr/>
        <a:lstStyle/>
        <a:p>
          <a:endParaRPr lang="en-GB"/>
        </a:p>
      </dgm:t>
    </dgm:pt>
    <dgm:pt modelId="{5ED649E7-4254-B64F-9826-1DED3AEEF2F2}" type="sibTrans" cxnId="{E65B5A13-48FB-A842-8BF2-43F00CE3C0AA}">
      <dgm:prSet/>
      <dgm:spPr/>
      <dgm:t>
        <a:bodyPr/>
        <a:lstStyle/>
        <a:p>
          <a:endParaRPr lang="en-GB"/>
        </a:p>
      </dgm:t>
    </dgm:pt>
    <dgm:pt modelId="{192A8146-1FC1-FE46-A91F-43E3E23AD810}">
      <dgm:prSet/>
      <dgm:spPr/>
      <dgm:t>
        <a:bodyPr/>
        <a:lstStyle/>
        <a:p>
          <a:r>
            <a:rPr lang="en-GB" dirty="0"/>
            <a:t>Deep Learning</a:t>
          </a:r>
        </a:p>
      </dgm:t>
    </dgm:pt>
    <dgm:pt modelId="{DD44526C-5862-9E4D-B986-A2671D5A3284}" type="parTrans" cxnId="{A3A00FFC-0342-1444-9340-343135A39938}">
      <dgm:prSet/>
      <dgm:spPr/>
      <dgm:t>
        <a:bodyPr/>
        <a:lstStyle/>
        <a:p>
          <a:endParaRPr lang="en-GB"/>
        </a:p>
      </dgm:t>
    </dgm:pt>
    <dgm:pt modelId="{6DB42638-1877-434B-BDED-872F34577971}" type="sibTrans" cxnId="{A3A00FFC-0342-1444-9340-343135A39938}">
      <dgm:prSet/>
      <dgm:spPr/>
      <dgm:t>
        <a:bodyPr/>
        <a:lstStyle/>
        <a:p>
          <a:endParaRPr lang="en-GB"/>
        </a:p>
      </dgm:t>
    </dgm:pt>
    <dgm:pt modelId="{70947D1F-C333-5943-BC79-B9E0B4DD9BD0}">
      <dgm:prSet/>
      <dgm:spPr/>
      <dgm:t>
        <a:bodyPr/>
        <a:lstStyle/>
        <a:p>
          <a:r>
            <a:rPr lang="en-GB" dirty="0"/>
            <a:t>Question answering</a:t>
          </a:r>
        </a:p>
      </dgm:t>
    </dgm:pt>
    <dgm:pt modelId="{EA34BEBD-B95C-2346-B6F1-A7699EF0C0C8}" type="parTrans" cxnId="{E057EBF6-C47D-1D41-A6D2-0EE78951B920}">
      <dgm:prSet/>
      <dgm:spPr/>
      <dgm:t>
        <a:bodyPr/>
        <a:lstStyle/>
        <a:p>
          <a:endParaRPr lang="en-GB"/>
        </a:p>
      </dgm:t>
    </dgm:pt>
    <dgm:pt modelId="{97839E46-BE5E-F849-8692-AA05ABEC23AB}" type="sibTrans" cxnId="{E057EBF6-C47D-1D41-A6D2-0EE78951B920}">
      <dgm:prSet/>
      <dgm:spPr/>
      <dgm:t>
        <a:bodyPr/>
        <a:lstStyle/>
        <a:p>
          <a:endParaRPr lang="en-GB"/>
        </a:p>
      </dgm:t>
    </dgm:pt>
    <dgm:pt modelId="{77171351-7247-6549-AEDC-4A10CA6CAFC8}">
      <dgm:prSet/>
      <dgm:spPr/>
      <dgm:t>
        <a:bodyPr/>
        <a:lstStyle/>
        <a:p>
          <a:r>
            <a:rPr lang="en-GB" dirty="0"/>
            <a:t>Context extraction</a:t>
          </a:r>
        </a:p>
      </dgm:t>
    </dgm:pt>
    <dgm:pt modelId="{FAB53536-FE09-2E43-B4E0-9E82CAE88794}" type="parTrans" cxnId="{58206D60-0626-9E45-A50D-B04BF998F79A}">
      <dgm:prSet/>
      <dgm:spPr/>
      <dgm:t>
        <a:bodyPr/>
        <a:lstStyle/>
        <a:p>
          <a:endParaRPr lang="en-GB"/>
        </a:p>
      </dgm:t>
    </dgm:pt>
    <dgm:pt modelId="{C25EF818-9E67-9347-BBA5-E7D37BF51E39}" type="sibTrans" cxnId="{58206D60-0626-9E45-A50D-B04BF998F79A}">
      <dgm:prSet/>
      <dgm:spPr/>
      <dgm:t>
        <a:bodyPr/>
        <a:lstStyle/>
        <a:p>
          <a:endParaRPr lang="en-GB"/>
        </a:p>
      </dgm:t>
    </dgm:pt>
    <dgm:pt modelId="{AE471B4D-090D-4D4C-9F45-BC7291EEAFF3}">
      <dgm:prSet/>
      <dgm:spPr/>
      <dgm:t>
        <a:bodyPr/>
        <a:lstStyle/>
        <a:p>
          <a:r>
            <a:rPr lang="en-GB" dirty="0"/>
            <a:t>[…]</a:t>
          </a:r>
        </a:p>
      </dgm:t>
    </dgm:pt>
    <dgm:pt modelId="{EAEF3FD0-3F7A-1846-913F-35A1F560313A}" type="parTrans" cxnId="{BF5F9C88-778B-8A49-A8D1-FEA3C599EB03}">
      <dgm:prSet/>
      <dgm:spPr/>
      <dgm:t>
        <a:bodyPr/>
        <a:lstStyle/>
        <a:p>
          <a:endParaRPr lang="en-GB"/>
        </a:p>
      </dgm:t>
    </dgm:pt>
    <dgm:pt modelId="{432D43CE-FE38-704F-B147-A8CB333FFBE6}" type="sibTrans" cxnId="{BF5F9C88-778B-8A49-A8D1-FEA3C599EB03}">
      <dgm:prSet/>
      <dgm:spPr/>
      <dgm:t>
        <a:bodyPr/>
        <a:lstStyle/>
        <a:p>
          <a:endParaRPr lang="en-GB"/>
        </a:p>
      </dgm:t>
    </dgm:pt>
    <dgm:pt modelId="{4298479D-5006-3C43-9BB1-D971D99EACFC}">
      <dgm:prSet/>
      <dgm:spPr/>
      <dgm:t>
        <a:bodyPr/>
        <a:lstStyle/>
        <a:p>
          <a:r>
            <a:rPr lang="en-GB" dirty="0"/>
            <a:t>To txt / from txt</a:t>
          </a:r>
        </a:p>
      </dgm:t>
    </dgm:pt>
    <dgm:pt modelId="{9F9D171F-6E98-3941-8AD7-4E28FE80D23C}" type="parTrans" cxnId="{AF6F8A59-32D5-B44A-9C2A-6D1C07F5A14C}">
      <dgm:prSet/>
      <dgm:spPr/>
      <dgm:t>
        <a:bodyPr/>
        <a:lstStyle/>
        <a:p>
          <a:endParaRPr lang="en-GB"/>
        </a:p>
      </dgm:t>
    </dgm:pt>
    <dgm:pt modelId="{41409EF7-E97E-9048-9CAB-E78D2677EDF8}" type="sibTrans" cxnId="{AF6F8A59-32D5-B44A-9C2A-6D1C07F5A14C}">
      <dgm:prSet/>
      <dgm:spPr/>
      <dgm:t>
        <a:bodyPr/>
        <a:lstStyle/>
        <a:p>
          <a:endParaRPr lang="en-GB"/>
        </a:p>
      </dgm:t>
    </dgm:pt>
    <dgm:pt modelId="{08DE33C2-C9CE-514F-80F9-280C1524DC4D}">
      <dgm:prSet/>
      <dgm:spPr/>
      <dgm:t>
        <a:bodyPr/>
        <a:lstStyle/>
        <a:p>
          <a:r>
            <a:rPr lang="en-GB" dirty="0"/>
            <a:t>Navigation</a:t>
          </a:r>
        </a:p>
      </dgm:t>
    </dgm:pt>
    <dgm:pt modelId="{B8293E36-B90C-1841-893B-5E8361CB0D5E}" type="parTrans" cxnId="{7783823C-4DA7-324E-AF08-EE46F7D1F15C}">
      <dgm:prSet/>
      <dgm:spPr/>
      <dgm:t>
        <a:bodyPr/>
        <a:lstStyle/>
        <a:p>
          <a:endParaRPr lang="en-GB"/>
        </a:p>
      </dgm:t>
    </dgm:pt>
    <dgm:pt modelId="{EA472F82-785D-394C-B6F6-096DAF4C8EF4}" type="sibTrans" cxnId="{7783823C-4DA7-324E-AF08-EE46F7D1F15C}">
      <dgm:prSet/>
      <dgm:spPr/>
      <dgm:t>
        <a:bodyPr/>
        <a:lstStyle/>
        <a:p>
          <a:endParaRPr lang="en-GB"/>
        </a:p>
      </dgm:t>
    </dgm:pt>
    <dgm:pt modelId="{9239316E-39D7-5F4F-B7A7-27C94AF3CE3B}" type="pres">
      <dgm:prSet presAssocID="{2C979537-76D4-FB4F-81CB-786698CEA861}" presName="diagram" presStyleCnt="0">
        <dgm:presLayoutVars>
          <dgm:chPref val="1"/>
          <dgm:dir/>
          <dgm:animOne val="branch"/>
          <dgm:animLvl val="lvl"/>
          <dgm:resizeHandles val="exact"/>
        </dgm:presLayoutVars>
      </dgm:prSet>
      <dgm:spPr/>
      <dgm:t>
        <a:bodyPr/>
        <a:lstStyle/>
        <a:p>
          <a:endParaRPr lang="en-US"/>
        </a:p>
      </dgm:t>
    </dgm:pt>
    <dgm:pt modelId="{9F992168-5D49-EB45-A258-162F4604AE0B}" type="pres">
      <dgm:prSet presAssocID="{2B67AFE8-C1E5-F34C-A06F-FEB3589F744C}" presName="root1" presStyleCnt="0"/>
      <dgm:spPr/>
    </dgm:pt>
    <dgm:pt modelId="{463345EC-00B8-CA4F-B2CD-4F4D15ADEBF3}" type="pres">
      <dgm:prSet presAssocID="{2B67AFE8-C1E5-F34C-A06F-FEB3589F744C}" presName="LevelOneTextNode" presStyleLbl="node0" presStyleIdx="0" presStyleCnt="1" custLinFactX="-100000" custLinFactY="-9670" custLinFactNeighborX="-198250" custLinFactNeighborY="-100000">
        <dgm:presLayoutVars>
          <dgm:chPref val="3"/>
        </dgm:presLayoutVars>
      </dgm:prSet>
      <dgm:spPr/>
      <dgm:t>
        <a:bodyPr/>
        <a:lstStyle/>
        <a:p>
          <a:endParaRPr lang="en-US"/>
        </a:p>
      </dgm:t>
    </dgm:pt>
    <dgm:pt modelId="{4186936C-EB87-9E40-B365-4DD7E65130C5}" type="pres">
      <dgm:prSet presAssocID="{2B67AFE8-C1E5-F34C-A06F-FEB3589F744C}" presName="level2hierChild" presStyleCnt="0"/>
      <dgm:spPr/>
    </dgm:pt>
    <dgm:pt modelId="{6072B7E5-6B28-5446-90CC-123113A00AFF}" type="pres">
      <dgm:prSet presAssocID="{619A6F7A-E08C-9342-AA23-242D33E89CE5}" presName="conn2-1" presStyleLbl="parChTrans1D2" presStyleIdx="0" presStyleCnt="7"/>
      <dgm:spPr/>
      <dgm:t>
        <a:bodyPr/>
        <a:lstStyle/>
        <a:p>
          <a:endParaRPr lang="en-US"/>
        </a:p>
      </dgm:t>
    </dgm:pt>
    <dgm:pt modelId="{3E058846-4355-274F-9681-23E7C556162B}" type="pres">
      <dgm:prSet presAssocID="{619A6F7A-E08C-9342-AA23-242D33E89CE5}" presName="connTx" presStyleLbl="parChTrans1D2" presStyleIdx="0" presStyleCnt="7"/>
      <dgm:spPr/>
      <dgm:t>
        <a:bodyPr/>
        <a:lstStyle/>
        <a:p>
          <a:endParaRPr lang="en-US"/>
        </a:p>
      </dgm:t>
    </dgm:pt>
    <dgm:pt modelId="{2C9014D1-8A83-D943-BAA4-733CA95D3A92}" type="pres">
      <dgm:prSet presAssocID="{E2BCA48B-7298-584A-9531-1D3F32922394}" presName="root2" presStyleCnt="0"/>
      <dgm:spPr/>
    </dgm:pt>
    <dgm:pt modelId="{3BE81C51-A42D-9145-A49F-1388ACCD2735}" type="pres">
      <dgm:prSet presAssocID="{E2BCA48B-7298-584A-9531-1D3F32922394}" presName="LevelTwoTextNode" presStyleLbl="node2" presStyleIdx="0" presStyleCnt="7" custLinFactX="-17749" custLinFactNeighborX="-100000" custLinFactNeighborY="56270">
        <dgm:presLayoutVars>
          <dgm:chPref val="3"/>
        </dgm:presLayoutVars>
      </dgm:prSet>
      <dgm:spPr/>
      <dgm:t>
        <a:bodyPr/>
        <a:lstStyle/>
        <a:p>
          <a:endParaRPr lang="en-US"/>
        </a:p>
      </dgm:t>
    </dgm:pt>
    <dgm:pt modelId="{AC39EC07-FB6F-4E44-AFFB-8BA70519BA45}" type="pres">
      <dgm:prSet presAssocID="{E2BCA48B-7298-584A-9531-1D3F32922394}" presName="level3hierChild" presStyleCnt="0"/>
      <dgm:spPr/>
    </dgm:pt>
    <dgm:pt modelId="{E9E49205-4C0D-8F45-B0E4-59C6B62E01BC}" type="pres">
      <dgm:prSet presAssocID="{D47B9296-4E69-CA47-BD90-378ABA2E1064}" presName="conn2-1" presStyleLbl="parChTrans1D3" presStyleIdx="0" presStyleCnt="9"/>
      <dgm:spPr/>
      <dgm:t>
        <a:bodyPr/>
        <a:lstStyle/>
        <a:p>
          <a:endParaRPr lang="en-US"/>
        </a:p>
      </dgm:t>
    </dgm:pt>
    <dgm:pt modelId="{750BB338-2F36-C445-B857-2773F9A5521E}" type="pres">
      <dgm:prSet presAssocID="{D47B9296-4E69-CA47-BD90-378ABA2E1064}" presName="connTx" presStyleLbl="parChTrans1D3" presStyleIdx="0" presStyleCnt="9"/>
      <dgm:spPr/>
      <dgm:t>
        <a:bodyPr/>
        <a:lstStyle/>
        <a:p>
          <a:endParaRPr lang="en-US"/>
        </a:p>
      </dgm:t>
    </dgm:pt>
    <dgm:pt modelId="{FB7B95EB-19DE-0F46-8AA2-8BF1754842C5}" type="pres">
      <dgm:prSet presAssocID="{461BB58D-3A5F-904E-B58B-9F9636FE908A}" presName="root2" presStyleCnt="0"/>
      <dgm:spPr/>
    </dgm:pt>
    <dgm:pt modelId="{7782E4F8-F217-2D44-A33D-17384735247D}" type="pres">
      <dgm:prSet presAssocID="{461BB58D-3A5F-904E-B58B-9F9636FE908A}" presName="LevelTwoTextNode" presStyleLbl="node3" presStyleIdx="0" presStyleCnt="9">
        <dgm:presLayoutVars>
          <dgm:chPref val="3"/>
        </dgm:presLayoutVars>
      </dgm:prSet>
      <dgm:spPr/>
      <dgm:t>
        <a:bodyPr/>
        <a:lstStyle/>
        <a:p>
          <a:endParaRPr lang="en-US"/>
        </a:p>
      </dgm:t>
    </dgm:pt>
    <dgm:pt modelId="{7C4FCCB4-CFC4-6441-A138-35351DCBEA60}" type="pres">
      <dgm:prSet presAssocID="{461BB58D-3A5F-904E-B58B-9F9636FE908A}" presName="level3hierChild" presStyleCnt="0"/>
      <dgm:spPr/>
    </dgm:pt>
    <dgm:pt modelId="{A41D21DC-889F-C148-8016-0E751FC5C5AE}" type="pres">
      <dgm:prSet presAssocID="{AD3629F4-4BC7-4342-82E4-60CE6435F6E4}" presName="conn2-1" presStyleLbl="parChTrans1D3" presStyleIdx="1" presStyleCnt="9"/>
      <dgm:spPr/>
      <dgm:t>
        <a:bodyPr/>
        <a:lstStyle/>
        <a:p>
          <a:endParaRPr lang="en-US"/>
        </a:p>
      </dgm:t>
    </dgm:pt>
    <dgm:pt modelId="{817A2E25-AB7F-5844-A7B0-90E467FAC74B}" type="pres">
      <dgm:prSet presAssocID="{AD3629F4-4BC7-4342-82E4-60CE6435F6E4}" presName="connTx" presStyleLbl="parChTrans1D3" presStyleIdx="1" presStyleCnt="9"/>
      <dgm:spPr/>
      <dgm:t>
        <a:bodyPr/>
        <a:lstStyle/>
        <a:p>
          <a:endParaRPr lang="en-US"/>
        </a:p>
      </dgm:t>
    </dgm:pt>
    <dgm:pt modelId="{420F64FA-C7FF-8B41-AF71-C1CE0958CBEA}" type="pres">
      <dgm:prSet presAssocID="{21AEC93E-10EF-2248-BAA7-471FF3DAD594}" presName="root2" presStyleCnt="0"/>
      <dgm:spPr/>
    </dgm:pt>
    <dgm:pt modelId="{1029C14D-9201-954F-8804-018501C885F5}" type="pres">
      <dgm:prSet presAssocID="{21AEC93E-10EF-2248-BAA7-471FF3DAD594}" presName="LevelTwoTextNode" presStyleLbl="node3" presStyleIdx="1" presStyleCnt="9">
        <dgm:presLayoutVars>
          <dgm:chPref val="3"/>
        </dgm:presLayoutVars>
      </dgm:prSet>
      <dgm:spPr/>
      <dgm:t>
        <a:bodyPr/>
        <a:lstStyle/>
        <a:p>
          <a:endParaRPr lang="en-US"/>
        </a:p>
      </dgm:t>
    </dgm:pt>
    <dgm:pt modelId="{2D6AE69E-8E17-334C-841A-7A461D322474}" type="pres">
      <dgm:prSet presAssocID="{21AEC93E-10EF-2248-BAA7-471FF3DAD594}" presName="level3hierChild" presStyleCnt="0"/>
      <dgm:spPr/>
    </dgm:pt>
    <dgm:pt modelId="{21853E6C-09A6-0846-B215-1EE3595BD038}" type="pres">
      <dgm:prSet presAssocID="{DD44526C-5862-9E4D-B986-A2671D5A3284}" presName="conn2-1" presStyleLbl="parChTrans1D3" presStyleIdx="2" presStyleCnt="9"/>
      <dgm:spPr/>
      <dgm:t>
        <a:bodyPr/>
        <a:lstStyle/>
        <a:p>
          <a:endParaRPr lang="en-US"/>
        </a:p>
      </dgm:t>
    </dgm:pt>
    <dgm:pt modelId="{3FB95271-4D67-E04E-BC3A-2E877B0950DF}" type="pres">
      <dgm:prSet presAssocID="{DD44526C-5862-9E4D-B986-A2671D5A3284}" presName="connTx" presStyleLbl="parChTrans1D3" presStyleIdx="2" presStyleCnt="9"/>
      <dgm:spPr/>
      <dgm:t>
        <a:bodyPr/>
        <a:lstStyle/>
        <a:p>
          <a:endParaRPr lang="en-US"/>
        </a:p>
      </dgm:t>
    </dgm:pt>
    <dgm:pt modelId="{53DCC9C2-B2AE-A847-A6E8-98E2D2F45129}" type="pres">
      <dgm:prSet presAssocID="{192A8146-1FC1-FE46-A91F-43E3E23AD810}" presName="root2" presStyleCnt="0"/>
      <dgm:spPr/>
    </dgm:pt>
    <dgm:pt modelId="{89AF4504-E3B0-E74B-A7E6-24C6B51BBC78}" type="pres">
      <dgm:prSet presAssocID="{192A8146-1FC1-FE46-A91F-43E3E23AD810}" presName="LevelTwoTextNode" presStyleLbl="node3" presStyleIdx="2" presStyleCnt="9">
        <dgm:presLayoutVars>
          <dgm:chPref val="3"/>
        </dgm:presLayoutVars>
      </dgm:prSet>
      <dgm:spPr/>
      <dgm:t>
        <a:bodyPr/>
        <a:lstStyle/>
        <a:p>
          <a:endParaRPr lang="en-US"/>
        </a:p>
      </dgm:t>
    </dgm:pt>
    <dgm:pt modelId="{D76D707C-DF18-AB46-B752-BDF3643A5551}" type="pres">
      <dgm:prSet presAssocID="{192A8146-1FC1-FE46-A91F-43E3E23AD810}" presName="level3hierChild" presStyleCnt="0"/>
      <dgm:spPr/>
    </dgm:pt>
    <dgm:pt modelId="{D1FCD139-6D6F-784F-9C47-4FA36D718A13}" type="pres">
      <dgm:prSet presAssocID="{730FDD79-31E4-A540-AD2A-E05DCD8BCB9C}" presName="conn2-1" presStyleLbl="parChTrans1D2" presStyleIdx="1" presStyleCnt="7"/>
      <dgm:spPr/>
      <dgm:t>
        <a:bodyPr/>
        <a:lstStyle/>
        <a:p>
          <a:endParaRPr lang="en-US"/>
        </a:p>
      </dgm:t>
    </dgm:pt>
    <dgm:pt modelId="{06CC7D5B-CB93-244F-99BD-75F34630EA23}" type="pres">
      <dgm:prSet presAssocID="{730FDD79-31E4-A540-AD2A-E05DCD8BCB9C}" presName="connTx" presStyleLbl="parChTrans1D2" presStyleIdx="1" presStyleCnt="7"/>
      <dgm:spPr/>
      <dgm:t>
        <a:bodyPr/>
        <a:lstStyle/>
        <a:p>
          <a:endParaRPr lang="en-US"/>
        </a:p>
      </dgm:t>
    </dgm:pt>
    <dgm:pt modelId="{8E2C3DF9-D64B-9244-891C-A9A642B3FCF1}" type="pres">
      <dgm:prSet presAssocID="{BD37D257-B5BC-3249-9F0F-383BB3A3394B}" presName="root2" presStyleCnt="0"/>
      <dgm:spPr/>
    </dgm:pt>
    <dgm:pt modelId="{7C084C13-1EC0-FC43-9CB6-1840F237B0BA}" type="pres">
      <dgm:prSet presAssocID="{BD37D257-B5BC-3249-9F0F-383BB3A3394B}" presName="LevelTwoTextNode" presStyleLbl="node2" presStyleIdx="1" presStyleCnt="7" custLinFactNeighborX="67494" custLinFactNeighborY="-65798">
        <dgm:presLayoutVars>
          <dgm:chPref val="3"/>
        </dgm:presLayoutVars>
      </dgm:prSet>
      <dgm:spPr/>
      <dgm:t>
        <a:bodyPr/>
        <a:lstStyle/>
        <a:p>
          <a:endParaRPr lang="en-US"/>
        </a:p>
      </dgm:t>
    </dgm:pt>
    <dgm:pt modelId="{063D845C-7581-8C42-AFDE-55E5075C3531}" type="pres">
      <dgm:prSet presAssocID="{BD37D257-B5BC-3249-9F0F-383BB3A3394B}" presName="level3hierChild" presStyleCnt="0"/>
      <dgm:spPr/>
    </dgm:pt>
    <dgm:pt modelId="{CB5FA648-4E11-E14A-834D-A876777D95F5}" type="pres">
      <dgm:prSet presAssocID="{1401DAC5-CD8E-2840-9B7D-3E47377ADB4D}" presName="conn2-1" presStyleLbl="parChTrans1D3" presStyleIdx="3" presStyleCnt="9"/>
      <dgm:spPr/>
      <dgm:t>
        <a:bodyPr/>
        <a:lstStyle/>
        <a:p>
          <a:endParaRPr lang="en-US"/>
        </a:p>
      </dgm:t>
    </dgm:pt>
    <dgm:pt modelId="{C8CA856E-3A6D-844D-93D7-DE22D9FA71D6}" type="pres">
      <dgm:prSet presAssocID="{1401DAC5-CD8E-2840-9B7D-3E47377ADB4D}" presName="connTx" presStyleLbl="parChTrans1D3" presStyleIdx="3" presStyleCnt="9"/>
      <dgm:spPr/>
      <dgm:t>
        <a:bodyPr/>
        <a:lstStyle/>
        <a:p>
          <a:endParaRPr lang="en-US"/>
        </a:p>
      </dgm:t>
    </dgm:pt>
    <dgm:pt modelId="{97CE5C1D-A8CD-4F44-9069-D6C12694EC74}" type="pres">
      <dgm:prSet presAssocID="{78C81E9A-3702-8241-A0BA-DFDE37DE6628}" presName="root2" presStyleCnt="0"/>
      <dgm:spPr/>
    </dgm:pt>
    <dgm:pt modelId="{4CF15B44-1435-164F-9836-94E02EC8AE60}" type="pres">
      <dgm:prSet presAssocID="{78C81E9A-3702-8241-A0BA-DFDE37DE6628}" presName="LevelTwoTextNode" presStyleLbl="node3" presStyleIdx="3" presStyleCnt="9" custLinFactX="100000" custLinFactNeighborX="101508" custLinFactNeighborY="-11682">
        <dgm:presLayoutVars>
          <dgm:chPref val="3"/>
        </dgm:presLayoutVars>
      </dgm:prSet>
      <dgm:spPr/>
      <dgm:t>
        <a:bodyPr/>
        <a:lstStyle/>
        <a:p>
          <a:endParaRPr lang="en-US"/>
        </a:p>
      </dgm:t>
    </dgm:pt>
    <dgm:pt modelId="{9DD2C4EB-DC2D-8D44-B7D8-58A2A1334ABE}" type="pres">
      <dgm:prSet presAssocID="{78C81E9A-3702-8241-A0BA-DFDE37DE6628}" presName="level3hierChild" presStyleCnt="0"/>
      <dgm:spPr/>
    </dgm:pt>
    <dgm:pt modelId="{C5FFDC63-3DDF-4444-81BF-22EBDAE1DE24}" type="pres">
      <dgm:prSet presAssocID="{EAEF3FD0-3F7A-1846-913F-35A1F560313A}" presName="conn2-1" presStyleLbl="parChTrans1D3" presStyleIdx="4" presStyleCnt="9"/>
      <dgm:spPr/>
      <dgm:t>
        <a:bodyPr/>
        <a:lstStyle/>
        <a:p>
          <a:endParaRPr lang="en-US"/>
        </a:p>
      </dgm:t>
    </dgm:pt>
    <dgm:pt modelId="{AE682E2C-1432-8446-A6D4-5936B92DFB2F}" type="pres">
      <dgm:prSet presAssocID="{EAEF3FD0-3F7A-1846-913F-35A1F560313A}" presName="connTx" presStyleLbl="parChTrans1D3" presStyleIdx="4" presStyleCnt="9"/>
      <dgm:spPr/>
      <dgm:t>
        <a:bodyPr/>
        <a:lstStyle/>
        <a:p>
          <a:endParaRPr lang="en-US"/>
        </a:p>
      </dgm:t>
    </dgm:pt>
    <dgm:pt modelId="{F8440920-C8D6-A444-A8CB-EC7882955C94}" type="pres">
      <dgm:prSet presAssocID="{AE471B4D-090D-4D4C-9F45-BC7291EEAFF3}" presName="root2" presStyleCnt="0"/>
      <dgm:spPr/>
    </dgm:pt>
    <dgm:pt modelId="{45933253-3760-0E47-A2F1-5B06D2D95AFB}" type="pres">
      <dgm:prSet presAssocID="{AE471B4D-090D-4D4C-9F45-BC7291EEAFF3}" presName="LevelTwoTextNode" presStyleLbl="node3" presStyleIdx="4" presStyleCnt="9" custLinFactX="100000" custLinFactNeighborX="103031" custLinFactNeighborY="-14275">
        <dgm:presLayoutVars>
          <dgm:chPref val="3"/>
        </dgm:presLayoutVars>
      </dgm:prSet>
      <dgm:spPr/>
      <dgm:t>
        <a:bodyPr/>
        <a:lstStyle/>
        <a:p>
          <a:endParaRPr lang="en-US"/>
        </a:p>
      </dgm:t>
    </dgm:pt>
    <dgm:pt modelId="{429C5A04-817E-2340-ADEF-DD57CEF2FD6D}" type="pres">
      <dgm:prSet presAssocID="{AE471B4D-090D-4D4C-9F45-BC7291EEAFF3}" presName="level3hierChild" presStyleCnt="0"/>
      <dgm:spPr/>
    </dgm:pt>
    <dgm:pt modelId="{5C34E443-D457-5741-A467-DF65DC05246E}" type="pres">
      <dgm:prSet presAssocID="{EA34BEBD-B95C-2346-B6F1-A7699EF0C0C8}" presName="conn2-1" presStyleLbl="parChTrans1D3" presStyleIdx="5" presStyleCnt="9"/>
      <dgm:spPr/>
      <dgm:t>
        <a:bodyPr/>
        <a:lstStyle/>
        <a:p>
          <a:endParaRPr lang="en-US"/>
        </a:p>
      </dgm:t>
    </dgm:pt>
    <dgm:pt modelId="{CAE14276-1B66-DD44-B9F8-5A903236F4EB}" type="pres">
      <dgm:prSet presAssocID="{EA34BEBD-B95C-2346-B6F1-A7699EF0C0C8}" presName="connTx" presStyleLbl="parChTrans1D3" presStyleIdx="5" presStyleCnt="9"/>
      <dgm:spPr/>
      <dgm:t>
        <a:bodyPr/>
        <a:lstStyle/>
        <a:p>
          <a:endParaRPr lang="en-US"/>
        </a:p>
      </dgm:t>
    </dgm:pt>
    <dgm:pt modelId="{ADA80071-DF10-564B-B88B-BC76469524CD}" type="pres">
      <dgm:prSet presAssocID="{70947D1F-C333-5943-BC79-B9E0B4DD9BD0}" presName="root2" presStyleCnt="0"/>
      <dgm:spPr/>
    </dgm:pt>
    <dgm:pt modelId="{6304C632-0F9C-2D4F-B9B3-A3D89F2433FF}" type="pres">
      <dgm:prSet presAssocID="{70947D1F-C333-5943-BC79-B9E0B4DD9BD0}" presName="LevelTwoTextNode" presStyleLbl="node3" presStyleIdx="5" presStyleCnt="9" custLinFactX="100000" custLinFactNeighborX="103031" custLinFactNeighborY="-14275">
        <dgm:presLayoutVars>
          <dgm:chPref val="3"/>
        </dgm:presLayoutVars>
      </dgm:prSet>
      <dgm:spPr/>
      <dgm:t>
        <a:bodyPr/>
        <a:lstStyle/>
        <a:p>
          <a:endParaRPr lang="en-US"/>
        </a:p>
      </dgm:t>
    </dgm:pt>
    <dgm:pt modelId="{0CBD0A0B-F3E4-8D4E-B946-9DC95B2F8F78}" type="pres">
      <dgm:prSet presAssocID="{70947D1F-C333-5943-BC79-B9E0B4DD9BD0}" presName="level3hierChild" presStyleCnt="0"/>
      <dgm:spPr/>
    </dgm:pt>
    <dgm:pt modelId="{158E23EA-CE60-E14C-BF52-1DF6BBD9E796}" type="pres">
      <dgm:prSet presAssocID="{FAB53536-FE09-2E43-B4E0-9E82CAE88794}" presName="conn2-1" presStyleLbl="parChTrans1D3" presStyleIdx="6" presStyleCnt="9"/>
      <dgm:spPr/>
      <dgm:t>
        <a:bodyPr/>
        <a:lstStyle/>
        <a:p>
          <a:endParaRPr lang="en-US"/>
        </a:p>
      </dgm:t>
    </dgm:pt>
    <dgm:pt modelId="{BA8AD03B-3D5D-DD49-AE6A-DE8D24E7296E}" type="pres">
      <dgm:prSet presAssocID="{FAB53536-FE09-2E43-B4E0-9E82CAE88794}" presName="connTx" presStyleLbl="parChTrans1D3" presStyleIdx="6" presStyleCnt="9"/>
      <dgm:spPr/>
      <dgm:t>
        <a:bodyPr/>
        <a:lstStyle/>
        <a:p>
          <a:endParaRPr lang="en-US"/>
        </a:p>
      </dgm:t>
    </dgm:pt>
    <dgm:pt modelId="{1723F4E3-56FC-264E-A3DF-D52508AE2C87}" type="pres">
      <dgm:prSet presAssocID="{77171351-7247-6549-AEDC-4A10CA6CAFC8}" presName="root2" presStyleCnt="0"/>
      <dgm:spPr/>
    </dgm:pt>
    <dgm:pt modelId="{44D297E0-4B94-6C4F-8EF0-D58159D819E3}" type="pres">
      <dgm:prSet presAssocID="{77171351-7247-6549-AEDC-4A10CA6CAFC8}" presName="LevelTwoTextNode" presStyleLbl="node3" presStyleIdx="6" presStyleCnt="9" custLinFactX="100000" custLinFactNeighborX="103031" custLinFactNeighborY="-14275">
        <dgm:presLayoutVars>
          <dgm:chPref val="3"/>
        </dgm:presLayoutVars>
      </dgm:prSet>
      <dgm:spPr/>
      <dgm:t>
        <a:bodyPr/>
        <a:lstStyle/>
        <a:p>
          <a:endParaRPr lang="en-US"/>
        </a:p>
      </dgm:t>
    </dgm:pt>
    <dgm:pt modelId="{1477A3FE-80F9-FD41-8324-A5CDC8655697}" type="pres">
      <dgm:prSet presAssocID="{77171351-7247-6549-AEDC-4A10CA6CAFC8}" presName="level3hierChild" presStyleCnt="0"/>
      <dgm:spPr/>
    </dgm:pt>
    <dgm:pt modelId="{6959F4E7-EFF8-0E48-8475-23E726E068E5}" type="pres">
      <dgm:prSet presAssocID="{BAB1E7D9-0A95-654C-897D-1F922744F876}" presName="conn2-1" presStyleLbl="parChTrans1D2" presStyleIdx="2" presStyleCnt="7"/>
      <dgm:spPr/>
      <dgm:t>
        <a:bodyPr/>
        <a:lstStyle/>
        <a:p>
          <a:endParaRPr lang="en-US"/>
        </a:p>
      </dgm:t>
    </dgm:pt>
    <dgm:pt modelId="{7851E23B-1CDB-7943-AA90-0842FFC1BAF7}" type="pres">
      <dgm:prSet presAssocID="{BAB1E7D9-0A95-654C-897D-1F922744F876}" presName="connTx" presStyleLbl="parChTrans1D2" presStyleIdx="2" presStyleCnt="7"/>
      <dgm:spPr/>
      <dgm:t>
        <a:bodyPr/>
        <a:lstStyle/>
        <a:p>
          <a:endParaRPr lang="en-US"/>
        </a:p>
      </dgm:t>
    </dgm:pt>
    <dgm:pt modelId="{6EFC072E-B9C3-F24F-A62C-3CA3ED88C3EC}" type="pres">
      <dgm:prSet presAssocID="{8EB92ECA-884C-D24E-9084-9733FF28652D}" presName="root2" presStyleCnt="0"/>
      <dgm:spPr/>
    </dgm:pt>
    <dgm:pt modelId="{648A2B67-A238-BE48-B8CB-6A4D32D3E6C9}" type="pres">
      <dgm:prSet presAssocID="{8EB92ECA-884C-D24E-9084-9733FF28652D}" presName="LevelTwoTextNode" presStyleLbl="node2" presStyleIdx="2" presStyleCnt="7" custLinFactX="-12619" custLinFactNeighborX="-100000" custLinFactNeighborY="-34896">
        <dgm:presLayoutVars>
          <dgm:chPref val="3"/>
        </dgm:presLayoutVars>
      </dgm:prSet>
      <dgm:spPr/>
      <dgm:t>
        <a:bodyPr/>
        <a:lstStyle/>
        <a:p>
          <a:endParaRPr lang="en-US"/>
        </a:p>
      </dgm:t>
    </dgm:pt>
    <dgm:pt modelId="{2329DC19-7E35-A440-A0B7-457500E725EF}" type="pres">
      <dgm:prSet presAssocID="{8EB92ECA-884C-D24E-9084-9733FF28652D}" presName="level3hierChild" presStyleCnt="0"/>
      <dgm:spPr/>
    </dgm:pt>
    <dgm:pt modelId="{03905061-E7D7-6047-96A4-168261485A02}" type="pres">
      <dgm:prSet presAssocID="{60E9899B-C1ED-524D-BE63-AD2BAC0B7D17}" presName="conn2-1" presStyleLbl="parChTrans1D2" presStyleIdx="3" presStyleCnt="7"/>
      <dgm:spPr/>
      <dgm:t>
        <a:bodyPr/>
        <a:lstStyle/>
        <a:p>
          <a:endParaRPr lang="en-US"/>
        </a:p>
      </dgm:t>
    </dgm:pt>
    <dgm:pt modelId="{E8396F3A-C2AA-014A-92D6-49EEB40145AD}" type="pres">
      <dgm:prSet presAssocID="{60E9899B-C1ED-524D-BE63-AD2BAC0B7D17}" presName="connTx" presStyleLbl="parChTrans1D2" presStyleIdx="3" presStyleCnt="7"/>
      <dgm:spPr/>
      <dgm:t>
        <a:bodyPr/>
        <a:lstStyle/>
        <a:p>
          <a:endParaRPr lang="en-US"/>
        </a:p>
      </dgm:t>
    </dgm:pt>
    <dgm:pt modelId="{4484AA07-237C-1C42-BA11-27256F74BFFB}" type="pres">
      <dgm:prSet presAssocID="{4088C430-0F36-DE40-B160-07F24E10844A}" presName="root2" presStyleCnt="0"/>
      <dgm:spPr/>
    </dgm:pt>
    <dgm:pt modelId="{5CEEF364-42A6-F945-8CDA-C1B3E5DCC967}" type="pres">
      <dgm:prSet presAssocID="{4088C430-0F36-DE40-B160-07F24E10844A}" presName="LevelTwoTextNode" presStyleLbl="node2" presStyleIdx="3" presStyleCnt="7">
        <dgm:presLayoutVars>
          <dgm:chPref val="3"/>
        </dgm:presLayoutVars>
      </dgm:prSet>
      <dgm:spPr/>
      <dgm:t>
        <a:bodyPr/>
        <a:lstStyle/>
        <a:p>
          <a:endParaRPr lang="en-US"/>
        </a:p>
      </dgm:t>
    </dgm:pt>
    <dgm:pt modelId="{D67BFA00-2963-C84B-8848-261413A77ADE}" type="pres">
      <dgm:prSet presAssocID="{4088C430-0F36-DE40-B160-07F24E10844A}" presName="level3hierChild" presStyleCnt="0"/>
      <dgm:spPr/>
    </dgm:pt>
    <dgm:pt modelId="{A740A239-9D4A-5F40-AC0C-349E62287346}" type="pres">
      <dgm:prSet presAssocID="{9F9D171F-6E98-3941-8AD7-4E28FE80D23C}" presName="conn2-1" presStyleLbl="parChTrans1D3" presStyleIdx="7" presStyleCnt="9"/>
      <dgm:spPr/>
      <dgm:t>
        <a:bodyPr/>
        <a:lstStyle/>
        <a:p>
          <a:endParaRPr lang="en-US"/>
        </a:p>
      </dgm:t>
    </dgm:pt>
    <dgm:pt modelId="{EAF9530B-7C49-A34A-A5C0-0C38FCE862FF}" type="pres">
      <dgm:prSet presAssocID="{9F9D171F-6E98-3941-8AD7-4E28FE80D23C}" presName="connTx" presStyleLbl="parChTrans1D3" presStyleIdx="7" presStyleCnt="9"/>
      <dgm:spPr/>
      <dgm:t>
        <a:bodyPr/>
        <a:lstStyle/>
        <a:p>
          <a:endParaRPr lang="en-US"/>
        </a:p>
      </dgm:t>
    </dgm:pt>
    <dgm:pt modelId="{52EC038E-5788-6248-95C4-B66084A22010}" type="pres">
      <dgm:prSet presAssocID="{4298479D-5006-3C43-9BB1-D971D99EACFC}" presName="root2" presStyleCnt="0"/>
      <dgm:spPr/>
    </dgm:pt>
    <dgm:pt modelId="{4761240C-11C7-B44F-A5E8-7E233FAB18ED}" type="pres">
      <dgm:prSet presAssocID="{4298479D-5006-3C43-9BB1-D971D99EACFC}" presName="LevelTwoTextNode" presStyleLbl="node3" presStyleIdx="7" presStyleCnt="9" custLinFactNeighborX="30138" custLinFactNeighborY="-3172">
        <dgm:presLayoutVars>
          <dgm:chPref val="3"/>
        </dgm:presLayoutVars>
      </dgm:prSet>
      <dgm:spPr/>
      <dgm:t>
        <a:bodyPr/>
        <a:lstStyle/>
        <a:p>
          <a:endParaRPr lang="en-US"/>
        </a:p>
      </dgm:t>
    </dgm:pt>
    <dgm:pt modelId="{220F4AE2-3D98-4B46-9040-DC14120C5919}" type="pres">
      <dgm:prSet presAssocID="{4298479D-5006-3C43-9BB1-D971D99EACFC}" presName="level3hierChild" presStyleCnt="0"/>
      <dgm:spPr/>
    </dgm:pt>
    <dgm:pt modelId="{95A1EAA3-A1CB-6D48-A330-30EF6D631CD3}" type="pres">
      <dgm:prSet presAssocID="{434F1760-A9B3-804B-95AC-647E014725E0}" presName="conn2-1" presStyleLbl="parChTrans1D2" presStyleIdx="4" presStyleCnt="7"/>
      <dgm:spPr/>
      <dgm:t>
        <a:bodyPr/>
        <a:lstStyle/>
        <a:p>
          <a:endParaRPr lang="en-US"/>
        </a:p>
      </dgm:t>
    </dgm:pt>
    <dgm:pt modelId="{A67032D2-83F5-E740-93CA-8792BB0D05F0}" type="pres">
      <dgm:prSet presAssocID="{434F1760-A9B3-804B-95AC-647E014725E0}" presName="connTx" presStyleLbl="parChTrans1D2" presStyleIdx="4" presStyleCnt="7"/>
      <dgm:spPr/>
      <dgm:t>
        <a:bodyPr/>
        <a:lstStyle/>
        <a:p>
          <a:endParaRPr lang="en-US"/>
        </a:p>
      </dgm:t>
    </dgm:pt>
    <dgm:pt modelId="{2C882B30-F8FE-6044-A075-FF1B6FC6B253}" type="pres">
      <dgm:prSet presAssocID="{14CF01E7-094A-A54B-B261-F740E77D971A}" presName="root2" presStyleCnt="0"/>
      <dgm:spPr/>
    </dgm:pt>
    <dgm:pt modelId="{05FF1A96-B645-E142-9192-1AC270D47D3D}" type="pres">
      <dgm:prSet presAssocID="{14CF01E7-094A-A54B-B261-F740E77D971A}" presName="LevelTwoTextNode" presStyleLbl="node2" presStyleIdx="4" presStyleCnt="7">
        <dgm:presLayoutVars>
          <dgm:chPref val="3"/>
        </dgm:presLayoutVars>
      </dgm:prSet>
      <dgm:spPr/>
      <dgm:t>
        <a:bodyPr/>
        <a:lstStyle/>
        <a:p>
          <a:endParaRPr lang="en-US"/>
        </a:p>
      </dgm:t>
    </dgm:pt>
    <dgm:pt modelId="{AAC8773E-C6E4-8B4A-AAE6-26561E9E099B}" type="pres">
      <dgm:prSet presAssocID="{14CF01E7-094A-A54B-B261-F740E77D971A}" presName="level3hierChild" presStyleCnt="0"/>
      <dgm:spPr/>
    </dgm:pt>
    <dgm:pt modelId="{C140A6ED-64B6-B949-A140-6530B16EB80E}" type="pres">
      <dgm:prSet presAssocID="{B8293E36-B90C-1841-893B-5E8361CB0D5E}" presName="conn2-1" presStyleLbl="parChTrans1D3" presStyleIdx="8" presStyleCnt="9"/>
      <dgm:spPr/>
      <dgm:t>
        <a:bodyPr/>
        <a:lstStyle/>
        <a:p>
          <a:endParaRPr lang="en-US"/>
        </a:p>
      </dgm:t>
    </dgm:pt>
    <dgm:pt modelId="{3353FFCE-1C2C-0D42-9E0D-336D5E21AEF8}" type="pres">
      <dgm:prSet presAssocID="{B8293E36-B90C-1841-893B-5E8361CB0D5E}" presName="connTx" presStyleLbl="parChTrans1D3" presStyleIdx="8" presStyleCnt="9"/>
      <dgm:spPr/>
      <dgm:t>
        <a:bodyPr/>
        <a:lstStyle/>
        <a:p>
          <a:endParaRPr lang="en-US"/>
        </a:p>
      </dgm:t>
    </dgm:pt>
    <dgm:pt modelId="{17087B8F-8D62-4342-8AFC-D050426E3313}" type="pres">
      <dgm:prSet presAssocID="{08DE33C2-C9CE-514F-80F9-280C1524DC4D}" presName="root2" presStyleCnt="0"/>
      <dgm:spPr/>
    </dgm:pt>
    <dgm:pt modelId="{9AD05E47-6C2D-E34D-BD84-C897F6A74828}" type="pres">
      <dgm:prSet presAssocID="{08DE33C2-C9CE-514F-80F9-280C1524DC4D}" presName="LevelTwoTextNode" presStyleLbl="node3" presStyleIdx="8" presStyleCnt="9" custLinFactNeighborX="30137" custLinFactNeighborY="-3172">
        <dgm:presLayoutVars>
          <dgm:chPref val="3"/>
        </dgm:presLayoutVars>
      </dgm:prSet>
      <dgm:spPr/>
      <dgm:t>
        <a:bodyPr/>
        <a:lstStyle/>
        <a:p>
          <a:endParaRPr lang="en-US"/>
        </a:p>
      </dgm:t>
    </dgm:pt>
    <dgm:pt modelId="{75A0E84A-2D9B-004D-B5C8-B38EBE1F2104}" type="pres">
      <dgm:prSet presAssocID="{08DE33C2-C9CE-514F-80F9-280C1524DC4D}" presName="level3hierChild" presStyleCnt="0"/>
      <dgm:spPr/>
    </dgm:pt>
    <dgm:pt modelId="{E68C944F-E299-944F-B6C5-A0BA7EBF2414}" type="pres">
      <dgm:prSet presAssocID="{28E19FE8-09E0-DD44-8112-98F6736C9F51}" presName="conn2-1" presStyleLbl="parChTrans1D2" presStyleIdx="5" presStyleCnt="7"/>
      <dgm:spPr/>
      <dgm:t>
        <a:bodyPr/>
        <a:lstStyle/>
        <a:p>
          <a:endParaRPr lang="en-US"/>
        </a:p>
      </dgm:t>
    </dgm:pt>
    <dgm:pt modelId="{BD302312-DECF-ED4C-B4C1-8362298845FC}" type="pres">
      <dgm:prSet presAssocID="{28E19FE8-09E0-DD44-8112-98F6736C9F51}" presName="connTx" presStyleLbl="parChTrans1D2" presStyleIdx="5" presStyleCnt="7"/>
      <dgm:spPr/>
      <dgm:t>
        <a:bodyPr/>
        <a:lstStyle/>
        <a:p>
          <a:endParaRPr lang="en-US"/>
        </a:p>
      </dgm:t>
    </dgm:pt>
    <dgm:pt modelId="{C781BDDC-B1BA-1441-B5FF-86EF2A56C47F}" type="pres">
      <dgm:prSet presAssocID="{B6C6DE76-6000-C849-9216-12A5A773A107}" presName="root2" presStyleCnt="0"/>
      <dgm:spPr/>
    </dgm:pt>
    <dgm:pt modelId="{A8470588-FE0F-5D48-9C98-1249FABDFD23}" type="pres">
      <dgm:prSet presAssocID="{B6C6DE76-6000-C849-9216-12A5A773A107}" presName="LevelTwoTextNode" presStyleLbl="node2" presStyleIdx="5" presStyleCnt="7">
        <dgm:presLayoutVars>
          <dgm:chPref val="3"/>
        </dgm:presLayoutVars>
      </dgm:prSet>
      <dgm:spPr/>
      <dgm:t>
        <a:bodyPr/>
        <a:lstStyle/>
        <a:p>
          <a:endParaRPr lang="en-US"/>
        </a:p>
      </dgm:t>
    </dgm:pt>
    <dgm:pt modelId="{17E3E3DC-52D8-704D-A68C-89D2DB03A511}" type="pres">
      <dgm:prSet presAssocID="{B6C6DE76-6000-C849-9216-12A5A773A107}" presName="level3hierChild" presStyleCnt="0"/>
      <dgm:spPr/>
    </dgm:pt>
    <dgm:pt modelId="{76CBE1CE-740B-2B48-8DC6-3F19D5015878}" type="pres">
      <dgm:prSet presAssocID="{3A3B8177-BB1E-A244-B79E-32128EC84225}" presName="conn2-1" presStyleLbl="parChTrans1D2" presStyleIdx="6" presStyleCnt="7"/>
      <dgm:spPr/>
      <dgm:t>
        <a:bodyPr/>
        <a:lstStyle/>
        <a:p>
          <a:endParaRPr lang="en-US"/>
        </a:p>
      </dgm:t>
    </dgm:pt>
    <dgm:pt modelId="{48BFD630-3182-FE43-A539-4771250FCB13}" type="pres">
      <dgm:prSet presAssocID="{3A3B8177-BB1E-A244-B79E-32128EC84225}" presName="connTx" presStyleLbl="parChTrans1D2" presStyleIdx="6" presStyleCnt="7"/>
      <dgm:spPr/>
      <dgm:t>
        <a:bodyPr/>
        <a:lstStyle/>
        <a:p>
          <a:endParaRPr lang="en-US"/>
        </a:p>
      </dgm:t>
    </dgm:pt>
    <dgm:pt modelId="{97575F46-FA72-E84D-AE2A-BD0DA1F97B1E}" type="pres">
      <dgm:prSet presAssocID="{D57B837D-90E9-2E4F-8791-F7514BEF4F5D}" presName="root2" presStyleCnt="0"/>
      <dgm:spPr/>
    </dgm:pt>
    <dgm:pt modelId="{EBEBBE9E-FE62-CA4B-AFB5-B69C966E067D}" type="pres">
      <dgm:prSet presAssocID="{D57B837D-90E9-2E4F-8791-F7514BEF4F5D}" presName="LevelTwoTextNode" presStyleLbl="node2" presStyleIdx="6" presStyleCnt="7">
        <dgm:presLayoutVars>
          <dgm:chPref val="3"/>
        </dgm:presLayoutVars>
      </dgm:prSet>
      <dgm:spPr/>
      <dgm:t>
        <a:bodyPr/>
        <a:lstStyle/>
        <a:p>
          <a:endParaRPr lang="en-US"/>
        </a:p>
      </dgm:t>
    </dgm:pt>
    <dgm:pt modelId="{018F4998-5F0B-1144-8EA3-2FEA8760FBB0}" type="pres">
      <dgm:prSet presAssocID="{D57B837D-90E9-2E4F-8791-F7514BEF4F5D}" presName="level3hierChild" presStyleCnt="0"/>
      <dgm:spPr/>
    </dgm:pt>
  </dgm:ptLst>
  <dgm:cxnLst>
    <dgm:cxn modelId="{840F84F3-F776-124D-95B2-CF58A6FE4645}" srcId="{2B67AFE8-C1E5-F34C-A06F-FEB3589F744C}" destId="{4088C430-0F36-DE40-B160-07F24E10844A}" srcOrd="3" destOrd="0" parTransId="{60E9899B-C1ED-524D-BE63-AD2BAC0B7D17}" sibTransId="{F9855BB0-C043-444C-8B79-D1018BA5C964}"/>
    <dgm:cxn modelId="{A04916C8-1A2E-814E-9AF6-457417EFAC4F}" type="presOf" srcId="{B8293E36-B90C-1841-893B-5E8361CB0D5E}" destId="{3353FFCE-1C2C-0D42-9E0D-336D5E21AEF8}" srcOrd="1" destOrd="0" presId="urn:microsoft.com/office/officeart/2005/8/layout/hierarchy2"/>
    <dgm:cxn modelId="{45F7D930-3C41-9442-ACD9-9EB0086AA238}" type="presOf" srcId="{08DE33C2-C9CE-514F-80F9-280C1524DC4D}" destId="{9AD05E47-6C2D-E34D-BD84-C897F6A74828}" srcOrd="0" destOrd="0" presId="urn:microsoft.com/office/officeart/2005/8/layout/hierarchy2"/>
    <dgm:cxn modelId="{4EDF2BB5-C04F-8A45-8970-77B269FE09C9}" srcId="{2B67AFE8-C1E5-F34C-A06F-FEB3589F744C}" destId="{E2BCA48B-7298-584A-9531-1D3F32922394}" srcOrd="0" destOrd="0" parTransId="{619A6F7A-E08C-9342-AA23-242D33E89CE5}" sibTransId="{AD298A38-F0B0-0841-825B-BADE73D7BD50}"/>
    <dgm:cxn modelId="{E4AE9040-827A-904A-9323-3FA1DA2D18ED}" type="presOf" srcId="{3A3B8177-BB1E-A244-B79E-32128EC84225}" destId="{48BFD630-3182-FE43-A539-4771250FCB13}" srcOrd="1" destOrd="0" presId="urn:microsoft.com/office/officeart/2005/8/layout/hierarchy2"/>
    <dgm:cxn modelId="{53D98CE0-B4FC-B54A-9533-5AB2A9C0BE1E}" type="presOf" srcId="{BAB1E7D9-0A95-654C-897D-1F922744F876}" destId="{7851E23B-1CDB-7943-AA90-0842FFC1BAF7}" srcOrd="1" destOrd="0" presId="urn:microsoft.com/office/officeart/2005/8/layout/hierarchy2"/>
    <dgm:cxn modelId="{C6578635-E8D9-9D4A-A425-C9FE70AC8DF5}" type="presOf" srcId="{EA34BEBD-B95C-2346-B6F1-A7699EF0C0C8}" destId="{5C34E443-D457-5741-A467-DF65DC05246E}" srcOrd="0" destOrd="0" presId="urn:microsoft.com/office/officeart/2005/8/layout/hierarchy2"/>
    <dgm:cxn modelId="{F9A2352D-BF13-364F-B2C3-39F4BC84EB42}" type="presOf" srcId="{619A6F7A-E08C-9342-AA23-242D33E89CE5}" destId="{3E058846-4355-274F-9681-23E7C556162B}" srcOrd="1" destOrd="0" presId="urn:microsoft.com/office/officeart/2005/8/layout/hierarchy2"/>
    <dgm:cxn modelId="{8ACA3D8F-EC20-FB48-93CF-1D21DC9311F2}" type="presOf" srcId="{B6C6DE76-6000-C849-9216-12A5A773A107}" destId="{A8470588-FE0F-5D48-9C98-1249FABDFD23}" srcOrd="0" destOrd="0" presId="urn:microsoft.com/office/officeart/2005/8/layout/hierarchy2"/>
    <dgm:cxn modelId="{9518D5A5-2F95-F042-B13C-663FA48AB9ED}" srcId="{2B67AFE8-C1E5-F34C-A06F-FEB3589F744C}" destId="{14CF01E7-094A-A54B-B261-F740E77D971A}" srcOrd="4" destOrd="0" parTransId="{434F1760-A9B3-804B-95AC-647E014725E0}" sibTransId="{A0E144CC-6DD1-1E46-AE6D-C1165A2DC576}"/>
    <dgm:cxn modelId="{B96866E9-26D3-804D-8170-7F164ED14B0A}" type="presOf" srcId="{28E19FE8-09E0-DD44-8112-98F6736C9F51}" destId="{E68C944F-E299-944F-B6C5-A0BA7EBF2414}" srcOrd="0" destOrd="0" presId="urn:microsoft.com/office/officeart/2005/8/layout/hierarchy2"/>
    <dgm:cxn modelId="{58206D60-0626-9E45-A50D-B04BF998F79A}" srcId="{BD37D257-B5BC-3249-9F0F-383BB3A3394B}" destId="{77171351-7247-6549-AEDC-4A10CA6CAFC8}" srcOrd="3" destOrd="0" parTransId="{FAB53536-FE09-2E43-B4E0-9E82CAE88794}" sibTransId="{C25EF818-9E67-9347-BBA5-E7D37BF51E39}"/>
    <dgm:cxn modelId="{A67E024B-5633-E14F-8D3D-DB395D7FBA21}" type="presOf" srcId="{AE471B4D-090D-4D4C-9F45-BC7291EEAFF3}" destId="{45933253-3760-0E47-A2F1-5B06D2D95AFB}" srcOrd="0" destOrd="0" presId="urn:microsoft.com/office/officeart/2005/8/layout/hierarchy2"/>
    <dgm:cxn modelId="{C6FEAFB1-F5ED-9447-8896-3455AEC1DEF6}" srcId="{2C979537-76D4-FB4F-81CB-786698CEA861}" destId="{2B67AFE8-C1E5-F34C-A06F-FEB3589F744C}" srcOrd="0" destOrd="0" parTransId="{CA88CD95-7E35-BF4E-9B04-CD357F282901}" sibTransId="{62BCD6D2-9029-7A40-951F-8938FAAC910D}"/>
    <dgm:cxn modelId="{49D99C4E-BDBB-8A40-A05F-C5319FF0D4B4}" type="presOf" srcId="{78C81E9A-3702-8241-A0BA-DFDE37DE6628}" destId="{4CF15B44-1435-164F-9836-94E02EC8AE60}" srcOrd="0" destOrd="0" presId="urn:microsoft.com/office/officeart/2005/8/layout/hierarchy2"/>
    <dgm:cxn modelId="{B9B92365-AFE8-C947-BABB-7E40519FD48F}" type="presOf" srcId="{EAEF3FD0-3F7A-1846-913F-35A1F560313A}" destId="{AE682E2C-1432-8446-A6D4-5936B92DFB2F}" srcOrd="1" destOrd="0" presId="urn:microsoft.com/office/officeart/2005/8/layout/hierarchy2"/>
    <dgm:cxn modelId="{A17D4198-0EB0-5A45-9085-20177DC1824A}" type="presOf" srcId="{619A6F7A-E08C-9342-AA23-242D33E89CE5}" destId="{6072B7E5-6B28-5446-90CC-123113A00AFF}" srcOrd="0" destOrd="0" presId="urn:microsoft.com/office/officeart/2005/8/layout/hierarchy2"/>
    <dgm:cxn modelId="{18EA0CFC-471B-1145-907C-C9E5305358A5}" type="presOf" srcId="{E2BCA48B-7298-584A-9531-1D3F32922394}" destId="{3BE81C51-A42D-9145-A49F-1388ACCD2735}" srcOrd="0" destOrd="0" presId="urn:microsoft.com/office/officeart/2005/8/layout/hierarchy2"/>
    <dgm:cxn modelId="{4806767D-EFDB-D741-A525-4AE12D55DFB9}" type="presOf" srcId="{B8293E36-B90C-1841-893B-5E8361CB0D5E}" destId="{C140A6ED-64B6-B949-A140-6530B16EB80E}" srcOrd="0" destOrd="0" presId="urn:microsoft.com/office/officeart/2005/8/layout/hierarchy2"/>
    <dgm:cxn modelId="{B77947E1-9625-9745-849D-C7635DEDE3CB}" type="presOf" srcId="{730FDD79-31E4-A540-AD2A-E05DCD8BCB9C}" destId="{06CC7D5B-CB93-244F-99BD-75F34630EA23}" srcOrd="1" destOrd="0" presId="urn:microsoft.com/office/officeart/2005/8/layout/hierarchy2"/>
    <dgm:cxn modelId="{74E4F871-5044-454A-9FA3-D4FC9CEF1D32}" type="presOf" srcId="{DD44526C-5862-9E4D-B986-A2671D5A3284}" destId="{21853E6C-09A6-0846-B215-1EE3595BD038}" srcOrd="0" destOrd="0" presId="urn:microsoft.com/office/officeart/2005/8/layout/hierarchy2"/>
    <dgm:cxn modelId="{89DDF33A-A974-114F-82E4-B828C299416D}" type="presOf" srcId="{EA34BEBD-B95C-2346-B6F1-A7699EF0C0C8}" destId="{CAE14276-1B66-DD44-B9F8-5A903236F4EB}" srcOrd="1" destOrd="0" presId="urn:microsoft.com/office/officeart/2005/8/layout/hierarchy2"/>
    <dgm:cxn modelId="{14FB19C0-31D8-444C-9360-7BF0E32D25AD}" type="presOf" srcId="{14CF01E7-094A-A54B-B261-F740E77D971A}" destId="{05FF1A96-B645-E142-9192-1AC270D47D3D}" srcOrd="0" destOrd="0" presId="urn:microsoft.com/office/officeart/2005/8/layout/hierarchy2"/>
    <dgm:cxn modelId="{C94BD09A-6FDB-CC43-B4CF-4CCA9692C60F}" type="presOf" srcId="{192A8146-1FC1-FE46-A91F-43E3E23AD810}" destId="{89AF4504-E3B0-E74B-A7E6-24C6B51BBC78}" srcOrd="0" destOrd="0" presId="urn:microsoft.com/office/officeart/2005/8/layout/hierarchy2"/>
    <dgm:cxn modelId="{7783823C-4DA7-324E-AF08-EE46F7D1F15C}" srcId="{14CF01E7-094A-A54B-B261-F740E77D971A}" destId="{08DE33C2-C9CE-514F-80F9-280C1524DC4D}" srcOrd="0" destOrd="0" parTransId="{B8293E36-B90C-1841-893B-5E8361CB0D5E}" sibTransId="{EA472F82-785D-394C-B6F6-096DAF4C8EF4}"/>
    <dgm:cxn modelId="{48144497-EF17-364F-8980-2224168A0EE9}" type="presOf" srcId="{60E9899B-C1ED-524D-BE63-AD2BAC0B7D17}" destId="{03905061-E7D7-6047-96A4-168261485A02}" srcOrd="0" destOrd="0" presId="urn:microsoft.com/office/officeart/2005/8/layout/hierarchy2"/>
    <dgm:cxn modelId="{03EFDED8-DE45-5E47-AF2E-EFCABE155B7B}" type="presOf" srcId="{FAB53536-FE09-2E43-B4E0-9E82CAE88794}" destId="{158E23EA-CE60-E14C-BF52-1DF6BBD9E796}" srcOrd="0" destOrd="0" presId="urn:microsoft.com/office/officeart/2005/8/layout/hierarchy2"/>
    <dgm:cxn modelId="{A469D89A-71D2-3743-AFF4-E7F84BE48A32}" type="presOf" srcId="{4088C430-0F36-DE40-B160-07F24E10844A}" destId="{5CEEF364-42A6-F945-8CDA-C1B3E5DCC967}" srcOrd="0" destOrd="0" presId="urn:microsoft.com/office/officeart/2005/8/layout/hierarchy2"/>
    <dgm:cxn modelId="{15D21209-EF87-7C4A-891C-6C352E57D274}" type="presOf" srcId="{21AEC93E-10EF-2248-BAA7-471FF3DAD594}" destId="{1029C14D-9201-954F-8804-018501C885F5}" srcOrd="0" destOrd="0" presId="urn:microsoft.com/office/officeart/2005/8/layout/hierarchy2"/>
    <dgm:cxn modelId="{E20E534A-DEF6-F14B-803A-E190624EA46D}" type="presOf" srcId="{77171351-7247-6549-AEDC-4A10CA6CAFC8}" destId="{44D297E0-4B94-6C4F-8EF0-D58159D819E3}" srcOrd="0" destOrd="0" presId="urn:microsoft.com/office/officeart/2005/8/layout/hierarchy2"/>
    <dgm:cxn modelId="{9CCDF7E1-1EC9-6148-B52C-CA2F6E4B201F}" type="presOf" srcId="{9F9D171F-6E98-3941-8AD7-4E28FE80D23C}" destId="{A740A239-9D4A-5F40-AC0C-349E62287346}" srcOrd="0" destOrd="0" presId="urn:microsoft.com/office/officeart/2005/8/layout/hierarchy2"/>
    <dgm:cxn modelId="{A5C8111C-8244-294D-B78E-BEEB67B5DE16}" srcId="{2B67AFE8-C1E5-F34C-A06F-FEB3589F744C}" destId="{8EB92ECA-884C-D24E-9084-9733FF28652D}" srcOrd="2" destOrd="0" parTransId="{BAB1E7D9-0A95-654C-897D-1F922744F876}" sibTransId="{3141BFA7-B3EE-0045-A6EC-FEC63D0C6F9A}"/>
    <dgm:cxn modelId="{62D13EA3-8195-704B-87F4-9CFF54FAA76D}" type="presOf" srcId="{AD3629F4-4BC7-4342-82E4-60CE6435F6E4}" destId="{A41D21DC-889F-C148-8016-0E751FC5C5AE}" srcOrd="0" destOrd="0" presId="urn:microsoft.com/office/officeart/2005/8/layout/hierarchy2"/>
    <dgm:cxn modelId="{A6D7B2CA-028D-D746-90F7-48CA6690158E}" type="presOf" srcId="{70947D1F-C333-5943-BC79-B9E0B4DD9BD0}" destId="{6304C632-0F9C-2D4F-B9B3-A3D89F2433FF}" srcOrd="0" destOrd="0" presId="urn:microsoft.com/office/officeart/2005/8/layout/hierarchy2"/>
    <dgm:cxn modelId="{2E5E822D-ADB7-9940-8E70-0BB62ADFD882}" type="presOf" srcId="{AD3629F4-4BC7-4342-82E4-60CE6435F6E4}" destId="{817A2E25-AB7F-5844-A7B0-90E467FAC74B}" srcOrd="1" destOrd="0" presId="urn:microsoft.com/office/officeart/2005/8/layout/hierarchy2"/>
    <dgm:cxn modelId="{3EF737A1-7915-2A49-A8AB-1F169F25381A}" srcId="{E2BCA48B-7298-584A-9531-1D3F32922394}" destId="{21AEC93E-10EF-2248-BAA7-471FF3DAD594}" srcOrd="1" destOrd="0" parTransId="{AD3629F4-4BC7-4342-82E4-60CE6435F6E4}" sibTransId="{27EF4B54-E489-BE4E-9E75-1AEEEE5DA8D1}"/>
    <dgm:cxn modelId="{20004A9A-FD62-B94B-AE89-B3A245ACD969}" srcId="{2B67AFE8-C1E5-F34C-A06F-FEB3589F744C}" destId="{BD37D257-B5BC-3249-9F0F-383BB3A3394B}" srcOrd="1" destOrd="0" parTransId="{730FDD79-31E4-A540-AD2A-E05DCD8BCB9C}" sibTransId="{D6171F18-F32A-FC44-BE66-0E687D223B57}"/>
    <dgm:cxn modelId="{81E074B8-2EE0-304F-BBCF-97CC36873FFD}" type="presOf" srcId="{60E9899B-C1ED-524D-BE63-AD2BAC0B7D17}" destId="{E8396F3A-C2AA-014A-92D6-49EEB40145AD}" srcOrd="1" destOrd="0" presId="urn:microsoft.com/office/officeart/2005/8/layout/hierarchy2"/>
    <dgm:cxn modelId="{A3A00FFC-0342-1444-9340-343135A39938}" srcId="{E2BCA48B-7298-584A-9531-1D3F32922394}" destId="{192A8146-1FC1-FE46-A91F-43E3E23AD810}" srcOrd="2" destOrd="0" parTransId="{DD44526C-5862-9E4D-B986-A2671D5A3284}" sibTransId="{6DB42638-1877-434B-BDED-872F34577971}"/>
    <dgm:cxn modelId="{AF6F8A59-32D5-B44A-9C2A-6D1C07F5A14C}" srcId="{4088C430-0F36-DE40-B160-07F24E10844A}" destId="{4298479D-5006-3C43-9BB1-D971D99EACFC}" srcOrd="0" destOrd="0" parTransId="{9F9D171F-6E98-3941-8AD7-4E28FE80D23C}" sibTransId="{41409EF7-E97E-9048-9CAB-E78D2677EDF8}"/>
    <dgm:cxn modelId="{3667C1AD-2FFE-A84F-B28D-4D46A5130C62}" type="presOf" srcId="{1401DAC5-CD8E-2840-9B7D-3E47377ADB4D}" destId="{CB5FA648-4E11-E14A-834D-A876777D95F5}" srcOrd="0" destOrd="0" presId="urn:microsoft.com/office/officeart/2005/8/layout/hierarchy2"/>
    <dgm:cxn modelId="{BD8596EE-784D-5842-8FB3-D174546535F7}" type="presOf" srcId="{FAB53536-FE09-2E43-B4E0-9E82CAE88794}" destId="{BA8AD03B-3D5D-DD49-AE6A-DE8D24E7296E}" srcOrd="1" destOrd="0" presId="urn:microsoft.com/office/officeart/2005/8/layout/hierarchy2"/>
    <dgm:cxn modelId="{27138526-3FDF-404F-97C0-AAEC160F393F}" type="presOf" srcId="{4298479D-5006-3C43-9BB1-D971D99EACFC}" destId="{4761240C-11C7-B44F-A5E8-7E233FAB18ED}" srcOrd="0" destOrd="0" presId="urn:microsoft.com/office/officeart/2005/8/layout/hierarchy2"/>
    <dgm:cxn modelId="{40911212-BC5D-FB4F-989D-6C479FBD7828}" type="presOf" srcId="{9F9D171F-6E98-3941-8AD7-4E28FE80D23C}" destId="{EAF9530B-7C49-A34A-A5C0-0C38FCE862FF}" srcOrd="1" destOrd="0" presId="urn:microsoft.com/office/officeart/2005/8/layout/hierarchy2"/>
    <dgm:cxn modelId="{30F471E1-283E-7345-99C7-3EF8CBB4E923}" type="presOf" srcId="{BAB1E7D9-0A95-654C-897D-1F922744F876}" destId="{6959F4E7-EFF8-0E48-8475-23E726E068E5}" srcOrd="0" destOrd="0" presId="urn:microsoft.com/office/officeart/2005/8/layout/hierarchy2"/>
    <dgm:cxn modelId="{5B9401BC-523F-3748-BA33-63C8C5F9D2B9}" type="presOf" srcId="{2C979537-76D4-FB4F-81CB-786698CEA861}" destId="{9239316E-39D7-5F4F-B7A7-27C94AF3CE3B}" srcOrd="0" destOrd="0" presId="urn:microsoft.com/office/officeart/2005/8/layout/hierarchy2"/>
    <dgm:cxn modelId="{B86D4354-DC5C-F140-824F-44541131E75C}" type="presOf" srcId="{2B67AFE8-C1E5-F34C-A06F-FEB3589F744C}" destId="{463345EC-00B8-CA4F-B2CD-4F4D15ADEBF3}" srcOrd="0" destOrd="0" presId="urn:microsoft.com/office/officeart/2005/8/layout/hierarchy2"/>
    <dgm:cxn modelId="{18E6764E-E479-7441-8E89-65F14129BEAF}" type="presOf" srcId="{EAEF3FD0-3F7A-1846-913F-35A1F560313A}" destId="{C5FFDC63-3DDF-4444-81BF-22EBDAE1DE24}" srcOrd="0" destOrd="0" presId="urn:microsoft.com/office/officeart/2005/8/layout/hierarchy2"/>
    <dgm:cxn modelId="{E538A323-6B2E-AB48-8105-6CE0DD720DDA}" type="presOf" srcId="{434F1760-A9B3-804B-95AC-647E014725E0}" destId="{A67032D2-83F5-E740-93CA-8792BB0D05F0}" srcOrd="1" destOrd="0" presId="urn:microsoft.com/office/officeart/2005/8/layout/hierarchy2"/>
    <dgm:cxn modelId="{7DA6CBCD-17DA-8946-AE79-25E5E2336765}" type="presOf" srcId="{8EB92ECA-884C-D24E-9084-9733FF28652D}" destId="{648A2B67-A238-BE48-B8CB-6A4D32D3E6C9}" srcOrd="0" destOrd="0" presId="urn:microsoft.com/office/officeart/2005/8/layout/hierarchy2"/>
    <dgm:cxn modelId="{EE6BAFD9-19D0-CB47-AD5A-7FF5B92F10F6}" type="presOf" srcId="{434F1760-A9B3-804B-95AC-647E014725E0}" destId="{95A1EAA3-A1CB-6D48-A330-30EF6D631CD3}" srcOrd="0" destOrd="0" presId="urn:microsoft.com/office/officeart/2005/8/layout/hierarchy2"/>
    <dgm:cxn modelId="{A378A8D7-A8B5-4A4E-9CFF-575DA9E0AF20}" type="presOf" srcId="{D47B9296-4E69-CA47-BD90-378ABA2E1064}" destId="{E9E49205-4C0D-8F45-B0E4-59C6B62E01BC}" srcOrd="0" destOrd="0" presId="urn:microsoft.com/office/officeart/2005/8/layout/hierarchy2"/>
    <dgm:cxn modelId="{BA004B39-2DA0-4142-A61E-2CB5940668F5}" srcId="{BD37D257-B5BC-3249-9F0F-383BB3A3394B}" destId="{78C81E9A-3702-8241-A0BA-DFDE37DE6628}" srcOrd="0" destOrd="0" parTransId="{1401DAC5-CD8E-2840-9B7D-3E47377ADB4D}" sibTransId="{A24E3FD6-189C-3149-9ECE-9EABFA0181AC}"/>
    <dgm:cxn modelId="{BF5F9C88-778B-8A49-A8D1-FEA3C599EB03}" srcId="{BD37D257-B5BC-3249-9F0F-383BB3A3394B}" destId="{AE471B4D-090D-4D4C-9F45-BC7291EEAFF3}" srcOrd="1" destOrd="0" parTransId="{EAEF3FD0-3F7A-1846-913F-35A1F560313A}" sibTransId="{432D43CE-FE38-704F-B147-A8CB333FFBE6}"/>
    <dgm:cxn modelId="{E77E7F5E-AD02-984B-8FC4-7702792EF652}" type="presOf" srcId="{D57B837D-90E9-2E4F-8791-F7514BEF4F5D}" destId="{EBEBBE9E-FE62-CA4B-AFB5-B69C966E067D}" srcOrd="0" destOrd="0" presId="urn:microsoft.com/office/officeart/2005/8/layout/hierarchy2"/>
    <dgm:cxn modelId="{A6993E1D-D71E-A847-B8DB-286154AE7269}" type="presOf" srcId="{D47B9296-4E69-CA47-BD90-378ABA2E1064}" destId="{750BB338-2F36-C445-B857-2773F9A5521E}" srcOrd="1" destOrd="0" presId="urn:microsoft.com/office/officeart/2005/8/layout/hierarchy2"/>
    <dgm:cxn modelId="{3756DBE4-0676-A548-A115-1283D4240C14}" type="presOf" srcId="{730FDD79-31E4-A540-AD2A-E05DCD8BCB9C}" destId="{D1FCD139-6D6F-784F-9C47-4FA36D718A13}" srcOrd="0" destOrd="0" presId="urn:microsoft.com/office/officeart/2005/8/layout/hierarchy2"/>
    <dgm:cxn modelId="{5FF9C52D-4D5E-D541-A915-65B2AD10B19B}" type="presOf" srcId="{461BB58D-3A5F-904E-B58B-9F9636FE908A}" destId="{7782E4F8-F217-2D44-A33D-17384735247D}" srcOrd="0" destOrd="0" presId="urn:microsoft.com/office/officeart/2005/8/layout/hierarchy2"/>
    <dgm:cxn modelId="{C5A15184-CA45-834E-8425-79F24A5FAE84}" type="presOf" srcId="{DD44526C-5862-9E4D-B986-A2671D5A3284}" destId="{3FB95271-4D67-E04E-BC3A-2E877B0950DF}" srcOrd="1" destOrd="0" presId="urn:microsoft.com/office/officeart/2005/8/layout/hierarchy2"/>
    <dgm:cxn modelId="{E65B5A13-48FB-A842-8BF2-43F00CE3C0AA}" srcId="{2B67AFE8-C1E5-F34C-A06F-FEB3589F744C}" destId="{D57B837D-90E9-2E4F-8791-F7514BEF4F5D}" srcOrd="6" destOrd="0" parTransId="{3A3B8177-BB1E-A244-B79E-32128EC84225}" sibTransId="{5ED649E7-4254-B64F-9826-1DED3AEEF2F2}"/>
    <dgm:cxn modelId="{CF046E73-BE0A-9546-A240-C95098315C34}" srcId="{E2BCA48B-7298-584A-9531-1D3F32922394}" destId="{461BB58D-3A5F-904E-B58B-9F9636FE908A}" srcOrd="0" destOrd="0" parTransId="{D47B9296-4E69-CA47-BD90-378ABA2E1064}" sibTransId="{1B752F5B-5E68-A444-9178-8CA4B0C28256}"/>
    <dgm:cxn modelId="{E057EBF6-C47D-1D41-A6D2-0EE78951B920}" srcId="{BD37D257-B5BC-3249-9F0F-383BB3A3394B}" destId="{70947D1F-C333-5943-BC79-B9E0B4DD9BD0}" srcOrd="2" destOrd="0" parTransId="{EA34BEBD-B95C-2346-B6F1-A7699EF0C0C8}" sibTransId="{97839E46-BE5E-F849-8692-AA05ABEC23AB}"/>
    <dgm:cxn modelId="{049FC219-6DB4-C045-9E03-8821ADF95647}" type="presOf" srcId="{28E19FE8-09E0-DD44-8112-98F6736C9F51}" destId="{BD302312-DECF-ED4C-B4C1-8362298845FC}" srcOrd="1" destOrd="0" presId="urn:microsoft.com/office/officeart/2005/8/layout/hierarchy2"/>
    <dgm:cxn modelId="{810DB180-0E3A-A849-9E57-575780531463}" srcId="{2B67AFE8-C1E5-F34C-A06F-FEB3589F744C}" destId="{B6C6DE76-6000-C849-9216-12A5A773A107}" srcOrd="5" destOrd="0" parTransId="{28E19FE8-09E0-DD44-8112-98F6736C9F51}" sibTransId="{56493527-5177-5E40-A9A0-FD87FE3EE6F3}"/>
    <dgm:cxn modelId="{6FBFF6C5-B121-D84A-919B-1A88193DBDBA}" type="presOf" srcId="{BD37D257-B5BC-3249-9F0F-383BB3A3394B}" destId="{7C084C13-1EC0-FC43-9CB6-1840F237B0BA}" srcOrd="0" destOrd="0" presId="urn:microsoft.com/office/officeart/2005/8/layout/hierarchy2"/>
    <dgm:cxn modelId="{4D46F27D-DFB3-8A4E-895B-ECC3BA0CED14}" type="presOf" srcId="{3A3B8177-BB1E-A244-B79E-32128EC84225}" destId="{76CBE1CE-740B-2B48-8DC6-3F19D5015878}" srcOrd="0" destOrd="0" presId="urn:microsoft.com/office/officeart/2005/8/layout/hierarchy2"/>
    <dgm:cxn modelId="{C7B28E4F-6655-B944-ACD0-CE9185B65949}" type="presOf" srcId="{1401DAC5-CD8E-2840-9B7D-3E47377ADB4D}" destId="{C8CA856E-3A6D-844D-93D7-DE22D9FA71D6}" srcOrd="1" destOrd="0" presId="urn:microsoft.com/office/officeart/2005/8/layout/hierarchy2"/>
    <dgm:cxn modelId="{4E887B52-C3BF-9242-A2A1-07BA7C410F34}" type="presParOf" srcId="{9239316E-39D7-5F4F-B7A7-27C94AF3CE3B}" destId="{9F992168-5D49-EB45-A258-162F4604AE0B}" srcOrd="0" destOrd="0" presId="urn:microsoft.com/office/officeart/2005/8/layout/hierarchy2"/>
    <dgm:cxn modelId="{04E2E85C-89E7-3F4C-8BBC-1417E9269A5D}" type="presParOf" srcId="{9F992168-5D49-EB45-A258-162F4604AE0B}" destId="{463345EC-00B8-CA4F-B2CD-4F4D15ADEBF3}" srcOrd="0" destOrd="0" presId="urn:microsoft.com/office/officeart/2005/8/layout/hierarchy2"/>
    <dgm:cxn modelId="{14943680-3610-8642-878F-01699DAFE922}" type="presParOf" srcId="{9F992168-5D49-EB45-A258-162F4604AE0B}" destId="{4186936C-EB87-9E40-B365-4DD7E65130C5}" srcOrd="1" destOrd="0" presId="urn:microsoft.com/office/officeart/2005/8/layout/hierarchy2"/>
    <dgm:cxn modelId="{5E0CD7F8-A1CF-ED40-B245-C3F78DB86F48}" type="presParOf" srcId="{4186936C-EB87-9E40-B365-4DD7E65130C5}" destId="{6072B7E5-6B28-5446-90CC-123113A00AFF}" srcOrd="0" destOrd="0" presId="urn:microsoft.com/office/officeart/2005/8/layout/hierarchy2"/>
    <dgm:cxn modelId="{E7CC50AF-1CC0-8B41-AE51-B5737147E5CB}" type="presParOf" srcId="{6072B7E5-6B28-5446-90CC-123113A00AFF}" destId="{3E058846-4355-274F-9681-23E7C556162B}" srcOrd="0" destOrd="0" presId="urn:microsoft.com/office/officeart/2005/8/layout/hierarchy2"/>
    <dgm:cxn modelId="{81FF0219-8A18-5946-AEBA-EC68E0C8E19E}" type="presParOf" srcId="{4186936C-EB87-9E40-B365-4DD7E65130C5}" destId="{2C9014D1-8A83-D943-BAA4-733CA95D3A92}" srcOrd="1" destOrd="0" presId="urn:microsoft.com/office/officeart/2005/8/layout/hierarchy2"/>
    <dgm:cxn modelId="{BBB17134-B6BF-4C42-BB56-FFF58C93A556}" type="presParOf" srcId="{2C9014D1-8A83-D943-BAA4-733CA95D3A92}" destId="{3BE81C51-A42D-9145-A49F-1388ACCD2735}" srcOrd="0" destOrd="0" presId="urn:microsoft.com/office/officeart/2005/8/layout/hierarchy2"/>
    <dgm:cxn modelId="{8D98E057-2C99-7A49-B4E1-255EC4280884}" type="presParOf" srcId="{2C9014D1-8A83-D943-BAA4-733CA95D3A92}" destId="{AC39EC07-FB6F-4E44-AFFB-8BA70519BA45}" srcOrd="1" destOrd="0" presId="urn:microsoft.com/office/officeart/2005/8/layout/hierarchy2"/>
    <dgm:cxn modelId="{65110110-5CF2-3342-B889-BEC26773E53A}" type="presParOf" srcId="{AC39EC07-FB6F-4E44-AFFB-8BA70519BA45}" destId="{E9E49205-4C0D-8F45-B0E4-59C6B62E01BC}" srcOrd="0" destOrd="0" presId="urn:microsoft.com/office/officeart/2005/8/layout/hierarchy2"/>
    <dgm:cxn modelId="{991CFBEC-33A4-9F4A-8720-66E076291EF0}" type="presParOf" srcId="{E9E49205-4C0D-8F45-B0E4-59C6B62E01BC}" destId="{750BB338-2F36-C445-B857-2773F9A5521E}" srcOrd="0" destOrd="0" presId="urn:microsoft.com/office/officeart/2005/8/layout/hierarchy2"/>
    <dgm:cxn modelId="{E6E571C8-8D8F-D34F-8F18-3D07C9AE1CA2}" type="presParOf" srcId="{AC39EC07-FB6F-4E44-AFFB-8BA70519BA45}" destId="{FB7B95EB-19DE-0F46-8AA2-8BF1754842C5}" srcOrd="1" destOrd="0" presId="urn:microsoft.com/office/officeart/2005/8/layout/hierarchy2"/>
    <dgm:cxn modelId="{8612C0E1-FF68-9A40-A7CB-69E8DC8611FD}" type="presParOf" srcId="{FB7B95EB-19DE-0F46-8AA2-8BF1754842C5}" destId="{7782E4F8-F217-2D44-A33D-17384735247D}" srcOrd="0" destOrd="0" presId="urn:microsoft.com/office/officeart/2005/8/layout/hierarchy2"/>
    <dgm:cxn modelId="{F51BC0A7-C0B9-0F4B-AD12-E3F2726B5B8C}" type="presParOf" srcId="{FB7B95EB-19DE-0F46-8AA2-8BF1754842C5}" destId="{7C4FCCB4-CFC4-6441-A138-35351DCBEA60}" srcOrd="1" destOrd="0" presId="urn:microsoft.com/office/officeart/2005/8/layout/hierarchy2"/>
    <dgm:cxn modelId="{5719E755-3BA2-7644-8216-F613FCF8246B}" type="presParOf" srcId="{AC39EC07-FB6F-4E44-AFFB-8BA70519BA45}" destId="{A41D21DC-889F-C148-8016-0E751FC5C5AE}" srcOrd="2" destOrd="0" presId="urn:microsoft.com/office/officeart/2005/8/layout/hierarchy2"/>
    <dgm:cxn modelId="{DBA2554B-0125-7F42-A970-FA377AE2FB3A}" type="presParOf" srcId="{A41D21DC-889F-C148-8016-0E751FC5C5AE}" destId="{817A2E25-AB7F-5844-A7B0-90E467FAC74B}" srcOrd="0" destOrd="0" presId="urn:microsoft.com/office/officeart/2005/8/layout/hierarchy2"/>
    <dgm:cxn modelId="{2DE825E1-30FC-C043-9B41-8986062AA034}" type="presParOf" srcId="{AC39EC07-FB6F-4E44-AFFB-8BA70519BA45}" destId="{420F64FA-C7FF-8B41-AF71-C1CE0958CBEA}" srcOrd="3" destOrd="0" presId="urn:microsoft.com/office/officeart/2005/8/layout/hierarchy2"/>
    <dgm:cxn modelId="{28191456-08F6-724B-80B1-4236815F1120}" type="presParOf" srcId="{420F64FA-C7FF-8B41-AF71-C1CE0958CBEA}" destId="{1029C14D-9201-954F-8804-018501C885F5}" srcOrd="0" destOrd="0" presId="urn:microsoft.com/office/officeart/2005/8/layout/hierarchy2"/>
    <dgm:cxn modelId="{AF9984E6-5F56-3445-9F73-F27E7E050A96}" type="presParOf" srcId="{420F64FA-C7FF-8B41-AF71-C1CE0958CBEA}" destId="{2D6AE69E-8E17-334C-841A-7A461D322474}" srcOrd="1" destOrd="0" presId="urn:microsoft.com/office/officeart/2005/8/layout/hierarchy2"/>
    <dgm:cxn modelId="{9AFB396F-F186-7F49-B810-F7854DB229A3}" type="presParOf" srcId="{AC39EC07-FB6F-4E44-AFFB-8BA70519BA45}" destId="{21853E6C-09A6-0846-B215-1EE3595BD038}" srcOrd="4" destOrd="0" presId="urn:microsoft.com/office/officeart/2005/8/layout/hierarchy2"/>
    <dgm:cxn modelId="{AA2051EC-7FE4-7043-BE20-19849A51ADB2}" type="presParOf" srcId="{21853E6C-09A6-0846-B215-1EE3595BD038}" destId="{3FB95271-4D67-E04E-BC3A-2E877B0950DF}" srcOrd="0" destOrd="0" presId="urn:microsoft.com/office/officeart/2005/8/layout/hierarchy2"/>
    <dgm:cxn modelId="{9F2EB135-804D-6543-9F63-4B65467EF551}" type="presParOf" srcId="{AC39EC07-FB6F-4E44-AFFB-8BA70519BA45}" destId="{53DCC9C2-B2AE-A847-A6E8-98E2D2F45129}" srcOrd="5" destOrd="0" presId="urn:microsoft.com/office/officeart/2005/8/layout/hierarchy2"/>
    <dgm:cxn modelId="{1BCA8B6C-86E4-D143-B827-429B8C5CC15C}" type="presParOf" srcId="{53DCC9C2-B2AE-A847-A6E8-98E2D2F45129}" destId="{89AF4504-E3B0-E74B-A7E6-24C6B51BBC78}" srcOrd="0" destOrd="0" presId="urn:microsoft.com/office/officeart/2005/8/layout/hierarchy2"/>
    <dgm:cxn modelId="{6DC2489A-A2AD-4346-B89F-AFDA5DFA9285}" type="presParOf" srcId="{53DCC9C2-B2AE-A847-A6E8-98E2D2F45129}" destId="{D76D707C-DF18-AB46-B752-BDF3643A5551}" srcOrd="1" destOrd="0" presId="urn:microsoft.com/office/officeart/2005/8/layout/hierarchy2"/>
    <dgm:cxn modelId="{B88EE05E-DE92-1B4A-89BB-F786B3CE977E}" type="presParOf" srcId="{4186936C-EB87-9E40-B365-4DD7E65130C5}" destId="{D1FCD139-6D6F-784F-9C47-4FA36D718A13}" srcOrd="2" destOrd="0" presId="urn:microsoft.com/office/officeart/2005/8/layout/hierarchy2"/>
    <dgm:cxn modelId="{2005970C-9A0D-6A4D-8818-5E656CF48D82}" type="presParOf" srcId="{D1FCD139-6D6F-784F-9C47-4FA36D718A13}" destId="{06CC7D5B-CB93-244F-99BD-75F34630EA23}" srcOrd="0" destOrd="0" presId="urn:microsoft.com/office/officeart/2005/8/layout/hierarchy2"/>
    <dgm:cxn modelId="{2F23C8AB-58F0-DA40-A14D-E3E8B5E32CE2}" type="presParOf" srcId="{4186936C-EB87-9E40-B365-4DD7E65130C5}" destId="{8E2C3DF9-D64B-9244-891C-A9A642B3FCF1}" srcOrd="3" destOrd="0" presId="urn:microsoft.com/office/officeart/2005/8/layout/hierarchy2"/>
    <dgm:cxn modelId="{C77664C3-7428-644A-B42F-24EEB14AED83}" type="presParOf" srcId="{8E2C3DF9-D64B-9244-891C-A9A642B3FCF1}" destId="{7C084C13-1EC0-FC43-9CB6-1840F237B0BA}" srcOrd="0" destOrd="0" presId="urn:microsoft.com/office/officeart/2005/8/layout/hierarchy2"/>
    <dgm:cxn modelId="{694AC8A9-C593-E243-8846-4C9B42C641C4}" type="presParOf" srcId="{8E2C3DF9-D64B-9244-891C-A9A642B3FCF1}" destId="{063D845C-7581-8C42-AFDE-55E5075C3531}" srcOrd="1" destOrd="0" presId="urn:microsoft.com/office/officeart/2005/8/layout/hierarchy2"/>
    <dgm:cxn modelId="{0843DB2F-4485-0C40-AD5F-E2ADE637C5A7}" type="presParOf" srcId="{063D845C-7581-8C42-AFDE-55E5075C3531}" destId="{CB5FA648-4E11-E14A-834D-A876777D95F5}" srcOrd="0" destOrd="0" presId="urn:microsoft.com/office/officeart/2005/8/layout/hierarchy2"/>
    <dgm:cxn modelId="{9D392072-A2B5-A344-BF35-FE5960F5FD49}" type="presParOf" srcId="{CB5FA648-4E11-E14A-834D-A876777D95F5}" destId="{C8CA856E-3A6D-844D-93D7-DE22D9FA71D6}" srcOrd="0" destOrd="0" presId="urn:microsoft.com/office/officeart/2005/8/layout/hierarchy2"/>
    <dgm:cxn modelId="{9837BE89-8716-2349-9A36-0231090471BA}" type="presParOf" srcId="{063D845C-7581-8C42-AFDE-55E5075C3531}" destId="{97CE5C1D-A8CD-4F44-9069-D6C12694EC74}" srcOrd="1" destOrd="0" presId="urn:microsoft.com/office/officeart/2005/8/layout/hierarchy2"/>
    <dgm:cxn modelId="{5A9DE4B8-CD46-D949-B874-46A0E42D2495}" type="presParOf" srcId="{97CE5C1D-A8CD-4F44-9069-D6C12694EC74}" destId="{4CF15B44-1435-164F-9836-94E02EC8AE60}" srcOrd="0" destOrd="0" presId="urn:microsoft.com/office/officeart/2005/8/layout/hierarchy2"/>
    <dgm:cxn modelId="{80F95B48-87CA-204B-94A7-B0DAF77A3C6F}" type="presParOf" srcId="{97CE5C1D-A8CD-4F44-9069-D6C12694EC74}" destId="{9DD2C4EB-DC2D-8D44-B7D8-58A2A1334ABE}" srcOrd="1" destOrd="0" presId="urn:microsoft.com/office/officeart/2005/8/layout/hierarchy2"/>
    <dgm:cxn modelId="{C8866CB5-EE96-8343-846C-46C206CCF9B8}" type="presParOf" srcId="{063D845C-7581-8C42-AFDE-55E5075C3531}" destId="{C5FFDC63-3DDF-4444-81BF-22EBDAE1DE24}" srcOrd="2" destOrd="0" presId="urn:microsoft.com/office/officeart/2005/8/layout/hierarchy2"/>
    <dgm:cxn modelId="{7B86A5A1-3AB8-2249-8D4C-FCEFC9B33EA8}" type="presParOf" srcId="{C5FFDC63-3DDF-4444-81BF-22EBDAE1DE24}" destId="{AE682E2C-1432-8446-A6D4-5936B92DFB2F}" srcOrd="0" destOrd="0" presId="urn:microsoft.com/office/officeart/2005/8/layout/hierarchy2"/>
    <dgm:cxn modelId="{2A3D9920-9C47-5F4B-8055-343287F07257}" type="presParOf" srcId="{063D845C-7581-8C42-AFDE-55E5075C3531}" destId="{F8440920-C8D6-A444-A8CB-EC7882955C94}" srcOrd="3" destOrd="0" presId="urn:microsoft.com/office/officeart/2005/8/layout/hierarchy2"/>
    <dgm:cxn modelId="{D1356FAC-6BDA-4C4C-AF69-D9E4973AE4FA}" type="presParOf" srcId="{F8440920-C8D6-A444-A8CB-EC7882955C94}" destId="{45933253-3760-0E47-A2F1-5B06D2D95AFB}" srcOrd="0" destOrd="0" presId="urn:microsoft.com/office/officeart/2005/8/layout/hierarchy2"/>
    <dgm:cxn modelId="{23BC8FB5-EA96-7E47-8973-FB1C28BC8703}" type="presParOf" srcId="{F8440920-C8D6-A444-A8CB-EC7882955C94}" destId="{429C5A04-817E-2340-ADEF-DD57CEF2FD6D}" srcOrd="1" destOrd="0" presId="urn:microsoft.com/office/officeart/2005/8/layout/hierarchy2"/>
    <dgm:cxn modelId="{007191FC-A16D-F348-9A70-03F566E68B54}" type="presParOf" srcId="{063D845C-7581-8C42-AFDE-55E5075C3531}" destId="{5C34E443-D457-5741-A467-DF65DC05246E}" srcOrd="4" destOrd="0" presId="urn:microsoft.com/office/officeart/2005/8/layout/hierarchy2"/>
    <dgm:cxn modelId="{DEF6CF65-282D-644C-A394-ED95DBB1548C}" type="presParOf" srcId="{5C34E443-D457-5741-A467-DF65DC05246E}" destId="{CAE14276-1B66-DD44-B9F8-5A903236F4EB}" srcOrd="0" destOrd="0" presId="urn:microsoft.com/office/officeart/2005/8/layout/hierarchy2"/>
    <dgm:cxn modelId="{FD97E9FA-E97F-BB4C-96FF-D571F15CB5DF}" type="presParOf" srcId="{063D845C-7581-8C42-AFDE-55E5075C3531}" destId="{ADA80071-DF10-564B-B88B-BC76469524CD}" srcOrd="5" destOrd="0" presId="urn:microsoft.com/office/officeart/2005/8/layout/hierarchy2"/>
    <dgm:cxn modelId="{CEACA714-E108-F448-8DE0-A3F541982031}" type="presParOf" srcId="{ADA80071-DF10-564B-B88B-BC76469524CD}" destId="{6304C632-0F9C-2D4F-B9B3-A3D89F2433FF}" srcOrd="0" destOrd="0" presId="urn:microsoft.com/office/officeart/2005/8/layout/hierarchy2"/>
    <dgm:cxn modelId="{9CD262C8-E1D0-EA45-B7CE-BE30EFC23FE8}" type="presParOf" srcId="{ADA80071-DF10-564B-B88B-BC76469524CD}" destId="{0CBD0A0B-F3E4-8D4E-B946-9DC95B2F8F78}" srcOrd="1" destOrd="0" presId="urn:microsoft.com/office/officeart/2005/8/layout/hierarchy2"/>
    <dgm:cxn modelId="{5DBD7068-4CBC-3E43-B6C3-88B460179BA7}" type="presParOf" srcId="{063D845C-7581-8C42-AFDE-55E5075C3531}" destId="{158E23EA-CE60-E14C-BF52-1DF6BBD9E796}" srcOrd="6" destOrd="0" presId="urn:microsoft.com/office/officeart/2005/8/layout/hierarchy2"/>
    <dgm:cxn modelId="{6B66F00A-7372-F443-B461-ECD8123AC120}" type="presParOf" srcId="{158E23EA-CE60-E14C-BF52-1DF6BBD9E796}" destId="{BA8AD03B-3D5D-DD49-AE6A-DE8D24E7296E}" srcOrd="0" destOrd="0" presId="urn:microsoft.com/office/officeart/2005/8/layout/hierarchy2"/>
    <dgm:cxn modelId="{52674620-68D3-B744-B081-B225AE29D79E}" type="presParOf" srcId="{063D845C-7581-8C42-AFDE-55E5075C3531}" destId="{1723F4E3-56FC-264E-A3DF-D52508AE2C87}" srcOrd="7" destOrd="0" presId="urn:microsoft.com/office/officeart/2005/8/layout/hierarchy2"/>
    <dgm:cxn modelId="{BCB7E7BE-2B1D-A54F-B7A6-AF114C40D5BE}" type="presParOf" srcId="{1723F4E3-56FC-264E-A3DF-D52508AE2C87}" destId="{44D297E0-4B94-6C4F-8EF0-D58159D819E3}" srcOrd="0" destOrd="0" presId="urn:microsoft.com/office/officeart/2005/8/layout/hierarchy2"/>
    <dgm:cxn modelId="{23DE9B7E-E0D8-C446-84C9-A5A57914286F}" type="presParOf" srcId="{1723F4E3-56FC-264E-A3DF-D52508AE2C87}" destId="{1477A3FE-80F9-FD41-8324-A5CDC8655697}" srcOrd="1" destOrd="0" presId="urn:microsoft.com/office/officeart/2005/8/layout/hierarchy2"/>
    <dgm:cxn modelId="{1B497B7B-04D2-0445-B6EC-197EA0A61FE3}" type="presParOf" srcId="{4186936C-EB87-9E40-B365-4DD7E65130C5}" destId="{6959F4E7-EFF8-0E48-8475-23E726E068E5}" srcOrd="4" destOrd="0" presId="urn:microsoft.com/office/officeart/2005/8/layout/hierarchy2"/>
    <dgm:cxn modelId="{1ED2D688-2A87-AE43-A350-A0A6DB9BA630}" type="presParOf" srcId="{6959F4E7-EFF8-0E48-8475-23E726E068E5}" destId="{7851E23B-1CDB-7943-AA90-0842FFC1BAF7}" srcOrd="0" destOrd="0" presId="urn:microsoft.com/office/officeart/2005/8/layout/hierarchy2"/>
    <dgm:cxn modelId="{D795444C-4F17-CA40-A552-CA316286287E}" type="presParOf" srcId="{4186936C-EB87-9E40-B365-4DD7E65130C5}" destId="{6EFC072E-B9C3-F24F-A62C-3CA3ED88C3EC}" srcOrd="5" destOrd="0" presId="urn:microsoft.com/office/officeart/2005/8/layout/hierarchy2"/>
    <dgm:cxn modelId="{30461BBD-C1F1-CE4C-89EB-B98D3082F70A}" type="presParOf" srcId="{6EFC072E-B9C3-F24F-A62C-3CA3ED88C3EC}" destId="{648A2B67-A238-BE48-B8CB-6A4D32D3E6C9}" srcOrd="0" destOrd="0" presId="urn:microsoft.com/office/officeart/2005/8/layout/hierarchy2"/>
    <dgm:cxn modelId="{3AF97695-5B68-D242-9A2D-E98C3051AC33}" type="presParOf" srcId="{6EFC072E-B9C3-F24F-A62C-3CA3ED88C3EC}" destId="{2329DC19-7E35-A440-A0B7-457500E725EF}" srcOrd="1" destOrd="0" presId="urn:microsoft.com/office/officeart/2005/8/layout/hierarchy2"/>
    <dgm:cxn modelId="{EE7EA41C-C779-F948-9F15-1CA2E45B1DAA}" type="presParOf" srcId="{4186936C-EB87-9E40-B365-4DD7E65130C5}" destId="{03905061-E7D7-6047-96A4-168261485A02}" srcOrd="6" destOrd="0" presId="urn:microsoft.com/office/officeart/2005/8/layout/hierarchy2"/>
    <dgm:cxn modelId="{D3A1E4C8-6151-FF48-880A-437A8FF1B145}" type="presParOf" srcId="{03905061-E7D7-6047-96A4-168261485A02}" destId="{E8396F3A-C2AA-014A-92D6-49EEB40145AD}" srcOrd="0" destOrd="0" presId="urn:microsoft.com/office/officeart/2005/8/layout/hierarchy2"/>
    <dgm:cxn modelId="{D404B112-AC89-6544-9DBB-0AB17A03BF16}" type="presParOf" srcId="{4186936C-EB87-9E40-B365-4DD7E65130C5}" destId="{4484AA07-237C-1C42-BA11-27256F74BFFB}" srcOrd="7" destOrd="0" presId="urn:microsoft.com/office/officeart/2005/8/layout/hierarchy2"/>
    <dgm:cxn modelId="{3ABE55F4-72A9-1147-B28E-3165BD6C39AC}" type="presParOf" srcId="{4484AA07-237C-1C42-BA11-27256F74BFFB}" destId="{5CEEF364-42A6-F945-8CDA-C1B3E5DCC967}" srcOrd="0" destOrd="0" presId="urn:microsoft.com/office/officeart/2005/8/layout/hierarchy2"/>
    <dgm:cxn modelId="{97A40D8C-4C31-4443-9291-3BF28BC3C0D4}" type="presParOf" srcId="{4484AA07-237C-1C42-BA11-27256F74BFFB}" destId="{D67BFA00-2963-C84B-8848-261413A77ADE}" srcOrd="1" destOrd="0" presId="urn:microsoft.com/office/officeart/2005/8/layout/hierarchy2"/>
    <dgm:cxn modelId="{DB55893A-F021-0848-BD00-594A03DDA079}" type="presParOf" srcId="{D67BFA00-2963-C84B-8848-261413A77ADE}" destId="{A740A239-9D4A-5F40-AC0C-349E62287346}" srcOrd="0" destOrd="0" presId="urn:microsoft.com/office/officeart/2005/8/layout/hierarchy2"/>
    <dgm:cxn modelId="{08AE5E44-40CC-1942-B054-E15640B14AD5}" type="presParOf" srcId="{A740A239-9D4A-5F40-AC0C-349E62287346}" destId="{EAF9530B-7C49-A34A-A5C0-0C38FCE862FF}" srcOrd="0" destOrd="0" presId="urn:microsoft.com/office/officeart/2005/8/layout/hierarchy2"/>
    <dgm:cxn modelId="{79F4A816-A25B-A04E-A15C-CFF46B3D81E0}" type="presParOf" srcId="{D67BFA00-2963-C84B-8848-261413A77ADE}" destId="{52EC038E-5788-6248-95C4-B66084A22010}" srcOrd="1" destOrd="0" presId="urn:microsoft.com/office/officeart/2005/8/layout/hierarchy2"/>
    <dgm:cxn modelId="{D2DD7125-F07A-F04F-97FB-8053943ACDA8}" type="presParOf" srcId="{52EC038E-5788-6248-95C4-B66084A22010}" destId="{4761240C-11C7-B44F-A5E8-7E233FAB18ED}" srcOrd="0" destOrd="0" presId="urn:microsoft.com/office/officeart/2005/8/layout/hierarchy2"/>
    <dgm:cxn modelId="{8820C4ED-5DD1-464A-9B4F-E6E5296A528D}" type="presParOf" srcId="{52EC038E-5788-6248-95C4-B66084A22010}" destId="{220F4AE2-3D98-4B46-9040-DC14120C5919}" srcOrd="1" destOrd="0" presId="urn:microsoft.com/office/officeart/2005/8/layout/hierarchy2"/>
    <dgm:cxn modelId="{ABD9625D-9E3D-764C-8A91-874A9F1A4128}" type="presParOf" srcId="{4186936C-EB87-9E40-B365-4DD7E65130C5}" destId="{95A1EAA3-A1CB-6D48-A330-30EF6D631CD3}" srcOrd="8" destOrd="0" presId="urn:microsoft.com/office/officeart/2005/8/layout/hierarchy2"/>
    <dgm:cxn modelId="{19161CFB-5606-2945-BF66-8989E152D747}" type="presParOf" srcId="{95A1EAA3-A1CB-6D48-A330-30EF6D631CD3}" destId="{A67032D2-83F5-E740-93CA-8792BB0D05F0}" srcOrd="0" destOrd="0" presId="urn:microsoft.com/office/officeart/2005/8/layout/hierarchy2"/>
    <dgm:cxn modelId="{E681347A-057B-7346-A274-C39368B959CB}" type="presParOf" srcId="{4186936C-EB87-9E40-B365-4DD7E65130C5}" destId="{2C882B30-F8FE-6044-A075-FF1B6FC6B253}" srcOrd="9" destOrd="0" presId="urn:microsoft.com/office/officeart/2005/8/layout/hierarchy2"/>
    <dgm:cxn modelId="{FB7DCE9D-188B-524E-A52C-8F1066A8043B}" type="presParOf" srcId="{2C882B30-F8FE-6044-A075-FF1B6FC6B253}" destId="{05FF1A96-B645-E142-9192-1AC270D47D3D}" srcOrd="0" destOrd="0" presId="urn:microsoft.com/office/officeart/2005/8/layout/hierarchy2"/>
    <dgm:cxn modelId="{ABDBB416-78F6-794C-B926-2B4C590F6BDB}" type="presParOf" srcId="{2C882B30-F8FE-6044-A075-FF1B6FC6B253}" destId="{AAC8773E-C6E4-8B4A-AAE6-26561E9E099B}" srcOrd="1" destOrd="0" presId="urn:microsoft.com/office/officeart/2005/8/layout/hierarchy2"/>
    <dgm:cxn modelId="{58A680F1-9002-5640-A425-FFBB6666E4BC}" type="presParOf" srcId="{AAC8773E-C6E4-8B4A-AAE6-26561E9E099B}" destId="{C140A6ED-64B6-B949-A140-6530B16EB80E}" srcOrd="0" destOrd="0" presId="urn:microsoft.com/office/officeart/2005/8/layout/hierarchy2"/>
    <dgm:cxn modelId="{3FFE9AB4-4CF2-9F44-9299-14A418714C98}" type="presParOf" srcId="{C140A6ED-64B6-B949-A140-6530B16EB80E}" destId="{3353FFCE-1C2C-0D42-9E0D-336D5E21AEF8}" srcOrd="0" destOrd="0" presId="urn:microsoft.com/office/officeart/2005/8/layout/hierarchy2"/>
    <dgm:cxn modelId="{66E3A71C-7C9A-C546-A34C-081BB24B7C09}" type="presParOf" srcId="{AAC8773E-C6E4-8B4A-AAE6-26561E9E099B}" destId="{17087B8F-8D62-4342-8AFC-D050426E3313}" srcOrd="1" destOrd="0" presId="urn:microsoft.com/office/officeart/2005/8/layout/hierarchy2"/>
    <dgm:cxn modelId="{A4A55702-5222-5E4C-A2FF-BB7E22CD14F8}" type="presParOf" srcId="{17087B8F-8D62-4342-8AFC-D050426E3313}" destId="{9AD05E47-6C2D-E34D-BD84-C897F6A74828}" srcOrd="0" destOrd="0" presId="urn:microsoft.com/office/officeart/2005/8/layout/hierarchy2"/>
    <dgm:cxn modelId="{28E228DC-77DC-0E48-9446-9F10B5C5D167}" type="presParOf" srcId="{17087B8F-8D62-4342-8AFC-D050426E3313}" destId="{75A0E84A-2D9B-004D-B5C8-B38EBE1F2104}" srcOrd="1" destOrd="0" presId="urn:microsoft.com/office/officeart/2005/8/layout/hierarchy2"/>
    <dgm:cxn modelId="{3D0547C6-08A5-FB41-A094-8D6274672CC0}" type="presParOf" srcId="{4186936C-EB87-9E40-B365-4DD7E65130C5}" destId="{E68C944F-E299-944F-B6C5-A0BA7EBF2414}" srcOrd="10" destOrd="0" presId="urn:microsoft.com/office/officeart/2005/8/layout/hierarchy2"/>
    <dgm:cxn modelId="{DAAFCB8C-7121-9E43-B615-B6A7FE9A8151}" type="presParOf" srcId="{E68C944F-E299-944F-B6C5-A0BA7EBF2414}" destId="{BD302312-DECF-ED4C-B4C1-8362298845FC}" srcOrd="0" destOrd="0" presId="urn:microsoft.com/office/officeart/2005/8/layout/hierarchy2"/>
    <dgm:cxn modelId="{FE884DFC-3C9C-DB44-9E1E-132BBCC360E4}" type="presParOf" srcId="{4186936C-EB87-9E40-B365-4DD7E65130C5}" destId="{C781BDDC-B1BA-1441-B5FF-86EF2A56C47F}" srcOrd="11" destOrd="0" presId="urn:microsoft.com/office/officeart/2005/8/layout/hierarchy2"/>
    <dgm:cxn modelId="{3BDEC16C-AB23-894F-A25A-9871A3078729}" type="presParOf" srcId="{C781BDDC-B1BA-1441-B5FF-86EF2A56C47F}" destId="{A8470588-FE0F-5D48-9C98-1249FABDFD23}" srcOrd="0" destOrd="0" presId="urn:microsoft.com/office/officeart/2005/8/layout/hierarchy2"/>
    <dgm:cxn modelId="{004A75CE-3EE4-A548-ACBB-C26CECC29D20}" type="presParOf" srcId="{C781BDDC-B1BA-1441-B5FF-86EF2A56C47F}" destId="{17E3E3DC-52D8-704D-A68C-89D2DB03A511}" srcOrd="1" destOrd="0" presId="urn:microsoft.com/office/officeart/2005/8/layout/hierarchy2"/>
    <dgm:cxn modelId="{43CD3C9B-6C6B-334F-8CEE-717598D88287}" type="presParOf" srcId="{4186936C-EB87-9E40-B365-4DD7E65130C5}" destId="{76CBE1CE-740B-2B48-8DC6-3F19D5015878}" srcOrd="12" destOrd="0" presId="urn:microsoft.com/office/officeart/2005/8/layout/hierarchy2"/>
    <dgm:cxn modelId="{0BB96FEF-804F-D040-BDAD-3AC638B7A656}" type="presParOf" srcId="{76CBE1CE-740B-2B48-8DC6-3F19D5015878}" destId="{48BFD630-3182-FE43-A539-4771250FCB13}" srcOrd="0" destOrd="0" presId="urn:microsoft.com/office/officeart/2005/8/layout/hierarchy2"/>
    <dgm:cxn modelId="{E219AAF1-D63C-EE4A-873C-6554302C568E}" type="presParOf" srcId="{4186936C-EB87-9E40-B365-4DD7E65130C5}" destId="{97575F46-FA72-E84D-AE2A-BD0DA1F97B1E}" srcOrd="13" destOrd="0" presId="urn:microsoft.com/office/officeart/2005/8/layout/hierarchy2"/>
    <dgm:cxn modelId="{DADC4BB7-1267-F44B-A5D3-AD188537F0E5}" type="presParOf" srcId="{97575F46-FA72-E84D-AE2A-BD0DA1F97B1E}" destId="{EBEBBE9E-FE62-CA4B-AFB5-B69C966E067D}" srcOrd="0" destOrd="0" presId="urn:microsoft.com/office/officeart/2005/8/layout/hierarchy2"/>
    <dgm:cxn modelId="{29995723-0102-694F-BD2D-93B1856564C7}" type="presParOf" srcId="{97575F46-FA72-E84D-AE2A-BD0DA1F97B1E}" destId="{018F4998-5F0B-1144-8EA3-2FEA8760FBB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7A8D90-563F-3642-A2D5-EAC412658EA1}" type="doc">
      <dgm:prSet loTypeId="urn:microsoft.com/office/officeart/2008/layout/HalfCircleOrganizationChart" loCatId="" qsTypeId="urn:microsoft.com/office/officeart/2005/8/quickstyle/simple1" qsCatId="simple" csTypeId="urn:microsoft.com/office/officeart/2005/8/colors/accent1_2" csCatId="accent1" phldr="1"/>
      <dgm:spPr/>
      <dgm:t>
        <a:bodyPr/>
        <a:lstStyle/>
        <a:p>
          <a:endParaRPr lang="en-GB"/>
        </a:p>
      </dgm:t>
    </dgm:pt>
    <dgm:pt modelId="{B07E475A-4C20-7F4A-8A7D-7F7874E4EB76}">
      <dgm:prSet phldrT="[Text]"/>
      <dgm:spPr/>
      <dgm:t>
        <a:bodyPr/>
        <a:lstStyle/>
        <a:p>
          <a:r>
            <a:rPr lang="en-GB" dirty="0"/>
            <a:t>Machine Learning</a:t>
          </a:r>
        </a:p>
      </dgm:t>
    </dgm:pt>
    <dgm:pt modelId="{30FAA0E3-4542-A445-B652-062D1C969D67}" type="parTrans" cxnId="{AD7D9C61-D184-2A47-BE94-98079767DB7A}">
      <dgm:prSet/>
      <dgm:spPr/>
      <dgm:t>
        <a:bodyPr/>
        <a:lstStyle/>
        <a:p>
          <a:endParaRPr lang="en-GB"/>
        </a:p>
      </dgm:t>
    </dgm:pt>
    <dgm:pt modelId="{AC134E7F-22A2-754B-A85B-40602B41D2D8}" type="sibTrans" cxnId="{AD7D9C61-D184-2A47-BE94-98079767DB7A}">
      <dgm:prSet/>
      <dgm:spPr/>
      <dgm:t>
        <a:bodyPr/>
        <a:lstStyle/>
        <a:p>
          <a:endParaRPr lang="en-GB"/>
        </a:p>
      </dgm:t>
    </dgm:pt>
    <dgm:pt modelId="{65D0F5B8-278B-194D-B4E7-162FE61FC98C}">
      <dgm:prSet phldrT="[Text]"/>
      <dgm:spPr/>
      <dgm:t>
        <a:bodyPr/>
        <a:lstStyle/>
        <a:p>
          <a:r>
            <a:rPr lang="en-GB" dirty="0"/>
            <a:t>Supervised</a:t>
          </a:r>
        </a:p>
      </dgm:t>
    </dgm:pt>
    <dgm:pt modelId="{32C16310-D3AD-574A-9F8F-D092F63C3FC4}" type="parTrans" cxnId="{1E2BD86B-400B-BF4B-8451-6B7D981FB05D}">
      <dgm:prSet/>
      <dgm:spPr/>
      <dgm:t>
        <a:bodyPr/>
        <a:lstStyle/>
        <a:p>
          <a:endParaRPr lang="en-GB"/>
        </a:p>
      </dgm:t>
    </dgm:pt>
    <dgm:pt modelId="{4D737AA8-76DF-DD41-A3C9-1C2807750A5A}" type="sibTrans" cxnId="{1E2BD86B-400B-BF4B-8451-6B7D981FB05D}">
      <dgm:prSet/>
      <dgm:spPr/>
      <dgm:t>
        <a:bodyPr/>
        <a:lstStyle/>
        <a:p>
          <a:endParaRPr lang="en-GB"/>
        </a:p>
      </dgm:t>
    </dgm:pt>
    <dgm:pt modelId="{B7463067-1763-A440-95F2-FFAF0D914151}">
      <dgm:prSet phldrT="[Text]"/>
      <dgm:spPr/>
      <dgm:t>
        <a:bodyPr/>
        <a:lstStyle/>
        <a:p>
          <a:r>
            <a:rPr lang="en-GB" dirty="0"/>
            <a:t>Reinforcement</a:t>
          </a:r>
        </a:p>
      </dgm:t>
    </dgm:pt>
    <dgm:pt modelId="{E8663555-0347-9E4A-89B9-B099406FB369}" type="parTrans" cxnId="{FC182F65-4901-7E4C-8EDC-097BB305FB55}">
      <dgm:prSet/>
      <dgm:spPr/>
      <dgm:t>
        <a:bodyPr/>
        <a:lstStyle/>
        <a:p>
          <a:endParaRPr lang="en-GB"/>
        </a:p>
      </dgm:t>
    </dgm:pt>
    <dgm:pt modelId="{9B01667C-6FE6-DE41-925B-05F6CE70D872}" type="sibTrans" cxnId="{FC182F65-4901-7E4C-8EDC-097BB305FB55}">
      <dgm:prSet/>
      <dgm:spPr/>
      <dgm:t>
        <a:bodyPr/>
        <a:lstStyle/>
        <a:p>
          <a:endParaRPr lang="en-GB"/>
        </a:p>
      </dgm:t>
    </dgm:pt>
    <dgm:pt modelId="{DB830E21-8E7A-D64B-A3F1-EB6130087865}">
      <dgm:prSet/>
      <dgm:spPr/>
      <dgm:t>
        <a:bodyPr/>
        <a:lstStyle/>
        <a:p>
          <a:r>
            <a:rPr lang="en-GB" dirty="0"/>
            <a:t>Unsupervised</a:t>
          </a:r>
        </a:p>
      </dgm:t>
    </dgm:pt>
    <dgm:pt modelId="{AD93230C-4593-3C4A-A8F3-3EB3BDCCB280}" type="parTrans" cxnId="{80E14592-B6BA-E440-800C-7B4E2110381C}">
      <dgm:prSet/>
      <dgm:spPr/>
      <dgm:t>
        <a:bodyPr/>
        <a:lstStyle/>
        <a:p>
          <a:endParaRPr lang="en-GB"/>
        </a:p>
      </dgm:t>
    </dgm:pt>
    <dgm:pt modelId="{0DE6A770-F0DD-374A-B5BC-B7B137C2FEBD}" type="sibTrans" cxnId="{80E14592-B6BA-E440-800C-7B4E2110381C}">
      <dgm:prSet/>
      <dgm:spPr/>
      <dgm:t>
        <a:bodyPr/>
        <a:lstStyle/>
        <a:p>
          <a:endParaRPr lang="en-GB"/>
        </a:p>
      </dgm:t>
    </dgm:pt>
    <dgm:pt modelId="{AF3E63DA-8935-0748-81A3-DE5AF63986D7}">
      <dgm:prSet/>
      <dgm:spPr/>
      <dgm:t>
        <a:bodyPr/>
        <a:lstStyle/>
        <a:p>
          <a:r>
            <a:rPr lang="en-GB" dirty="0"/>
            <a:t>Continuous</a:t>
          </a:r>
        </a:p>
      </dgm:t>
    </dgm:pt>
    <dgm:pt modelId="{816E829C-C26E-4D4B-84B4-EC7A36D5687C}" type="parTrans" cxnId="{09ADDAED-8F7D-4B43-9831-C7B1123EFA0C}">
      <dgm:prSet/>
      <dgm:spPr/>
      <dgm:t>
        <a:bodyPr/>
        <a:lstStyle/>
        <a:p>
          <a:endParaRPr lang="en-GB"/>
        </a:p>
      </dgm:t>
    </dgm:pt>
    <dgm:pt modelId="{79B352BD-7431-B249-B7C6-2418BC0ADC0D}" type="sibTrans" cxnId="{09ADDAED-8F7D-4B43-9831-C7B1123EFA0C}">
      <dgm:prSet/>
      <dgm:spPr/>
      <dgm:t>
        <a:bodyPr/>
        <a:lstStyle/>
        <a:p>
          <a:endParaRPr lang="en-GB"/>
        </a:p>
      </dgm:t>
    </dgm:pt>
    <dgm:pt modelId="{76328D07-0A0F-3242-8D2A-874596194ACA}">
      <dgm:prSet/>
      <dgm:spPr/>
      <dgm:t>
        <a:bodyPr/>
        <a:lstStyle/>
        <a:p>
          <a:r>
            <a:rPr lang="en-GB" dirty="0"/>
            <a:t>Regression</a:t>
          </a:r>
        </a:p>
      </dgm:t>
    </dgm:pt>
    <dgm:pt modelId="{F213F402-5E07-A34C-AC14-C40F854D87AE}" type="parTrans" cxnId="{223333C6-57BC-F641-8892-75D94758588A}">
      <dgm:prSet/>
      <dgm:spPr/>
      <dgm:t>
        <a:bodyPr/>
        <a:lstStyle/>
        <a:p>
          <a:endParaRPr lang="en-GB"/>
        </a:p>
      </dgm:t>
    </dgm:pt>
    <dgm:pt modelId="{9FE5680E-C9C8-1548-8233-596944453A0F}" type="sibTrans" cxnId="{223333C6-57BC-F641-8892-75D94758588A}">
      <dgm:prSet/>
      <dgm:spPr/>
      <dgm:t>
        <a:bodyPr/>
        <a:lstStyle/>
        <a:p>
          <a:endParaRPr lang="en-GB"/>
        </a:p>
      </dgm:t>
    </dgm:pt>
    <dgm:pt modelId="{9DCF91BE-4D8D-DF4F-840C-79DC31A157E3}">
      <dgm:prSet/>
      <dgm:spPr/>
      <dgm:t>
        <a:bodyPr/>
        <a:lstStyle/>
        <a:p>
          <a:r>
            <a:rPr lang="en-GB" dirty="0"/>
            <a:t>Discrete</a:t>
          </a:r>
        </a:p>
      </dgm:t>
    </dgm:pt>
    <dgm:pt modelId="{4DAF309D-5CB5-7D47-B24F-EC648CC9A568}" type="parTrans" cxnId="{7A993AEF-70E4-B24F-ADE7-E6BC1D832902}">
      <dgm:prSet/>
      <dgm:spPr/>
      <dgm:t>
        <a:bodyPr/>
        <a:lstStyle/>
        <a:p>
          <a:endParaRPr lang="en-GB"/>
        </a:p>
      </dgm:t>
    </dgm:pt>
    <dgm:pt modelId="{3A834AFE-C4E9-3E48-A116-E411B54A0FA0}" type="sibTrans" cxnId="{7A993AEF-70E4-B24F-ADE7-E6BC1D832902}">
      <dgm:prSet/>
      <dgm:spPr/>
      <dgm:t>
        <a:bodyPr/>
        <a:lstStyle/>
        <a:p>
          <a:endParaRPr lang="en-GB"/>
        </a:p>
      </dgm:t>
    </dgm:pt>
    <dgm:pt modelId="{7E0EFC48-52F7-E742-8EDD-ECF682E91E3A}">
      <dgm:prSet/>
      <dgm:spPr/>
      <dgm:t>
        <a:bodyPr/>
        <a:lstStyle/>
        <a:p>
          <a:r>
            <a:rPr lang="en-GB" dirty="0"/>
            <a:t>Classification</a:t>
          </a:r>
        </a:p>
      </dgm:t>
    </dgm:pt>
    <dgm:pt modelId="{BAE81520-E07C-284E-AEA2-30A8004FF7BA}" type="parTrans" cxnId="{5D627002-521E-014F-9194-D3AED46DD39B}">
      <dgm:prSet/>
      <dgm:spPr/>
      <dgm:t>
        <a:bodyPr/>
        <a:lstStyle/>
        <a:p>
          <a:endParaRPr lang="en-GB"/>
        </a:p>
      </dgm:t>
    </dgm:pt>
    <dgm:pt modelId="{60F0B7FE-FB37-FD48-A5D8-9C9846DD5D35}" type="sibTrans" cxnId="{5D627002-521E-014F-9194-D3AED46DD39B}">
      <dgm:prSet/>
      <dgm:spPr/>
      <dgm:t>
        <a:bodyPr/>
        <a:lstStyle/>
        <a:p>
          <a:endParaRPr lang="en-GB"/>
        </a:p>
      </dgm:t>
    </dgm:pt>
    <dgm:pt modelId="{FEA19689-A907-544C-AF19-36DF11982B11}">
      <dgm:prSet/>
      <dgm:spPr/>
      <dgm:t>
        <a:bodyPr/>
        <a:lstStyle/>
        <a:p>
          <a:r>
            <a:rPr lang="en-GB" dirty="0"/>
            <a:t>No target variable</a:t>
          </a:r>
        </a:p>
      </dgm:t>
    </dgm:pt>
    <dgm:pt modelId="{F87F35E3-4ECD-5B48-B867-0160842AF3ED}" type="parTrans" cxnId="{3847A231-AF50-1740-B053-A89767E52727}">
      <dgm:prSet/>
      <dgm:spPr/>
      <dgm:t>
        <a:bodyPr/>
        <a:lstStyle/>
        <a:p>
          <a:endParaRPr lang="en-GB"/>
        </a:p>
      </dgm:t>
    </dgm:pt>
    <dgm:pt modelId="{082A8DEC-E759-524A-979A-6104E7B8256A}" type="sibTrans" cxnId="{3847A231-AF50-1740-B053-A89767E52727}">
      <dgm:prSet/>
      <dgm:spPr/>
      <dgm:t>
        <a:bodyPr/>
        <a:lstStyle/>
        <a:p>
          <a:endParaRPr lang="en-GB"/>
        </a:p>
      </dgm:t>
    </dgm:pt>
    <dgm:pt modelId="{F67F47C5-77E6-6840-B2E3-CACCEF7A93CC}">
      <dgm:prSet/>
      <dgm:spPr/>
      <dgm:t>
        <a:bodyPr/>
        <a:lstStyle/>
        <a:p>
          <a:r>
            <a:rPr lang="en-GB" dirty="0"/>
            <a:t>Clustering</a:t>
          </a:r>
        </a:p>
      </dgm:t>
    </dgm:pt>
    <dgm:pt modelId="{BCE2D8C3-20DC-F845-BE3D-9B8DA3266FB7}" type="parTrans" cxnId="{D737349D-AA9A-2240-9223-B37DD2D4FC20}">
      <dgm:prSet/>
      <dgm:spPr/>
      <dgm:t>
        <a:bodyPr/>
        <a:lstStyle/>
        <a:p>
          <a:endParaRPr lang="en-GB"/>
        </a:p>
      </dgm:t>
    </dgm:pt>
    <dgm:pt modelId="{6E7E2C8F-C099-5145-B3BE-1415FA676804}" type="sibTrans" cxnId="{D737349D-AA9A-2240-9223-B37DD2D4FC20}">
      <dgm:prSet/>
      <dgm:spPr/>
      <dgm:t>
        <a:bodyPr/>
        <a:lstStyle/>
        <a:p>
          <a:endParaRPr lang="en-GB"/>
        </a:p>
      </dgm:t>
    </dgm:pt>
    <dgm:pt modelId="{F5B78031-34E2-894E-9B25-99792F4BDAD8}">
      <dgm:prSet/>
      <dgm:spPr/>
      <dgm:t>
        <a:bodyPr/>
        <a:lstStyle/>
        <a:p>
          <a:r>
            <a:rPr lang="en-GB" dirty="0"/>
            <a:t>Association</a:t>
          </a:r>
        </a:p>
      </dgm:t>
    </dgm:pt>
    <dgm:pt modelId="{393A97DB-3E6B-BB4F-945B-B4D9E761DB45}" type="parTrans" cxnId="{59E3F2B2-3A38-8545-B3A7-143F8D46E074}">
      <dgm:prSet/>
      <dgm:spPr/>
      <dgm:t>
        <a:bodyPr/>
        <a:lstStyle/>
        <a:p>
          <a:endParaRPr lang="en-GB"/>
        </a:p>
      </dgm:t>
    </dgm:pt>
    <dgm:pt modelId="{D269A601-8EDB-CE41-9627-CD172A82C722}" type="sibTrans" cxnId="{59E3F2B2-3A38-8545-B3A7-143F8D46E074}">
      <dgm:prSet/>
      <dgm:spPr/>
      <dgm:t>
        <a:bodyPr/>
        <a:lstStyle/>
        <a:p>
          <a:endParaRPr lang="en-GB"/>
        </a:p>
      </dgm:t>
    </dgm:pt>
    <dgm:pt modelId="{C05587E1-E5CF-2744-9C45-75F2252BFFBB}">
      <dgm:prSet/>
      <dgm:spPr/>
      <dgm:t>
        <a:bodyPr/>
        <a:lstStyle/>
        <a:p>
          <a:r>
            <a:rPr lang="en-GB" dirty="0"/>
            <a:t>Continuous</a:t>
          </a:r>
        </a:p>
      </dgm:t>
    </dgm:pt>
    <dgm:pt modelId="{1023C816-C53E-534B-A8A9-4E475AF45A03}" type="parTrans" cxnId="{DF0B9090-7D60-6C4E-A493-2F4B472CE408}">
      <dgm:prSet/>
      <dgm:spPr/>
      <dgm:t>
        <a:bodyPr/>
        <a:lstStyle/>
        <a:p>
          <a:endParaRPr lang="en-GB"/>
        </a:p>
      </dgm:t>
    </dgm:pt>
    <dgm:pt modelId="{A8ED484A-8E73-8444-929C-F1B4EC7527EC}" type="sibTrans" cxnId="{DF0B9090-7D60-6C4E-A493-2F4B472CE408}">
      <dgm:prSet/>
      <dgm:spPr/>
      <dgm:t>
        <a:bodyPr/>
        <a:lstStyle/>
        <a:p>
          <a:endParaRPr lang="en-GB"/>
        </a:p>
      </dgm:t>
    </dgm:pt>
    <dgm:pt modelId="{670AA7E3-3AA8-A443-B448-16440FFDCCD2}">
      <dgm:prSet/>
      <dgm:spPr/>
      <dgm:t>
        <a:bodyPr/>
        <a:lstStyle/>
        <a:p>
          <a:r>
            <a:rPr lang="en-GB" dirty="0"/>
            <a:t>No target variable</a:t>
          </a:r>
        </a:p>
      </dgm:t>
    </dgm:pt>
    <dgm:pt modelId="{9EA45F85-1ED3-8B4E-8202-D58C888C4D19}" type="parTrans" cxnId="{1B9027C0-8BBB-9343-B8EE-FF9ACAAEAA11}">
      <dgm:prSet/>
      <dgm:spPr/>
      <dgm:t>
        <a:bodyPr/>
        <a:lstStyle/>
        <a:p>
          <a:endParaRPr lang="en-GB"/>
        </a:p>
      </dgm:t>
    </dgm:pt>
    <dgm:pt modelId="{A1A4F16A-99F8-5E45-AFA9-A60B7B2F998E}" type="sibTrans" cxnId="{1B9027C0-8BBB-9343-B8EE-FF9ACAAEAA11}">
      <dgm:prSet/>
      <dgm:spPr/>
      <dgm:t>
        <a:bodyPr/>
        <a:lstStyle/>
        <a:p>
          <a:endParaRPr lang="en-GB"/>
        </a:p>
      </dgm:t>
    </dgm:pt>
    <dgm:pt modelId="{1F0827B2-492C-2A44-8E7F-904CE1E27273}">
      <dgm:prSet/>
      <dgm:spPr/>
      <dgm:t>
        <a:bodyPr/>
        <a:lstStyle/>
        <a:p>
          <a:r>
            <a:rPr lang="en-GB" dirty="0"/>
            <a:t>Classification</a:t>
          </a:r>
        </a:p>
      </dgm:t>
    </dgm:pt>
    <dgm:pt modelId="{9DDBB2C9-3F6E-ED48-88DF-B52F91472984}" type="parTrans" cxnId="{4FBB9B5B-4A50-AD4C-9E7E-AA56DB38B94E}">
      <dgm:prSet/>
      <dgm:spPr/>
      <dgm:t>
        <a:bodyPr/>
        <a:lstStyle/>
        <a:p>
          <a:endParaRPr lang="en-GB"/>
        </a:p>
      </dgm:t>
    </dgm:pt>
    <dgm:pt modelId="{6C12CFD7-524F-4A4C-AB55-4B038600716C}" type="sibTrans" cxnId="{4FBB9B5B-4A50-AD4C-9E7E-AA56DB38B94E}">
      <dgm:prSet/>
      <dgm:spPr/>
      <dgm:t>
        <a:bodyPr/>
        <a:lstStyle/>
        <a:p>
          <a:endParaRPr lang="en-GB"/>
        </a:p>
      </dgm:t>
    </dgm:pt>
    <dgm:pt modelId="{E8A50A18-7D8B-5642-BA6B-00884952A95B}">
      <dgm:prSet/>
      <dgm:spPr/>
      <dgm:t>
        <a:bodyPr/>
        <a:lstStyle/>
        <a:p>
          <a:r>
            <a:rPr lang="en-GB" dirty="0"/>
            <a:t>Control</a:t>
          </a:r>
        </a:p>
      </dgm:t>
    </dgm:pt>
    <dgm:pt modelId="{BC913368-1F88-304C-BA12-8C2193805DBC}" type="parTrans" cxnId="{5E2A02B0-DB1E-8442-A9E7-1567BB13557F}">
      <dgm:prSet/>
      <dgm:spPr/>
      <dgm:t>
        <a:bodyPr/>
        <a:lstStyle/>
        <a:p>
          <a:endParaRPr lang="en-GB"/>
        </a:p>
      </dgm:t>
    </dgm:pt>
    <dgm:pt modelId="{BAD735AF-DFA0-BF45-8CE7-7BF9D10C7D31}" type="sibTrans" cxnId="{5E2A02B0-DB1E-8442-A9E7-1567BB13557F}">
      <dgm:prSet/>
      <dgm:spPr/>
      <dgm:t>
        <a:bodyPr/>
        <a:lstStyle/>
        <a:p>
          <a:endParaRPr lang="en-GB"/>
        </a:p>
      </dgm:t>
    </dgm:pt>
    <dgm:pt modelId="{C593B4D1-4C4B-C44E-8FFA-DEF547FC0AFF}" type="pres">
      <dgm:prSet presAssocID="{0D7A8D90-563F-3642-A2D5-EAC412658EA1}" presName="Name0" presStyleCnt="0">
        <dgm:presLayoutVars>
          <dgm:orgChart val="1"/>
          <dgm:chPref val="1"/>
          <dgm:dir/>
          <dgm:animOne val="branch"/>
          <dgm:animLvl val="lvl"/>
          <dgm:resizeHandles/>
        </dgm:presLayoutVars>
      </dgm:prSet>
      <dgm:spPr/>
      <dgm:t>
        <a:bodyPr/>
        <a:lstStyle/>
        <a:p>
          <a:endParaRPr lang="en-US"/>
        </a:p>
      </dgm:t>
    </dgm:pt>
    <dgm:pt modelId="{C6BD5FFE-9854-C240-9DCB-B3BA40427F90}" type="pres">
      <dgm:prSet presAssocID="{B07E475A-4C20-7F4A-8A7D-7F7874E4EB76}" presName="hierRoot1" presStyleCnt="0">
        <dgm:presLayoutVars>
          <dgm:hierBranch val="init"/>
        </dgm:presLayoutVars>
      </dgm:prSet>
      <dgm:spPr/>
    </dgm:pt>
    <dgm:pt modelId="{57298301-F2A6-CE40-A2E4-01873ED424E5}" type="pres">
      <dgm:prSet presAssocID="{B07E475A-4C20-7F4A-8A7D-7F7874E4EB76}" presName="rootComposite1" presStyleCnt="0"/>
      <dgm:spPr/>
    </dgm:pt>
    <dgm:pt modelId="{75B6835E-E397-6A4C-A518-AEEC16611B70}" type="pres">
      <dgm:prSet presAssocID="{B07E475A-4C20-7F4A-8A7D-7F7874E4EB76}" presName="rootText1" presStyleLbl="alignAcc1" presStyleIdx="0" presStyleCnt="0">
        <dgm:presLayoutVars>
          <dgm:chPref val="3"/>
        </dgm:presLayoutVars>
      </dgm:prSet>
      <dgm:spPr/>
      <dgm:t>
        <a:bodyPr/>
        <a:lstStyle/>
        <a:p>
          <a:endParaRPr lang="en-US"/>
        </a:p>
      </dgm:t>
    </dgm:pt>
    <dgm:pt modelId="{A5A5B1A9-1EBA-8C41-A919-8E002D318711}" type="pres">
      <dgm:prSet presAssocID="{B07E475A-4C20-7F4A-8A7D-7F7874E4EB76}" presName="topArc1" presStyleLbl="parChTrans1D1" presStyleIdx="0" presStyleCnt="30"/>
      <dgm:spPr/>
    </dgm:pt>
    <dgm:pt modelId="{9DA7CA9B-4EE5-BB44-B1D9-FF8554D90DDC}" type="pres">
      <dgm:prSet presAssocID="{B07E475A-4C20-7F4A-8A7D-7F7874E4EB76}" presName="bottomArc1" presStyleLbl="parChTrans1D1" presStyleIdx="1" presStyleCnt="30"/>
      <dgm:spPr/>
    </dgm:pt>
    <dgm:pt modelId="{B30A2A80-BE36-5142-86A9-C09EF51520C4}" type="pres">
      <dgm:prSet presAssocID="{B07E475A-4C20-7F4A-8A7D-7F7874E4EB76}" presName="topConnNode1" presStyleLbl="node1" presStyleIdx="0" presStyleCnt="0"/>
      <dgm:spPr/>
      <dgm:t>
        <a:bodyPr/>
        <a:lstStyle/>
        <a:p>
          <a:endParaRPr lang="en-US"/>
        </a:p>
      </dgm:t>
    </dgm:pt>
    <dgm:pt modelId="{C55A006F-9397-D34B-B864-CFB06ABC3003}" type="pres">
      <dgm:prSet presAssocID="{B07E475A-4C20-7F4A-8A7D-7F7874E4EB76}" presName="hierChild2" presStyleCnt="0"/>
      <dgm:spPr/>
    </dgm:pt>
    <dgm:pt modelId="{128877DC-7336-464B-9815-5C0055AD1FD4}" type="pres">
      <dgm:prSet presAssocID="{32C16310-D3AD-574A-9F8F-D092F63C3FC4}" presName="Name28" presStyleLbl="parChTrans1D2" presStyleIdx="0" presStyleCnt="3"/>
      <dgm:spPr/>
      <dgm:t>
        <a:bodyPr/>
        <a:lstStyle/>
        <a:p>
          <a:endParaRPr lang="en-US"/>
        </a:p>
      </dgm:t>
    </dgm:pt>
    <dgm:pt modelId="{C32B97F3-A652-AA49-B787-DF31000F9CEA}" type="pres">
      <dgm:prSet presAssocID="{65D0F5B8-278B-194D-B4E7-162FE61FC98C}" presName="hierRoot2" presStyleCnt="0">
        <dgm:presLayoutVars>
          <dgm:hierBranch val="init"/>
        </dgm:presLayoutVars>
      </dgm:prSet>
      <dgm:spPr/>
    </dgm:pt>
    <dgm:pt modelId="{2AE52BAF-6C46-704A-9D1F-CF41F8AF7279}" type="pres">
      <dgm:prSet presAssocID="{65D0F5B8-278B-194D-B4E7-162FE61FC98C}" presName="rootComposite2" presStyleCnt="0"/>
      <dgm:spPr/>
    </dgm:pt>
    <dgm:pt modelId="{8DE7FBA2-37B9-6748-B372-F063B5962BDE}" type="pres">
      <dgm:prSet presAssocID="{65D0F5B8-278B-194D-B4E7-162FE61FC98C}" presName="rootText2" presStyleLbl="alignAcc1" presStyleIdx="0" presStyleCnt="0">
        <dgm:presLayoutVars>
          <dgm:chPref val="3"/>
        </dgm:presLayoutVars>
      </dgm:prSet>
      <dgm:spPr/>
      <dgm:t>
        <a:bodyPr/>
        <a:lstStyle/>
        <a:p>
          <a:endParaRPr lang="en-US"/>
        </a:p>
      </dgm:t>
    </dgm:pt>
    <dgm:pt modelId="{7B12E7EB-9A8F-8442-9D1A-CB35B91A9ECE}" type="pres">
      <dgm:prSet presAssocID="{65D0F5B8-278B-194D-B4E7-162FE61FC98C}" presName="topArc2" presStyleLbl="parChTrans1D1" presStyleIdx="2" presStyleCnt="30"/>
      <dgm:spPr/>
    </dgm:pt>
    <dgm:pt modelId="{91B6DD64-519A-9549-8694-4CD59CA8DC1F}" type="pres">
      <dgm:prSet presAssocID="{65D0F5B8-278B-194D-B4E7-162FE61FC98C}" presName="bottomArc2" presStyleLbl="parChTrans1D1" presStyleIdx="3" presStyleCnt="30"/>
      <dgm:spPr/>
    </dgm:pt>
    <dgm:pt modelId="{10FE74B4-83D5-2947-87B1-CF6F0993220A}" type="pres">
      <dgm:prSet presAssocID="{65D0F5B8-278B-194D-B4E7-162FE61FC98C}" presName="topConnNode2" presStyleLbl="node2" presStyleIdx="0" presStyleCnt="0"/>
      <dgm:spPr/>
      <dgm:t>
        <a:bodyPr/>
        <a:lstStyle/>
        <a:p>
          <a:endParaRPr lang="en-US"/>
        </a:p>
      </dgm:t>
    </dgm:pt>
    <dgm:pt modelId="{BECC7E1F-0074-634A-B227-0FE39B56067C}" type="pres">
      <dgm:prSet presAssocID="{65D0F5B8-278B-194D-B4E7-162FE61FC98C}" presName="hierChild4" presStyleCnt="0"/>
      <dgm:spPr/>
    </dgm:pt>
    <dgm:pt modelId="{748F260D-9947-6344-BF03-00184C4A0139}" type="pres">
      <dgm:prSet presAssocID="{816E829C-C26E-4D4B-84B4-EC7A36D5687C}" presName="Name28" presStyleLbl="parChTrans1D3" presStyleIdx="0" presStyleCnt="5"/>
      <dgm:spPr/>
      <dgm:t>
        <a:bodyPr/>
        <a:lstStyle/>
        <a:p>
          <a:endParaRPr lang="en-US"/>
        </a:p>
      </dgm:t>
    </dgm:pt>
    <dgm:pt modelId="{FB0889A6-7F02-A341-B33A-1BAC74F980DB}" type="pres">
      <dgm:prSet presAssocID="{AF3E63DA-8935-0748-81A3-DE5AF63986D7}" presName="hierRoot2" presStyleCnt="0">
        <dgm:presLayoutVars>
          <dgm:hierBranch val="init"/>
        </dgm:presLayoutVars>
      </dgm:prSet>
      <dgm:spPr/>
    </dgm:pt>
    <dgm:pt modelId="{875C0804-153C-6E45-B6F0-D4B512A07356}" type="pres">
      <dgm:prSet presAssocID="{AF3E63DA-8935-0748-81A3-DE5AF63986D7}" presName="rootComposite2" presStyleCnt="0"/>
      <dgm:spPr/>
    </dgm:pt>
    <dgm:pt modelId="{0210C15E-FA6A-0A4B-9A2D-F8A2D959BBAF}" type="pres">
      <dgm:prSet presAssocID="{AF3E63DA-8935-0748-81A3-DE5AF63986D7}" presName="rootText2" presStyleLbl="alignAcc1" presStyleIdx="0" presStyleCnt="0">
        <dgm:presLayoutVars>
          <dgm:chPref val="3"/>
        </dgm:presLayoutVars>
      </dgm:prSet>
      <dgm:spPr/>
      <dgm:t>
        <a:bodyPr/>
        <a:lstStyle/>
        <a:p>
          <a:endParaRPr lang="en-US"/>
        </a:p>
      </dgm:t>
    </dgm:pt>
    <dgm:pt modelId="{E16671B3-69D2-3E46-AD61-F0379B7D2474}" type="pres">
      <dgm:prSet presAssocID="{AF3E63DA-8935-0748-81A3-DE5AF63986D7}" presName="topArc2" presStyleLbl="parChTrans1D1" presStyleIdx="4" presStyleCnt="30"/>
      <dgm:spPr/>
    </dgm:pt>
    <dgm:pt modelId="{B23527FE-1688-064D-87CA-E870BB41F7CF}" type="pres">
      <dgm:prSet presAssocID="{AF3E63DA-8935-0748-81A3-DE5AF63986D7}" presName="bottomArc2" presStyleLbl="parChTrans1D1" presStyleIdx="5" presStyleCnt="30"/>
      <dgm:spPr/>
    </dgm:pt>
    <dgm:pt modelId="{9BDA36F0-E457-5A47-9E5F-A5EC198E224C}" type="pres">
      <dgm:prSet presAssocID="{AF3E63DA-8935-0748-81A3-DE5AF63986D7}" presName="topConnNode2" presStyleLbl="node3" presStyleIdx="0" presStyleCnt="0"/>
      <dgm:spPr/>
      <dgm:t>
        <a:bodyPr/>
        <a:lstStyle/>
        <a:p>
          <a:endParaRPr lang="en-US"/>
        </a:p>
      </dgm:t>
    </dgm:pt>
    <dgm:pt modelId="{AE2F5D3C-0A29-1A4A-BD68-7F0032FF5502}" type="pres">
      <dgm:prSet presAssocID="{AF3E63DA-8935-0748-81A3-DE5AF63986D7}" presName="hierChild4" presStyleCnt="0"/>
      <dgm:spPr/>
    </dgm:pt>
    <dgm:pt modelId="{43D7A7AA-F0E9-BE43-963D-49A5A8CB905A}" type="pres">
      <dgm:prSet presAssocID="{F213F402-5E07-A34C-AC14-C40F854D87AE}" presName="Name28" presStyleLbl="parChTrans1D4" presStyleIdx="0" presStyleCnt="6"/>
      <dgm:spPr/>
      <dgm:t>
        <a:bodyPr/>
        <a:lstStyle/>
        <a:p>
          <a:endParaRPr lang="en-US"/>
        </a:p>
      </dgm:t>
    </dgm:pt>
    <dgm:pt modelId="{B6F3C03B-F9CE-5C42-AEEA-312EF423319B}" type="pres">
      <dgm:prSet presAssocID="{76328D07-0A0F-3242-8D2A-874596194ACA}" presName="hierRoot2" presStyleCnt="0">
        <dgm:presLayoutVars>
          <dgm:hierBranch val="init"/>
        </dgm:presLayoutVars>
      </dgm:prSet>
      <dgm:spPr/>
    </dgm:pt>
    <dgm:pt modelId="{24653CE3-6711-154B-B931-C24CF7C9325C}" type="pres">
      <dgm:prSet presAssocID="{76328D07-0A0F-3242-8D2A-874596194ACA}" presName="rootComposite2" presStyleCnt="0"/>
      <dgm:spPr/>
    </dgm:pt>
    <dgm:pt modelId="{5D4C9970-95A9-3841-A226-05833C13BAAA}" type="pres">
      <dgm:prSet presAssocID="{76328D07-0A0F-3242-8D2A-874596194ACA}" presName="rootText2" presStyleLbl="alignAcc1" presStyleIdx="0" presStyleCnt="0" custLinFactNeighborY="-908">
        <dgm:presLayoutVars>
          <dgm:chPref val="3"/>
        </dgm:presLayoutVars>
      </dgm:prSet>
      <dgm:spPr/>
      <dgm:t>
        <a:bodyPr/>
        <a:lstStyle/>
        <a:p>
          <a:endParaRPr lang="en-US"/>
        </a:p>
      </dgm:t>
    </dgm:pt>
    <dgm:pt modelId="{E0F12F87-E321-6C48-8C2A-7E72F4F6B1E2}" type="pres">
      <dgm:prSet presAssocID="{76328D07-0A0F-3242-8D2A-874596194ACA}" presName="topArc2" presStyleLbl="parChTrans1D1" presStyleIdx="6" presStyleCnt="30"/>
      <dgm:spPr/>
    </dgm:pt>
    <dgm:pt modelId="{E13CADC5-5022-3D43-9071-F1B42DADB31B}" type="pres">
      <dgm:prSet presAssocID="{76328D07-0A0F-3242-8D2A-874596194ACA}" presName="bottomArc2" presStyleLbl="parChTrans1D1" presStyleIdx="7" presStyleCnt="30"/>
      <dgm:spPr/>
    </dgm:pt>
    <dgm:pt modelId="{2CAEF9D4-B149-2A40-8A6F-A2017D97D0C2}" type="pres">
      <dgm:prSet presAssocID="{76328D07-0A0F-3242-8D2A-874596194ACA}" presName="topConnNode2" presStyleLbl="node4" presStyleIdx="0" presStyleCnt="0"/>
      <dgm:spPr/>
      <dgm:t>
        <a:bodyPr/>
        <a:lstStyle/>
        <a:p>
          <a:endParaRPr lang="en-US"/>
        </a:p>
      </dgm:t>
    </dgm:pt>
    <dgm:pt modelId="{0223FC92-8C2A-C043-827C-518524915992}" type="pres">
      <dgm:prSet presAssocID="{76328D07-0A0F-3242-8D2A-874596194ACA}" presName="hierChild4" presStyleCnt="0"/>
      <dgm:spPr/>
    </dgm:pt>
    <dgm:pt modelId="{5C3F1013-3DF2-4A4B-B172-4245F04328AF}" type="pres">
      <dgm:prSet presAssocID="{76328D07-0A0F-3242-8D2A-874596194ACA}" presName="hierChild5" presStyleCnt="0"/>
      <dgm:spPr/>
    </dgm:pt>
    <dgm:pt modelId="{EED358B6-FD40-144A-910A-B0B0F1D48437}" type="pres">
      <dgm:prSet presAssocID="{AF3E63DA-8935-0748-81A3-DE5AF63986D7}" presName="hierChild5" presStyleCnt="0"/>
      <dgm:spPr/>
    </dgm:pt>
    <dgm:pt modelId="{07450943-6C18-5E4D-A7BF-F7017FB44FD4}" type="pres">
      <dgm:prSet presAssocID="{4DAF309D-5CB5-7D47-B24F-EC648CC9A568}" presName="Name28" presStyleLbl="parChTrans1D3" presStyleIdx="1" presStyleCnt="5"/>
      <dgm:spPr/>
      <dgm:t>
        <a:bodyPr/>
        <a:lstStyle/>
        <a:p>
          <a:endParaRPr lang="en-US"/>
        </a:p>
      </dgm:t>
    </dgm:pt>
    <dgm:pt modelId="{A55F8900-3D95-2043-B427-335BF99C1772}" type="pres">
      <dgm:prSet presAssocID="{9DCF91BE-4D8D-DF4F-840C-79DC31A157E3}" presName="hierRoot2" presStyleCnt="0">
        <dgm:presLayoutVars>
          <dgm:hierBranch val="init"/>
        </dgm:presLayoutVars>
      </dgm:prSet>
      <dgm:spPr/>
    </dgm:pt>
    <dgm:pt modelId="{2CEDDAB5-8C01-0440-B644-19AAD5B167BE}" type="pres">
      <dgm:prSet presAssocID="{9DCF91BE-4D8D-DF4F-840C-79DC31A157E3}" presName="rootComposite2" presStyleCnt="0"/>
      <dgm:spPr/>
    </dgm:pt>
    <dgm:pt modelId="{B31657E4-6FDA-3F41-896D-143F48055FAB}" type="pres">
      <dgm:prSet presAssocID="{9DCF91BE-4D8D-DF4F-840C-79DC31A157E3}" presName="rootText2" presStyleLbl="alignAcc1" presStyleIdx="0" presStyleCnt="0">
        <dgm:presLayoutVars>
          <dgm:chPref val="3"/>
        </dgm:presLayoutVars>
      </dgm:prSet>
      <dgm:spPr/>
      <dgm:t>
        <a:bodyPr/>
        <a:lstStyle/>
        <a:p>
          <a:endParaRPr lang="en-US"/>
        </a:p>
      </dgm:t>
    </dgm:pt>
    <dgm:pt modelId="{D8A19131-3AB0-B34C-A5DA-8C9AB11A1812}" type="pres">
      <dgm:prSet presAssocID="{9DCF91BE-4D8D-DF4F-840C-79DC31A157E3}" presName="topArc2" presStyleLbl="parChTrans1D1" presStyleIdx="8" presStyleCnt="30"/>
      <dgm:spPr/>
    </dgm:pt>
    <dgm:pt modelId="{0D814F52-10ED-E949-8353-209EAA227305}" type="pres">
      <dgm:prSet presAssocID="{9DCF91BE-4D8D-DF4F-840C-79DC31A157E3}" presName="bottomArc2" presStyleLbl="parChTrans1D1" presStyleIdx="9" presStyleCnt="30"/>
      <dgm:spPr/>
    </dgm:pt>
    <dgm:pt modelId="{D8354D0D-8C8F-AF4F-87D1-95619496BF16}" type="pres">
      <dgm:prSet presAssocID="{9DCF91BE-4D8D-DF4F-840C-79DC31A157E3}" presName="topConnNode2" presStyleLbl="node3" presStyleIdx="0" presStyleCnt="0"/>
      <dgm:spPr/>
      <dgm:t>
        <a:bodyPr/>
        <a:lstStyle/>
        <a:p>
          <a:endParaRPr lang="en-US"/>
        </a:p>
      </dgm:t>
    </dgm:pt>
    <dgm:pt modelId="{CCBBE705-466E-5849-886E-717DF2D21828}" type="pres">
      <dgm:prSet presAssocID="{9DCF91BE-4D8D-DF4F-840C-79DC31A157E3}" presName="hierChild4" presStyleCnt="0"/>
      <dgm:spPr/>
    </dgm:pt>
    <dgm:pt modelId="{5D31B11F-2586-8D45-BB42-8E1AF6B6D6CC}" type="pres">
      <dgm:prSet presAssocID="{BAE81520-E07C-284E-AEA2-30A8004FF7BA}" presName="Name28" presStyleLbl="parChTrans1D4" presStyleIdx="1" presStyleCnt="6"/>
      <dgm:spPr/>
      <dgm:t>
        <a:bodyPr/>
        <a:lstStyle/>
        <a:p>
          <a:endParaRPr lang="en-US"/>
        </a:p>
      </dgm:t>
    </dgm:pt>
    <dgm:pt modelId="{29967CC3-FD97-0A49-AEF6-AC315EB6A96A}" type="pres">
      <dgm:prSet presAssocID="{7E0EFC48-52F7-E742-8EDD-ECF682E91E3A}" presName="hierRoot2" presStyleCnt="0">
        <dgm:presLayoutVars>
          <dgm:hierBranch val="init"/>
        </dgm:presLayoutVars>
      </dgm:prSet>
      <dgm:spPr/>
    </dgm:pt>
    <dgm:pt modelId="{DDBF812D-C059-9543-90ED-00CEF7CA4631}" type="pres">
      <dgm:prSet presAssocID="{7E0EFC48-52F7-E742-8EDD-ECF682E91E3A}" presName="rootComposite2" presStyleCnt="0"/>
      <dgm:spPr/>
    </dgm:pt>
    <dgm:pt modelId="{3FEF2953-F756-664F-A819-0F8B2FDBD03A}" type="pres">
      <dgm:prSet presAssocID="{7E0EFC48-52F7-E742-8EDD-ECF682E91E3A}" presName="rootText2" presStyleLbl="alignAcc1" presStyleIdx="0" presStyleCnt="0">
        <dgm:presLayoutVars>
          <dgm:chPref val="3"/>
        </dgm:presLayoutVars>
      </dgm:prSet>
      <dgm:spPr/>
      <dgm:t>
        <a:bodyPr/>
        <a:lstStyle/>
        <a:p>
          <a:endParaRPr lang="en-US"/>
        </a:p>
      </dgm:t>
    </dgm:pt>
    <dgm:pt modelId="{516251E6-490C-D74D-8531-4A7BCA24BB23}" type="pres">
      <dgm:prSet presAssocID="{7E0EFC48-52F7-E742-8EDD-ECF682E91E3A}" presName="topArc2" presStyleLbl="parChTrans1D1" presStyleIdx="10" presStyleCnt="30"/>
      <dgm:spPr/>
    </dgm:pt>
    <dgm:pt modelId="{F6C5AD58-12C1-4F4E-9D66-BE10B9683101}" type="pres">
      <dgm:prSet presAssocID="{7E0EFC48-52F7-E742-8EDD-ECF682E91E3A}" presName="bottomArc2" presStyleLbl="parChTrans1D1" presStyleIdx="11" presStyleCnt="30"/>
      <dgm:spPr/>
    </dgm:pt>
    <dgm:pt modelId="{9EC164B6-3DE1-E843-9FF3-983442D15BF4}" type="pres">
      <dgm:prSet presAssocID="{7E0EFC48-52F7-E742-8EDD-ECF682E91E3A}" presName="topConnNode2" presStyleLbl="node4" presStyleIdx="0" presStyleCnt="0"/>
      <dgm:spPr/>
      <dgm:t>
        <a:bodyPr/>
        <a:lstStyle/>
        <a:p>
          <a:endParaRPr lang="en-US"/>
        </a:p>
      </dgm:t>
    </dgm:pt>
    <dgm:pt modelId="{79C26FFA-A014-804D-9050-4203C5B4D252}" type="pres">
      <dgm:prSet presAssocID="{7E0EFC48-52F7-E742-8EDD-ECF682E91E3A}" presName="hierChild4" presStyleCnt="0"/>
      <dgm:spPr/>
    </dgm:pt>
    <dgm:pt modelId="{F597A339-A3A8-2746-B4CF-49A94CF93F1E}" type="pres">
      <dgm:prSet presAssocID="{7E0EFC48-52F7-E742-8EDD-ECF682E91E3A}" presName="hierChild5" presStyleCnt="0"/>
      <dgm:spPr/>
    </dgm:pt>
    <dgm:pt modelId="{AF4F93B1-D47A-B34C-9327-B322583C55F3}" type="pres">
      <dgm:prSet presAssocID="{9DCF91BE-4D8D-DF4F-840C-79DC31A157E3}" presName="hierChild5" presStyleCnt="0"/>
      <dgm:spPr/>
    </dgm:pt>
    <dgm:pt modelId="{B2CEF381-8C9C-AA4A-B45E-917E3E09228D}" type="pres">
      <dgm:prSet presAssocID="{65D0F5B8-278B-194D-B4E7-162FE61FC98C}" presName="hierChild5" presStyleCnt="0"/>
      <dgm:spPr/>
    </dgm:pt>
    <dgm:pt modelId="{AEC91801-154C-3643-93CA-9F0915132867}" type="pres">
      <dgm:prSet presAssocID="{AD93230C-4593-3C4A-A8F3-3EB3BDCCB280}" presName="Name28" presStyleLbl="parChTrans1D2" presStyleIdx="1" presStyleCnt="3"/>
      <dgm:spPr/>
      <dgm:t>
        <a:bodyPr/>
        <a:lstStyle/>
        <a:p>
          <a:endParaRPr lang="en-US"/>
        </a:p>
      </dgm:t>
    </dgm:pt>
    <dgm:pt modelId="{5B805ACF-C160-4C48-84D1-A097A52F0678}" type="pres">
      <dgm:prSet presAssocID="{DB830E21-8E7A-D64B-A3F1-EB6130087865}" presName="hierRoot2" presStyleCnt="0">
        <dgm:presLayoutVars>
          <dgm:hierBranch val="init"/>
        </dgm:presLayoutVars>
      </dgm:prSet>
      <dgm:spPr/>
    </dgm:pt>
    <dgm:pt modelId="{7B90A1D8-2B42-824F-80D2-4807730FAF7E}" type="pres">
      <dgm:prSet presAssocID="{DB830E21-8E7A-D64B-A3F1-EB6130087865}" presName="rootComposite2" presStyleCnt="0"/>
      <dgm:spPr/>
    </dgm:pt>
    <dgm:pt modelId="{B529E6C5-5C88-6C4D-B9D0-23A6EFF9D581}" type="pres">
      <dgm:prSet presAssocID="{DB830E21-8E7A-D64B-A3F1-EB6130087865}" presName="rootText2" presStyleLbl="alignAcc1" presStyleIdx="0" presStyleCnt="0">
        <dgm:presLayoutVars>
          <dgm:chPref val="3"/>
        </dgm:presLayoutVars>
      </dgm:prSet>
      <dgm:spPr/>
      <dgm:t>
        <a:bodyPr/>
        <a:lstStyle/>
        <a:p>
          <a:endParaRPr lang="en-US"/>
        </a:p>
      </dgm:t>
    </dgm:pt>
    <dgm:pt modelId="{94F5802C-723B-334E-BE72-B105274FD2AD}" type="pres">
      <dgm:prSet presAssocID="{DB830E21-8E7A-D64B-A3F1-EB6130087865}" presName="topArc2" presStyleLbl="parChTrans1D1" presStyleIdx="12" presStyleCnt="30"/>
      <dgm:spPr/>
    </dgm:pt>
    <dgm:pt modelId="{790DF9BB-6C21-BA46-8EAC-11DFE33E083A}" type="pres">
      <dgm:prSet presAssocID="{DB830E21-8E7A-D64B-A3F1-EB6130087865}" presName="bottomArc2" presStyleLbl="parChTrans1D1" presStyleIdx="13" presStyleCnt="30"/>
      <dgm:spPr/>
    </dgm:pt>
    <dgm:pt modelId="{319CD088-9793-D847-9C96-13248850345B}" type="pres">
      <dgm:prSet presAssocID="{DB830E21-8E7A-D64B-A3F1-EB6130087865}" presName="topConnNode2" presStyleLbl="node2" presStyleIdx="0" presStyleCnt="0"/>
      <dgm:spPr/>
      <dgm:t>
        <a:bodyPr/>
        <a:lstStyle/>
        <a:p>
          <a:endParaRPr lang="en-US"/>
        </a:p>
      </dgm:t>
    </dgm:pt>
    <dgm:pt modelId="{C7DCA155-FECF-A544-8EAA-F6DE31EC8CB1}" type="pres">
      <dgm:prSet presAssocID="{DB830E21-8E7A-D64B-A3F1-EB6130087865}" presName="hierChild4" presStyleCnt="0"/>
      <dgm:spPr/>
    </dgm:pt>
    <dgm:pt modelId="{39AF8AC6-04F3-064C-89AE-2F21A38AB92F}" type="pres">
      <dgm:prSet presAssocID="{F87F35E3-4ECD-5B48-B867-0160842AF3ED}" presName="Name28" presStyleLbl="parChTrans1D3" presStyleIdx="2" presStyleCnt="5"/>
      <dgm:spPr/>
      <dgm:t>
        <a:bodyPr/>
        <a:lstStyle/>
        <a:p>
          <a:endParaRPr lang="en-US"/>
        </a:p>
      </dgm:t>
    </dgm:pt>
    <dgm:pt modelId="{EBB4BBB0-8043-5F4B-8644-8D7AFD89A854}" type="pres">
      <dgm:prSet presAssocID="{FEA19689-A907-544C-AF19-36DF11982B11}" presName="hierRoot2" presStyleCnt="0">
        <dgm:presLayoutVars>
          <dgm:hierBranch val="init"/>
        </dgm:presLayoutVars>
      </dgm:prSet>
      <dgm:spPr/>
    </dgm:pt>
    <dgm:pt modelId="{6E40562B-F1F4-CB40-87BE-F0B431E0F30C}" type="pres">
      <dgm:prSet presAssocID="{FEA19689-A907-544C-AF19-36DF11982B11}" presName="rootComposite2" presStyleCnt="0"/>
      <dgm:spPr/>
    </dgm:pt>
    <dgm:pt modelId="{11B7C179-E84A-B948-9F2F-E1E13D67D9C1}" type="pres">
      <dgm:prSet presAssocID="{FEA19689-A907-544C-AF19-36DF11982B11}" presName="rootText2" presStyleLbl="alignAcc1" presStyleIdx="0" presStyleCnt="0">
        <dgm:presLayoutVars>
          <dgm:chPref val="3"/>
        </dgm:presLayoutVars>
      </dgm:prSet>
      <dgm:spPr/>
      <dgm:t>
        <a:bodyPr/>
        <a:lstStyle/>
        <a:p>
          <a:endParaRPr lang="en-US"/>
        </a:p>
      </dgm:t>
    </dgm:pt>
    <dgm:pt modelId="{815D5822-9FA1-5641-80E9-B85CB951CBBC}" type="pres">
      <dgm:prSet presAssocID="{FEA19689-A907-544C-AF19-36DF11982B11}" presName="topArc2" presStyleLbl="parChTrans1D1" presStyleIdx="14" presStyleCnt="30"/>
      <dgm:spPr/>
    </dgm:pt>
    <dgm:pt modelId="{F169EA4E-55C5-EA43-8CEB-144606BCBEEC}" type="pres">
      <dgm:prSet presAssocID="{FEA19689-A907-544C-AF19-36DF11982B11}" presName="bottomArc2" presStyleLbl="parChTrans1D1" presStyleIdx="15" presStyleCnt="30"/>
      <dgm:spPr/>
    </dgm:pt>
    <dgm:pt modelId="{83BAB0E6-304E-3A4E-910A-C67DB2280BE0}" type="pres">
      <dgm:prSet presAssocID="{FEA19689-A907-544C-AF19-36DF11982B11}" presName="topConnNode2" presStyleLbl="node3" presStyleIdx="0" presStyleCnt="0"/>
      <dgm:spPr/>
      <dgm:t>
        <a:bodyPr/>
        <a:lstStyle/>
        <a:p>
          <a:endParaRPr lang="en-US"/>
        </a:p>
      </dgm:t>
    </dgm:pt>
    <dgm:pt modelId="{97E5D288-D067-D846-85E7-1A4F373F68D8}" type="pres">
      <dgm:prSet presAssocID="{FEA19689-A907-544C-AF19-36DF11982B11}" presName="hierChild4" presStyleCnt="0"/>
      <dgm:spPr/>
    </dgm:pt>
    <dgm:pt modelId="{9A149CB0-5AC6-D146-AF8E-6FD7738F6DAE}" type="pres">
      <dgm:prSet presAssocID="{BCE2D8C3-20DC-F845-BE3D-9B8DA3266FB7}" presName="Name28" presStyleLbl="parChTrans1D4" presStyleIdx="2" presStyleCnt="6"/>
      <dgm:spPr/>
      <dgm:t>
        <a:bodyPr/>
        <a:lstStyle/>
        <a:p>
          <a:endParaRPr lang="en-US"/>
        </a:p>
      </dgm:t>
    </dgm:pt>
    <dgm:pt modelId="{7949478A-15EC-0844-BD6D-547978994347}" type="pres">
      <dgm:prSet presAssocID="{F67F47C5-77E6-6840-B2E3-CACCEF7A93CC}" presName="hierRoot2" presStyleCnt="0">
        <dgm:presLayoutVars>
          <dgm:hierBranch val="init"/>
        </dgm:presLayoutVars>
      </dgm:prSet>
      <dgm:spPr/>
    </dgm:pt>
    <dgm:pt modelId="{F29E82F2-C84D-7745-AE99-A7CEEFCB3FF9}" type="pres">
      <dgm:prSet presAssocID="{F67F47C5-77E6-6840-B2E3-CACCEF7A93CC}" presName="rootComposite2" presStyleCnt="0"/>
      <dgm:spPr/>
    </dgm:pt>
    <dgm:pt modelId="{057EB879-8367-8141-B523-DE96DC24693A}" type="pres">
      <dgm:prSet presAssocID="{F67F47C5-77E6-6840-B2E3-CACCEF7A93CC}" presName="rootText2" presStyleLbl="alignAcc1" presStyleIdx="0" presStyleCnt="0">
        <dgm:presLayoutVars>
          <dgm:chPref val="3"/>
        </dgm:presLayoutVars>
      </dgm:prSet>
      <dgm:spPr/>
      <dgm:t>
        <a:bodyPr/>
        <a:lstStyle/>
        <a:p>
          <a:endParaRPr lang="en-US"/>
        </a:p>
      </dgm:t>
    </dgm:pt>
    <dgm:pt modelId="{C7897092-8BE1-CA45-A861-1B08C9F0A405}" type="pres">
      <dgm:prSet presAssocID="{F67F47C5-77E6-6840-B2E3-CACCEF7A93CC}" presName="topArc2" presStyleLbl="parChTrans1D1" presStyleIdx="16" presStyleCnt="30"/>
      <dgm:spPr/>
    </dgm:pt>
    <dgm:pt modelId="{AF4D9C22-742F-9742-96D0-ADE5310A8F3F}" type="pres">
      <dgm:prSet presAssocID="{F67F47C5-77E6-6840-B2E3-CACCEF7A93CC}" presName="bottomArc2" presStyleLbl="parChTrans1D1" presStyleIdx="17" presStyleCnt="30"/>
      <dgm:spPr/>
    </dgm:pt>
    <dgm:pt modelId="{4A5C8E2F-6EF3-E84A-B0E5-3AF4FE4C516F}" type="pres">
      <dgm:prSet presAssocID="{F67F47C5-77E6-6840-B2E3-CACCEF7A93CC}" presName="topConnNode2" presStyleLbl="node4" presStyleIdx="0" presStyleCnt="0"/>
      <dgm:spPr/>
      <dgm:t>
        <a:bodyPr/>
        <a:lstStyle/>
        <a:p>
          <a:endParaRPr lang="en-US"/>
        </a:p>
      </dgm:t>
    </dgm:pt>
    <dgm:pt modelId="{1E15801D-2D92-564D-B966-E3F3524A945C}" type="pres">
      <dgm:prSet presAssocID="{F67F47C5-77E6-6840-B2E3-CACCEF7A93CC}" presName="hierChild4" presStyleCnt="0"/>
      <dgm:spPr/>
    </dgm:pt>
    <dgm:pt modelId="{7253CCBC-3BF0-5640-802A-A089CF3A6AA0}" type="pres">
      <dgm:prSet presAssocID="{F67F47C5-77E6-6840-B2E3-CACCEF7A93CC}" presName="hierChild5" presStyleCnt="0"/>
      <dgm:spPr/>
    </dgm:pt>
    <dgm:pt modelId="{7D49ED69-FAC0-994F-9988-C28400C3D880}" type="pres">
      <dgm:prSet presAssocID="{393A97DB-3E6B-BB4F-945B-B4D9E761DB45}" presName="Name28" presStyleLbl="parChTrans1D4" presStyleIdx="3" presStyleCnt="6"/>
      <dgm:spPr/>
      <dgm:t>
        <a:bodyPr/>
        <a:lstStyle/>
        <a:p>
          <a:endParaRPr lang="en-US"/>
        </a:p>
      </dgm:t>
    </dgm:pt>
    <dgm:pt modelId="{072A0343-0FC8-2249-8B36-319E7AC9FC08}" type="pres">
      <dgm:prSet presAssocID="{F5B78031-34E2-894E-9B25-99792F4BDAD8}" presName="hierRoot2" presStyleCnt="0">
        <dgm:presLayoutVars>
          <dgm:hierBranch val="init"/>
        </dgm:presLayoutVars>
      </dgm:prSet>
      <dgm:spPr/>
    </dgm:pt>
    <dgm:pt modelId="{1BD13E57-E203-0F44-BE9E-2E629DC64F49}" type="pres">
      <dgm:prSet presAssocID="{F5B78031-34E2-894E-9B25-99792F4BDAD8}" presName="rootComposite2" presStyleCnt="0"/>
      <dgm:spPr/>
    </dgm:pt>
    <dgm:pt modelId="{F0FACFAC-6CCA-6C41-9BDC-4BDAE1AE44F6}" type="pres">
      <dgm:prSet presAssocID="{F5B78031-34E2-894E-9B25-99792F4BDAD8}" presName="rootText2" presStyleLbl="alignAcc1" presStyleIdx="0" presStyleCnt="0">
        <dgm:presLayoutVars>
          <dgm:chPref val="3"/>
        </dgm:presLayoutVars>
      </dgm:prSet>
      <dgm:spPr/>
      <dgm:t>
        <a:bodyPr/>
        <a:lstStyle/>
        <a:p>
          <a:endParaRPr lang="en-US"/>
        </a:p>
      </dgm:t>
    </dgm:pt>
    <dgm:pt modelId="{001D0016-BC9E-794C-8999-747FB494C307}" type="pres">
      <dgm:prSet presAssocID="{F5B78031-34E2-894E-9B25-99792F4BDAD8}" presName="topArc2" presStyleLbl="parChTrans1D1" presStyleIdx="18" presStyleCnt="30"/>
      <dgm:spPr/>
    </dgm:pt>
    <dgm:pt modelId="{2B653317-D710-0142-97A4-7FAA235F623D}" type="pres">
      <dgm:prSet presAssocID="{F5B78031-34E2-894E-9B25-99792F4BDAD8}" presName="bottomArc2" presStyleLbl="parChTrans1D1" presStyleIdx="19" presStyleCnt="30"/>
      <dgm:spPr/>
    </dgm:pt>
    <dgm:pt modelId="{2E1D1250-3D4D-2946-9A8C-D79A1DAA72F3}" type="pres">
      <dgm:prSet presAssocID="{F5B78031-34E2-894E-9B25-99792F4BDAD8}" presName="topConnNode2" presStyleLbl="node4" presStyleIdx="0" presStyleCnt="0"/>
      <dgm:spPr/>
      <dgm:t>
        <a:bodyPr/>
        <a:lstStyle/>
        <a:p>
          <a:endParaRPr lang="en-US"/>
        </a:p>
      </dgm:t>
    </dgm:pt>
    <dgm:pt modelId="{4EA7DC78-3103-7A48-BAA8-7B2D72EC44F1}" type="pres">
      <dgm:prSet presAssocID="{F5B78031-34E2-894E-9B25-99792F4BDAD8}" presName="hierChild4" presStyleCnt="0"/>
      <dgm:spPr/>
    </dgm:pt>
    <dgm:pt modelId="{A2521D21-A145-2246-8C0A-1B274622F5E7}" type="pres">
      <dgm:prSet presAssocID="{F5B78031-34E2-894E-9B25-99792F4BDAD8}" presName="hierChild5" presStyleCnt="0"/>
      <dgm:spPr/>
    </dgm:pt>
    <dgm:pt modelId="{1EF38423-3841-6A4D-82B1-1CAE7D14AD92}" type="pres">
      <dgm:prSet presAssocID="{FEA19689-A907-544C-AF19-36DF11982B11}" presName="hierChild5" presStyleCnt="0"/>
      <dgm:spPr/>
    </dgm:pt>
    <dgm:pt modelId="{8D0D7BB2-7FDB-1E45-915F-B27675137FA7}" type="pres">
      <dgm:prSet presAssocID="{DB830E21-8E7A-D64B-A3F1-EB6130087865}" presName="hierChild5" presStyleCnt="0"/>
      <dgm:spPr/>
    </dgm:pt>
    <dgm:pt modelId="{80940FDE-AE7E-8148-B1E9-FD0D47D43C63}" type="pres">
      <dgm:prSet presAssocID="{E8663555-0347-9E4A-89B9-B099406FB369}" presName="Name28" presStyleLbl="parChTrans1D2" presStyleIdx="2" presStyleCnt="3"/>
      <dgm:spPr/>
      <dgm:t>
        <a:bodyPr/>
        <a:lstStyle/>
        <a:p>
          <a:endParaRPr lang="en-US"/>
        </a:p>
      </dgm:t>
    </dgm:pt>
    <dgm:pt modelId="{01E7E876-19B1-0B49-8DFE-0FF67B213305}" type="pres">
      <dgm:prSet presAssocID="{B7463067-1763-A440-95F2-FFAF0D914151}" presName="hierRoot2" presStyleCnt="0">
        <dgm:presLayoutVars>
          <dgm:hierBranch val="init"/>
        </dgm:presLayoutVars>
      </dgm:prSet>
      <dgm:spPr/>
    </dgm:pt>
    <dgm:pt modelId="{E263B20C-80B0-F649-A565-E250E07D0029}" type="pres">
      <dgm:prSet presAssocID="{B7463067-1763-A440-95F2-FFAF0D914151}" presName="rootComposite2" presStyleCnt="0"/>
      <dgm:spPr/>
    </dgm:pt>
    <dgm:pt modelId="{881BECA3-33FC-5A4D-B749-3EE4EF470EF9}" type="pres">
      <dgm:prSet presAssocID="{B7463067-1763-A440-95F2-FFAF0D914151}" presName="rootText2" presStyleLbl="alignAcc1" presStyleIdx="0" presStyleCnt="0">
        <dgm:presLayoutVars>
          <dgm:chPref val="3"/>
        </dgm:presLayoutVars>
      </dgm:prSet>
      <dgm:spPr/>
      <dgm:t>
        <a:bodyPr/>
        <a:lstStyle/>
        <a:p>
          <a:endParaRPr lang="en-US"/>
        </a:p>
      </dgm:t>
    </dgm:pt>
    <dgm:pt modelId="{B27D4E19-5340-504C-B6FF-5D12B4BD84EB}" type="pres">
      <dgm:prSet presAssocID="{B7463067-1763-A440-95F2-FFAF0D914151}" presName="topArc2" presStyleLbl="parChTrans1D1" presStyleIdx="20" presStyleCnt="30"/>
      <dgm:spPr/>
    </dgm:pt>
    <dgm:pt modelId="{5E40EBB9-233A-E84F-ADB4-F0FDD7FED0D3}" type="pres">
      <dgm:prSet presAssocID="{B7463067-1763-A440-95F2-FFAF0D914151}" presName="bottomArc2" presStyleLbl="parChTrans1D1" presStyleIdx="21" presStyleCnt="30"/>
      <dgm:spPr/>
    </dgm:pt>
    <dgm:pt modelId="{5DB10350-EF49-7D47-87E0-2D2B3442E404}" type="pres">
      <dgm:prSet presAssocID="{B7463067-1763-A440-95F2-FFAF0D914151}" presName="topConnNode2" presStyleLbl="node2" presStyleIdx="0" presStyleCnt="0"/>
      <dgm:spPr/>
      <dgm:t>
        <a:bodyPr/>
        <a:lstStyle/>
        <a:p>
          <a:endParaRPr lang="en-US"/>
        </a:p>
      </dgm:t>
    </dgm:pt>
    <dgm:pt modelId="{787A6763-5500-8949-A05D-CCFC1D62733C}" type="pres">
      <dgm:prSet presAssocID="{B7463067-1763-A440-95F2-FFAF0D914151}" presName="hierChild4" presStyleCnt="0"/>
      <dgm:spPr/>
    </dgm:pt>
    <dgm:pt modelId="{F3498923-51EC-0F47-9E72-B8225EB5DB6E}" type="pres">
      <dgm:prSet presAssocID="{1023C816-C53E-534B-A8A9-4E475AF45A03}" presName="Name28" presStyleLbl="parChTrans1D3" presStyleIdx="3" presStyleCnt="5"/>
      <dgm:spPr/>
      <dgm:t>
        <a:bodyPr/>
        <a:lstStyle/>
        <a:p>
          <a:endParaRPr lang="en-US"/>
        </a:p>
      </dgm:t>
    </dgm:pt>
    <dgm:pt modelId="{53C8092C-C657-5C4F-A7F0-B3313F1287E3}" type="pres">
      <dgm:prSet presAssocID="{C05587E1-E5CF-2744-9C45-75F2252BFFBB}" presName="hierRoot2" presStyleCnt="0">
        <dgm:presLayoutVars>
          <dgm:hierBranch val="init"/>
        </dgm:presLayoutVars>
      </dgm:prSet>
      <dgm:spPr/>
    </dgm:pt>
    <dgm:pt modelId="{FF16B2BA-C5FA-9E4F-B24C-D4BB83E45C11}" type="pres">
      <dgm:prSet presAssocID="{C05587E1-E5CF-2744-9C45-75F2252BFFBB}" presName="rootComposite2" presStyleCnt="0"/>
      <dgm:spPr/>
    </dgm:pt>
    <dgm:pt modelId="{5095A39A-6911-744D-8C4E-A1373FF5B93E}" type="pres">
      <dgm:prSet presAssocID="{C05587E1-E5CF-2744-9C45-75F2252BFFBB}" presName="rootText2" presStyleLbl="alignAcc1" presStyleIdx="0" presStyleCnt="0">
        <dgm:presLayoutVars>
          <dgm:chPref val="3"/>
        </dgm:presLayoutVars>
      </dgm:prSet>
      <dgm:spPr/>
      <dgm:t>
        <a:bodyPr/>
        <a:lstStyle/>
        <a:p>
          <a:endParaRPr lang="en-US"/>
        </a:p>
      </dgm:t>
    </dgm:pt>
    <dgm:pt modelId="{EAEE1D22-59F4-3046-813F-8F5D6D0FDF94}" type="pres">
      <dgm:prSet presAssocID="{C05587E1-E5CF-2744-9C45-75F2252BFFBB}" presName="topArc2" presStyleLbl="parChTrans1D1" presStyleIdx="22" presStyleCnt="30"/>
      <dgm:spPr/>
    </dgm:pt>
    <dgm:pt modelId="{01E30816-191F-EA40-A386-4843967EE9F4}" type="pres">
      <dgm:prSet presAssocID="{C05587E1-E5CF-2744-9C45-75F2252BFFBB}" presName="bottomArc2" presStyleLbl="parChTrans1D1" presStyleIdx="23" presStyleCnt="30"/>
      <dgm:spPr/>
    </dgm:pt>
    <dgm:pt modelId="{55BE593F-A393-B744-B278-543F1A72787D}" type="pres">
      <dgm:prSet presAssocID="{C05587E1-E5CF-2744-9C45-75F2252BFFBB}" presName="topConnNode2" presStyleLbl="node3" presStyleIdx="0" presStyleCnt="0"/>
      <dgm:spPr/>
      <dgm:t>
        <a:bodyPr/>
        <a:lstStyle/>
        <a:p>
          <a:endParaRPr lang="en-US"/>
        </a:p>
      </dgm:t>
    </dgm:pt>
    <dgm:pt modelId="{DFD02023-68DF-8840-AA94-688690130C0F}" type="pres">
      <dgm:prSet presAssocID="{C05587E1-E5CF-2744-9C45-75F2252BFFBB}" presName="hierChild4" presStyleCnt="0"/>
      <dgm:spPr/>
    </dgm:pt>
    <dgm:pt modelId="{0D83859D-2EC5-2D4B-8854-8A27550F5A60}" type="pres">
      <dgm:prSet presAssocID="{9DDBB2C9-3F6E-ED48-88DF-B52F91472984}" presName="Name28" presStyleLbl="parChTrans1D4" presStyleIdx="4" presStyleCnt="6"/>
      <dgm:spPr/>
      <dgm:t>
        <a:bodyPr/>
        <a:lstStyle/>
        <a:p>
          <a:endParaRPr lang="en-US"/>
        </a:p>
      </dgm:t>
    </dgm:pt>
    <dgm:pt modelId="{523FBE65-35CE-8F40-BA2C-B057E5C56C69}" type="pres">
      <dgm:prSet presAssocID="{1F0827B2-492C-2A44-8E7F-904CE1E27273}" presName="hierRoot2" presStyleCnt="0">
        <dgm:presLayoutVars>
          <dgm:hierBranch val="init"/>
        </dgm:presLayoutVars>
      </dgm:prSet>
      <dgm:spPr/>
    </dgm:pt>
    <dgm:pt modelId="{077D21E6-49EE-AF44-888C-B2260E223CE8}" type="pres">
      <dgm:prSet presAssocID="{1F0827B2-492C-2A44-8E7F-904CE1E27273}" presName="rootComposite2" presStyleCnt="0"/>
      <dgm:spPr/>
    </dgm:pt>
    <dgm:pt modelId="{3A0D23AA-F431-1047-BE47-CACAFD657190}" type="pres">
      <dgm:prSet presAssocID="{1F0827B2-492C-2A44-8E7F-904CE1E27273}" presName="rootText2" presStyleLbl="alignAcc1" presStyleIdx="0" presStyleCnt="0">
        <dgm:presLayoutVars>
          <dgm:chPref val="3"/>
        </dgm:presLayoutVars>
      </dgm:prSet>
      <dgm:spPr/>
      <dgm:t>
        <a:bodyPr/>
        <a:lstStyle/>
        <a:p>
          <a:endParaRPr lang="en-US"/>
        </a:p>
      </dgm:t>
    </dgm:pt>
    <dgm:pt modelId="{7FC68C49-2AA9-ED42-9DEB-B3A645909CA9}" type="pres">
      <dgm:prSet presAssocID="{1F0827B2-492C-2A44-8E7F-904CE1E27273}" presName="topArc2" presStyleLbl="parChTrans1D1" presStyleIdx="24" presStyleCnt="30"/>
      <dgm:spPr/>
    </dgm:pt>
    <dgm:pt modelId="{46CED281-3E4F-8F42-8CC3-621FFEC77BB7}" type="pres">
      <dgm:prSet presAssocID="{1F0827B2-492C-2A44-8E7F-904CE1E27273}" presName="bottomArc2" presStyleLbl="parChTrans1D1" presStyleIdx="25" presStyleCnt="30"/>
      <dgm:spPr/>
    </dgm:pt>
    <dgm:pt modelId="{319BC65E-6C49-5D47-8DCA-DBF3F8EF3FC7}" type="pres">
      <dgm:prSet presAssocID="{1F0827B2-492C-2A44-8E7F-904CE1E27273}" presName="topConnNode2" presStyleLbl="node4" presStyleIdx="0" presStyleCnt="0"/>
      <dgm:spPr/>
      <dgm:t>
        <a:bodyPr/>
        <a:lstStyle/>
        <a:p>
          <a:endParaRPr lang="en-US"/>
        </a:p>
      </dgm:t>
    </dgm:pt>
    <dgm:pt modelId="{1F764AEF-4B58-6E48-92B1-CA1909562345}" type="pres">
      <dgm:prSet presAssocID="{1F0827B2-492C-2A44-8E7F-904CE1E27273}" presName="hierChild4" presStyleCnt="0"/>
      <dgm:spPr/>
    </dgm:pt>
    <dgm:pt modelId="{D5E20AAF-D051-7943-887B-EE09AF8C9F01}" type="pres">
      <dgm:prSet presAssocID="{1F0827B2-492C-2A44-8E7F-904CE1E27273}" presName="hierChild5" presStyleCnt="0"/>
      <dgm:spPr/>
    </dgm:pt>
    <dgm:pt modelId="{C8CD3BCE-DCAE-F24B-8930-B9AF10F7D9AE}" type="pres">
      <dgm:prSet presAssocID="{C05587E1-E5CF-2744-9C45-75F2252BFFBB}" presName="hierChild5" presStyleCnt="0"/>
      <dgm:spPr/>
    </dgm:pt>
    <dgm:pt modelId="{8267AA4A-2DC2-7F47-B498-15B510D27EF2}" type="pres">
      <dgm:prSet presAssocID="{9EA45F85-1ED3-8B4E-8202-D58C888C4D19}" presName="Name28" presStyleLbl="parChTrans1D3" presStyleIdx="4" presStyleCnt="5"/>
      <dgm:spPr/>
      <dgm:t>
        <a:bodyPr/>
        <a:lstStyle/>
        <a:p>
          <a:endParaRPr lang="en-US"/>
        </a:p>
      </dgm:t>
    </dgm:pt>
    <dgm:pt modelId="{01AFF02A-36BA-D841-AD0D-AE3427E14F1E}" type="pres">
      <dgm:prSet presAssocID="{670AA7E3-3AA8-A443-B448-16440FFDCCD2}" presName="hierRoot2" presStyleCnt="0">
        <dgm:presLayoutVars>
          <dgm:hierBranch val="init"/>
        </dgm:presLayoutVars>
      </dgm:prSet>
      <dgm:spPr/>
    </dgm:pt>
    <dgm:pt modelId="{A983939A-293D-324E-8F70-0EFF68C44826}" type="pres">
      <dgm:prSet presAssocID="{670AA7E3-3AA8-A443-B448-16440FFDCCD2}" presName="rootComposite2" presStyleCnt="0"/>
      <dgm:spPr/>
    </dgm:pt>
    <dgm:pt modelId="{CAB13B58-321C-3446-BD56-C72A9140A468}" type="pres">
      <dgm:prSet presAssocID="{670AA7E3-3AA8-A443-B448-16440FFDCCD2}" presName="rootText2" presStyleLbl="alignAcc1" presStyleIdx="0" presStyleCnt="0">
        <dgm:presLayoutVars>
          <dgm:chPref val="3"/>
        </dgm:presLayoutVars>
      </dgm:prSet>
      <dgm:spPr/>
      <dgm:t>
        <a:bodyPr/>
        <a:lstStyle/>
        <a:p>
          <a:endParaRPr lang="en-US"/>
        </a:p>
      </dgm:t>
    </dgm:pt>
    <dgm:pt modelId="{5AB71226-62A5-0F48-A5CE-AA2393034A39}" type="pres">
      <dgm:prSet presAssocID="{670AA7E3-3AA8-A443-B448-16440FFDCCD2}" presName="topArc2" presStyleLbl="parChTrans1D1" presStyleIdx="26" presStyleCnt="30"/>
      <dgm:spPr/>
    </dgm:pt>
    <dgm:pt modelId="{965409C7-0596-5240-B923-63F1961FDBD5}" type="pres">
      <dgm:prSet presAssocID="{670AA7E3-3AA8-A443-B448-16440FFDCCD2}" presName="bottomArc2" presStyleLbl="parChTrans1D1" presStyleIdx="27" presStyleCnt="30"/>
      <dgm:spPr/>
    </dgm:pt>
    <dgm:pt modelId="{4AE73044-5C42-154F-BA1C-D81E2DD52900}" type="pres">
      <dgm:prSet presAssocID="{670AA7E3-3AA8-A443-B448-16440FFDCCD2}" presName="topConnNode2" presStyleLbl="node3" presStyleIdx="0" presStyleCnt="0"/>
      <dgm:spPr/>
      <dgm:t>
        <a:bodyPr/>
        <a:lstStyle/>
        <a:p>
          <a:endParaRPr lang="en-US"/>
        </a:p>
      </dgm:t>
    </dgm:pt>
    <dgm:pt modelId="{D65AA657-F065-5343-83AA-75012DCE631C}" type="pres">
      <dgm:prSet presAssocID="{670AA7E3-3AA8-A443-B448-16440FFDCCD2}" presName="hierChild4" presStyleCnt="0"/>
      <dgm:spPr/>
    </dgm:pt>
    <dgm:pt modelId="{CE2D79F1-6AC0-5140-BE4F-31FED6FB75D6}" type="pres">
      <dgm:prSet presAssocID="{BC913368-1F88-304C-BA12-8C2193805DBC}" presName="Name28" presStyleLbl="parChTrans1D4" presStyleIdx="5" presStyleCnt="6"/>
      <dgm:spPr/>
      <dgm:t>
        <a:bodyPr/>
        <a:lstStyle/>
        <a:p>
          <a:endParaRPr lang="en-US"/>
        </a:p>
      </dgm:t>
    </dgm:pt>
    <dgm:pt modelId="{678F29D3-D3CB-6247-8764-4B27D84A8555}" type="pres">
      <dgm:prSet presAssocID="{E8A50A18-7D8B-5642-BA6B-00884952A95B}" presName="hierRoot2" presStyleCnt="0">
        <dgm:presLayoutVars>
          <dgm:hierBranch val="init"/>
        </dgm:presLayoutVars>
      </dgm:prSet>
      <dgm:spPr/>
    </dgm:pt>
    <dgm:pt modelId="{091947E1-D99E-FD49-B6D3-6F2ACB5BB5D1}" type="pres">
      <dgm:prSet presAssocID="{E8A50A18-7D8B-5642-BA6B-00884952A95B}" presName="rootComposite2" presStyleCnt="0"/>
      <dgm:spPr/>
    </dgm:pt>
    <dgm:pt modelId="{621B54B5-F6A7-F14E-8BD8-A8E48A289B54}" type="pres">
      <dgm:prSet presAssocID="{E8A50A18-7D8B-5642-BA6B-00884952A95B}" presName="rootText2" presStyleLbl="alignAcc1" presStyleIdx="0" presStyleCnt="0">
        <dgm:presLayoutVars>
          <dgm:chPref val="3"/>
        </dgm:presLayoutVars>
      </dgm:prSet>
      <dgm:spPr/>
      <dgm:t>
        <a:bodyPr/>
        <a:lstStyle/>
        <a:p>
          <a:endParaRPr lang="en-US"/>
        </a:p>
      </dgm:t>
    </dgm:pt>
    <dgm:pt modelId="{0648A4E5-C394-2047-BD72-9D47AC151D8D}" type="pres">
      <dgm:prSet presAssocID="{E8A50A18-7D8B-5642-BA6B-00884952A95B}" presName="topArc2" presStyleLbl="parChTrans1D1" presStyleIdx="28" presStyleCnt="30"/>
      <dgm:spPr/>
    </dgm:pt>
    <dgm:pt modelId="{2F38475E-BC53-7946-8CE9-E20E27D17B6F}" type="pres">
      <dgm:prSet presAssocID="{E8A50A18-7D8B-5642-BA6B-00884952A95B}" presName="bottomArc2" presStyleLbl="parChTrans1D1" presStyleIdx="29" presStyleCnt="30"/>
      <dgm:spPr/>
    </dgm:pt>
    <dgm:pt modelId="{45B53697-9F08-C04D-969D-3AF7AEA52B1C}" type="pres">
      <dgm:prSet presAssocID="{E8A50A18-7D8B-5642-BA6B-00884952A95B}" presName="topConnNode2" presStyleLbl="node4" presStyleIdx="0" presStyleCnt="0"/>
      <dgm:spPr/>
      <dgm:t>
        <a:bodyPr/>
        <a:lstStyle/>
        <a:p>
          <a:endParaRPr lang="en-US"/>
        </a:p>
      </dgm:t>
    </dgm:pt>
    <dgm:pt modelId="{F9E99F13-D3C2-1743-AD95-187806B9C440}" type="pres">
      <dgm:prSet presAssocID="{E8A50A18-7D8B-5642-BA6B-00884952A95B}" presName="hierChild4" presStyleCnt="0"/>
      <dgm:spPr/>
    </dgm:pt>
    <dgm:pt modelId="{3835355B-18CE-5947-9E09-39039B48553F}" type="pres">
      <dgm:prSet presAssocID="{E8A50A18-7D8B-5642-BA6B-00884952A95B}" presName="hierChild5" presStyleCnt="0"/>
      <dgm:spPr/>
    </dgm:pt>
    <dgm:pt modelId="{CCB45F38-6B28-654C-BA36-721C2944C9C9}" type="pres">
      <dgm:prSet presAssocID="{670AA7E3-3AA8-A443-B448-16440FFDCCD2}" presName="hierChild5" presStyleCnt="0"/>
      <dgm:spPr/>
    </dgm:pt>
    <dgm:pt modelId="{50E14E30-28BC-5D48-8E46-F7C06B7CB020}" type="pres">
      <dgm:prSet presAssocID="{B7463067-1763-A440-95F2-FFAF0D914151}" presName="hierChild5" presStyleCnt="0"/>
      <dgm:spPr/>
    </dgm:pt>
    <dgm:pt modelId="{3D1716AE-CE6E-5B47-BE5D-06CAC056D816}" type="pres">
      <dgm:prSet presAssocID="{B07E475A-4C20-7F4A-8A7D-7F7874E4EB76}" presName="hierChild3" presStyleCnt="0"/>
      <dgm:spPr/>
    </dgm:pt>
  </dgm:ptLst>
  <dgm:cxnLst>
    <dgm:cxn modelId="{1E2BD86B-400B-BF4B-8451-6B7D981FB05D}" srcId="{B07E475A-4C20-7F4A-8A7D-7F7874E4EB76}" destId="{65D0F5B8-278B-194D-B4E7-162FE61FC98C}" srcOrd="0" destOrd="0" parTransId="{32C16310-D3AD-574A-9F8F-D092F63C3FC4}" sibTransId="{4D737AA8-76DF-DD41-A3C9-1C2807750A5A}"/>
    <dgm:cxn modelId="{FC182F65-4901-7E4C-8EDC-097BB305FB55}" srcId="{B07E475A-4C20-7F4A-8A7D-7F7874E4EB76}" destId="{B7463067-1763-A440-95F2-FFAF0D914151}" srcOrd="2" destOrd="0" parTransId="{E8663555-0347-9E4A-89B9-B099406FB369}" sibTransId="{9B01667C-6FE6-DE41-925B-05F6CE70D872}"/>
    <dgm:cxn modelId="{6E1BDCC0-F15C-2F48-9BFA-7EBAB3CCB3F5}" type="presOf" srcId="{393A97DB-3E6B-BB4F-945B-B4D9E761DB45}" destId="{7D49ED69-FAC0-994F-9988-C28400C3D880}" srcOrd="0" destOrd="0" presId="urn:microsoft.com/office/officeart/2008/layout/HalfCircleOrganizationChart"/>
    <dgm:cxn modelId="{86754509-F383-134D-BFAC-4ADAF79DF3C8}" type="presOf" srcId="{65D0F5B8-278B-194D-B4E7-162FE61FC98C}" destId="{10FE74B4-83D5-2947-87B1-CF6F0993220A}" srcOrd="1" destOrd="0" presId="urn:microsoft.com/office/officeart/2008/layout/HalfCircleOrganizationChart"/>
    <dgm:cxn modelId="{9115BC85-3373-8549-AF11-4DE059BB3674}" type="presOf" srcId="{F67F47C5-77E6-6840-B2E3-CACCEF7A93CC}" destId="{057EB879-8367-8141-B523-DE96DC24693A}" srcOrd="0" destOrd="0" presId="urn:microsoft.com/office/officeart/2008/layout/HalfCircleOrganizationChart"/>
    <dgm:cxn modelId="{7DD5CBB8-8813-F94E-A07A-9256D93D2B2B}" type="presOf" srcId="{BAE81520-E07C-284E-AEA2-30A8004FF7BA}" destId="{5D31B11F-2586-8D45-BB42-8E1AF6B6D6CC}" srcOrd="0" destOrd="0" presId="urn:microsoft.com/office/officeart/2008/layout/HalfCircleOrganizationChart"/>
    <dgm:cxn modelId="{F493ABA2-EE33-E14C-8145-B7BAA310EDE0}" type="presOf" srcId="{DB830E21-8E7A-D64B-A3F1-EB6130087865}" destId="{B529E6C5-5C88-6C4D-B9D0-23A6EFF9D581}" srcOrd="0" destOrd="0" presId="urn:microsoft.com/office/officeart/2008/layout/HalfCircleOrganizationChart"/>
    <dgm:cxn modelId="{0C9DAEBC-DD8B-174D-B34C-7656FDFFB21D}" type="presOf" srcId="{9EA45F85-1ED3-8B4E-8202-D58C888C4D19}" destId="{8267AA4A-2DC2-7F47-B498-15B510D27EF2}" srcOrd="0" destOrd="0" presId="urn:microsoft.com/office/officeart/2008/layout/HalfCircleOrganizationChart"/>
    <dgm:cxn modelId="{80E14592-B6BA-E440-800C-7B4E2110381C}" srcId="{B07E475A-4C20-7F4A-8A7D-7F7874E4EB76}" destId="{DB830E21-8E7A-D64B-A3F1-EB6130087865}" srcOrd="1" destOrd="0" parTransId="{AD93230C-4593-3C4A-A8F3-3EB3BDCCB280}" sibTransId="{0DE6A770-F0DD-374A-B5BC-B7B137C2FEBD}"/>
    <dgm:cxn modelId="{0D85FFD2-F82C-5047-8E3E-B32D97B5B1EC}" type="presOf" srcId="{65D0F5B8-278B-194D-B4E7-162FE61FC98C}" destId="{8DE7FBA2-37B9-6748-B372-F063B5962BDE}" srcOrd="0" destOrd="0" presId="urn:microsoft.com/office/officeart/2008/layout/HalfCircleOrganizationChart"/>
    <dgm:cxn modelId="{74ED5040-F50F-9742-8321-2FB86D121783}" type="presOf" srcId="{32C16310-D3AD-574A-9F8F-D092F63C3FC4}" destId="{128877DC-7336-464B-9815-5C0055AD1FD4}" srcOrd="0" destOrd="0" presId="urn:microsoft.com/office/officeart/2008/layout/HalfCircleOrganizationChart"/>
    <dgm:cxn modelId="{0F08CBB1-BE54-1345-95B5-D68788192BEA}" type="presOf" srcId="{9DCF91BE-4D8D-DF4F-840C-79DC31A157E3}" destId="{D8354D0D-8C8F-AF4F-87D1-95619496BF16}" srcOrd="1" destOrd="0" presId="urn:microsoft.com/office/officeart/2008/layout/HalfCircleOrganizationChart"/>
    <dgm:cxn modelId="{3AB29EA8-5672-1145-A855-9AF6283C8041}" type="presOf" srcId="{E8A50A18-7D8B-5642-BA6B-00884952A95B}" destId="{621B54B5-F6A7-F14E-8BD8-A8E48A289B54}" srcOrd="0" destOrd="0" presId="urn:microsoft.com/office/officeart/2008/layout/HalfCircleOrganizationChart"/>
    <dgm:cxn modelId="{FB199855-F18A-2C43-9ABD-358E860FA7DC}" type="presOf" srcId="{9DCF91BE-4D8D-DF4F-840C-79DC31A157E3}" destId="{B31657E4-6FDA-3F41-896D-143F48055FAB}" srcOrd="0" destOrd="0" presId="urn:microsoft.com/office/officeart/2008/layout/HalfCircleOrganizationChart"/>
    <dgm:cxn modelId="{66C204A3-1C7D-7241-8FCF-B824CD6545D7}" type="presOf" srcId="{F213F402-5E07-A34C-AC14-C40F854D87AE}" destId="{43D7A7AA-F0E9-BE43-963D-49A5A8CB905A}" srcOrd="0" destOrd="0" presId="urn:microsoft.com/office/officeart/2008/layout/HalfCircleOrganizationChart"/>
    <dgm:cxn modelId="{322824DB-D742-EC49-BCF4-E3B0CEA5CC6E}" type="presOf" srcId="{B07E475A-4C20-7F4A-8A7D-7F7874E4EB76}" destId="{75B6835E-E397-6A4C-A518-AEEC16611B70}" srcOrd="0" destOrd="0" presId="urn:microsoft.com/office/officeart/2008/layout/HalfCircleOrganizationChart"/>
    <dgm:cxn modelId="{3A824B6D-D3D8-C04F-BF45-E4C002E4A51B}" type="presOf" srcId="{C05587E1-E5CF-2744-9C45-75F2252BFFBB}" destId="{5095A39A-6911-744D-8C4E-A1373FF5B93E}" srcOrd="0" destOrd="0" presId="urn:microsoft.com/office/officeart/2008/layout/HalfCircleOrganizationChart"/>
    <dgm:cxn modelId="{02FCC52C-3BF6-CA4C-BE75-9CAF52C7AE92}" type="presOf" srcId="{F5B78031-34E2-894E-9B25-99792F4BDAD8}" destId="{2E1D1250-3D4D-2946-9A8C-D79A1DAA72F3}" srcOrd="1" destOrd="0" presId="urn:microsoft.com/office/officeart/2008/layout/HalfCircleOrganizationChart"/>
    <dgm:cxn modelId="{0118E42D-CBA3-9946-AAE5-E92E88BC01E7}" type="presOf" srcId="{B7463067-1763-A440-95F2-FFAF0D914151}" destId="{881BECA3-33FC-5A4D-B749-3EE4EF470EF9}" srcOrd="0" destOrd="0" presId="urn:microsoft.com/office/officeart/2008/layout/HalfCircleOrganizationChart"/>
    <dgm:cxn modelId="{AD7D9C61-D184-2A47-BE94-98079767DB7A}" srcId="{0D7A8D90-563F-3642-A2D5-EAC412658EA1}" destId="{B07E475A-4C20-7F4A-8A7D-7F7874E4EB76}" srcOrd="0" destOrd="0" parTransId="{30FAA0E3-4542-A445-B652-062D1C969D67}" sibTransId="{AC134E7F-22A2-754B-A85B-40602B41D2D8}"/>
    <dgm:cxn modelId="{B2200F9E-BE44-4149-A7EB-53B6FA11803E}" type="presOf" srcId="{0D7A8D90-563F-3642-A2D5-EAC412658EA1}" destId="{C593B4D1-4C4B-C44E-8FFA-DEF547FC0AFF}" srcOrd="0" destOrd="0" presId="urn:microsoft.com/office/officeart/2008/layout/HalfCircleOrganizationChart"/>
    <dgm:cxn modelId="{5D627002-521E-014F-9194-D3AED46DD39B}" srcId="{9DCF91BE-4D8D-DF4F-840C-79DC31A157E3}" destId="{7E0EFC48-52F7-E742-8EDD-ECF682E91E3A}" srcOrd="0" destOrd="0" parTransId="{BAE81520-E07C-284E-AEA2-30A8004FF7BA}" sibTransId="{60F0B7FE-FB37-FD48-A5D8-9C9846DD5D35}"/>
    <dgm:cxn modelId="{CE25434A-6BA4-A049-A29C-174919D2051E}" type="presOf" srcId="{F67F47C5-77E6-6840-B2E3-CACCEF7A93CC}" destId="{4A5C8E2F-6EF3-E84A-B0E5-3AF4FE4C516F}" srcOrd="1" destOrd="0" presId="urn:microsoft.com/office/officeart/2008/layout/HalfCircleOrganizationChart"/>
    <dgm:cxn modelId="{534D746F-236E-9D4A-87D5-1555CBCD910F}" type="presOf" srcId="{F5B78031-34E2-894E-9B25-99792F4BDAD8}" destId="{F0FACFAC-6CCA-6C41-9BDC-4BDAE1AE44F6}" srcOrd="0" destOrd="0" presId="urn:microsoft.com/office/officeart/2008/layout/HalfCircleOrganizationChart"/>
    <dgm:cxn modelId="{FB94C8A9-0767-6C48-B675-119C7DADC844}" type="presOf" srcId="{7E0EFC48-52F7-E742-8EDD-ECF682E91E3A}" destId="{3FEF2953-F756-664F-A819-0F8B2FDBD03A}" srcOrd="0" destOrd="0" presId="urn:microsoft.com/office/officeart/2008/layout/HalfCircleOrganizationChart"/>
    <dgm:cxn modelId="{CC4CE456-E5DD-BF45-9C26-8B70A6FD3555}" type="presOf" srcId="{FEA19689-A907-544C-AF19-36DF11982B11}" destId="{11B7C179-E84A-B948-9F2F-E1E13D67D9C1}" srcOrd="0" destOrd="0" presId="urn:microsoft.com/office/officeart/2008/layout/HalfCircleOrganizationChart"/>
    <dgm:cxn modelId="{18B73FA6-69E5-9142-B89F-154C419615E0}" type="presOf" srcId="{C05587E1-E5CF-2744-9C45-75F2252BFFBB}" destId="{55BE593F-A393-B744-B278-543F1A72787D}" srcOrd="1" destOrd="0" presId="urn:microsoft.com/office/officeart/2008/layout/HalfCircleOrganizationChart"/>
    <dgm:cxn modelId="{14ADEE42-1A36-2644-A214-71EA2D6751EF}" type="presOf" srcId="{4DAF309D-5CB5-7D47-B24F-EC648CC9A568}" destId="{07450943-6C18-5E4D-A7BF-F7017FB44FD4}" srcOrd="0" destOrd="0" presId="urn:microsoft.com/office/officeart/2008/layout/HalfCircleOrganizationChart"/>
    <dgm:cxn modelId="{7A993AEF-70E4-B24F-ADE7-E6BC1D832902}" srcId="{65D0F5B8-278B-194D-B4E7-162FE61FC98C}" destId="{9DCF91BE-4D8D-DF4F-840C-79DC31A157E3}" srcOrd="1" destOrd="0" parTransId="{4DAF309D-5CB5-7D47-B24F-EC648CC9A568}" sibTransId="{3A834AFE-C4E9-3E48-A116-E411B54A0FA0}"/>
    <dgm:cxn modelId="{3847A231-AF50-1740-B053-A89767E52727}" srcId="{DB830E21-8E7A-D64B-A3F1-EB6130087865}" destId="{FEA19689-A907-544C-AF19-36DF11982B11}" srcOrd="0" destOrd="0" parTransId="{F87F35E3-4ECD-5B48-B867-0160842AF3ED}" sibTransId="{082A8DEC-E759-524A-979A-6104E7B8256A}"/>
    <dgm:cxn modelId="{7A0BE61D-EA02-494B-8A54-61961CB937B2}" type="presOf" srcId="{76328D07-0A0F-3242-8D2A-874596194ACA}" destId="{5D4C9970-95A9-3841-A226-05833C13BAAA}" srcOrd="0" destOrd="0" presId="urn:microsoft.com/office/officeart/2008/layout/HalfCircleOrganizationChart"/>
    <dgm:cxn modelId="{708471F4-34CC-104B-9EE0-CCB5B88FF9AE}" type="presOf" srcId="{816E829C-C26E-4D4B-84B4-EC7A36D5687C}" destId="{748F260D-9947-6344-BF03-00184C4A0139}" srcOrd="0" destOrd="0" presId="urn:microsoft.com/office/officeart/2008/layout/HalfCircleOrganizationChart"/>
    <dgm:cxn modelId="{2C91CE34-CF85-494D-97BB-BF43029A4DA8}" type="presOf" srcId="{1F0827B2-492C-2A44-8E7F-904CE1E27273}" destId="{3A0D23AA-F431-1047-BE47-CACAFD657190}" srcOrd="0" destOrd="0" presId="urn:microsoft.com/office/officeart/2008/layout/HalfCircleOrganizationChart"/>
    <dgm:cxn modelId="{5E2A02B0-DB1E-8442-A9E7-1567BB13557F}" srcId="{670AA7E3-3AA8-A443-B448-16440FFDCCD2}" destId="{E8A50A18-7D8B-5642-BA6B-00884952A95B}" srcOrd="0" destOrd="0" parTransId="{BC913368-1F88-304C-BA12-8C2193805DBC}" sibTransId="{BAD735AF-DFA0-BF45-8CE7-7BF9D10C7D31}"/>
    <dgm:cxn modelId="{09ADDAED-8F7D-4B43-9831-C7B1123EFA0C}" srcId="{65D0F5B8-278B-194D-B4E7-162FE61FC98C}" destId="{AF3E63DA-8935-0748-81A3-DE5AF63986D7}" srcOrd="0" destOrd="0" parTransId="{816E829C-C26E-4D4B-84B4-EC7A36D5687C}" sibTransId="{79B352BD-7431-B249-B7C6-2418BC0ADC0D}"/>
    <dgm:cxn modelId="{697DC6B4-DBB9-DA46-A426-550A1CA73531}" type="presOf" srcId="{E8A50A18-7D8B-5642-BA6B-00884952A95B}" destId="{45B53697-9F08-C04D-969D-3AF7AEA52B1C}" srcOrd="1" destOrd="0" presId="urn:microsoft.com/office/officeart/2008/layout/HalfCircleOrganizationChart"/>
    <dgm:cxn modelId="{BB3F6A9A-E309-1941-924E-A31D18A2D0F2}" type="presOf" srcId="{1F0827B2-492C-2A44-8E7F-904CE1E27273}" destId="{319BC65E-6C49-5D47-8DCA-DBF3F8EF3FC7}" srcOrd="1" destOrd="0" presId="urn:microsoft.com/office/officeart/2008/layout/HalfCircleOrganizationChart"/>
    <dgm:cxn modelId="{842F7E3F-D16E-1A4B-8807-1115063D7318}" type="presOf" srcId="{BCE2D8C3-20DC-F845-BE3D-9B8DA3266FB7}" destId="{9A149CB0-5AC6-D146-AF8E-6FD7738F6DAE}" srcOrd="0" destOrd="0" presId="urn:microsoft.com/office/officeart/2008/layout/HalfCircleOrganizationChart"/>
    <dgm:cxn modelId="{4FBB9B5B-4A50-AD4C-9E7E-AA56DB38B94E}" srcId="{C05587E1-E5CF-2744-9C45-75F2252BFFBB}" destId="{1F0827B2-492C-2A44-8E7F-904CE1E27273}" srcOrd="0" destOrd="0" parTransId="{9DDBB2C9-3F6E-ED48-88DF-B52F91472984}" sibTransId="{6C12CFD7-524F-4A4C-AB55-4B038600716C}"/>
    <dgm:cxn modelId="{17EDE856-6A16-A949-8CF6-8AAAD3A08B73}" type="presOf" srcId="{AF3E63DA-8935-0748-81A3-DE5AF63986D7}" destId="{9BDA36F0-E457-5A47-9E5F-A5EC198E224C}" srcOrd="1" destOrd="0" presId="urn:microsoft.com/office/officeart/2008/layout/HalfCircleOrganizationChart"/>
    <dgm:cxn modelId="{430F7E79-9729-E045-B598-2FE24339E0E8}" type="presOf" srcId="{B7463067-1763-A440-95F2-FFAF0D914151}" destId="{5DB10350-EF49-7D47-87E0-2D2B3442E404}" srcOrd="1" destOrd="0" presId="urn:microsoft.com/office/officeart/2008/layout/HalfCircleOrganizationChart"/>
    <dgm:cxn modelId="{4B85D294-11F8-8F47-A1DC-46A85A2651B2}" type="presOf" srcId="{F87F35E3-4ECD-5B48-B867-0160842AF3ED}" destId="{39AF8AC6-04F3-064C-89AE-2F21A38AB92F}" srcOrd="0" destOrd="0" presId="urn:microsoft.com/office/officeart/2008/layout/HalfCircleOrganizationChart"/>
    <dgm:cxn modelId="{223333C6-57BC-F641-8892-75D94758588A}" srcId="{AF3E63DA-8935-0748-81A3-DE5AF63986D7}" destId="{76328D07-0A0F-3242-8D2A-874596194ACA}" srcOrd="0" destOrd="0" parTransId="{F213F402-5E07-A34C-AC14-C40F854D87AE}" sibTransId="{9FE5680E-C9C8-1548-8233-596944453A0F}"/>
    <dgm:cxn modelId="{DF0B9090-7D60-6C4E-A493-2F4B472CE408}" srcId="{B7463067-1763-A440-95F2-FFAF0D914151}" destId="{C05587E1-E5CF-2744-9C45-75F2252BFFBB}" srcOrd="0" destOrd="0" parTransId="{1023C816-C53E-534B-A8A9-4E475AF45A03}" sibTransId="{A8ED484A-8E73-8444-929C-F1B4EC7527EC}"/>
    <dgm:cxn modelId="{A77E6A39-0593-2F46-B4AA-A927A6FE32A9}" type="presOf" srcId="{670AA7E3-3AA8-A443-B448-16440FFDCCD2}" destId="{CAB13B58-321C-3446-BD56-C72A9140A468}" srcOrd="0" destOrd="0" presId="urn:microsoft.com/office/officeart/2008/layout/HalfCircleOrganizationChart"/>
    <dgm:cxn modelId="{62CFD0FB-51BA-D148-8EE9-70BC8AEAB178}" type="presOf" srcId="{E8663555-0347-9E4A-89B9-B099406FB369}" destId="{80940FDE-AE7E-8148-B1E9-FD0D47D43C63}" srcOrd="0" destOrd="0" presId="urn:microsoft.com/office/officeart/2008/layout/HalfCircleOrganizationChart"/>
    <dgm:cxn modelId="{59E3F2B2-3A38-8545-B3A7-143F8D46E074}" srcId="{FEA19689-A907-544C-AF19-36DF11982B11}" destId="{F5B78031-34E2-894E-9B25-99792F4BDAD8}" srcOrd="1" destOrd="0" parTransId="{393A97DB-3E6B-BB4F-945B-B4D9E761DB45}" sibTransId="{D269A601-8EDB-CE41-9627-CD172A82C722}"/>
    <dgm:cxn modelId="{415E8B33-40B7-A544-AF97-87968B799CC7}" type="presOf" srcId="{76328D07-0A0F-3242-8D2A-874596194ACA}" destId="{2CAEF9D4-B149-2A40-8A6F-A2017D97D0C2}" srcOrd="1" destOrd="0" presId="urn:microsoft.com/office/officeart/2008/layout/HalfCircleOrganizationChart"/>
    <dgm:cxn modelId="{D737349D-AA9A-2240-9223-B37DD2D4FC20}" srcId="{FEA19689-A907-544C-AF19-36DF11982B11}" destId="{F67F47C5-77E6-6840-B2E3-CACCEF7A93CC}" srcOrd="0" destOrd="0" parTransId="{BCE2D8C3-20DC-F845-BE3D-9B8DA3266FB7}" sibTransId="{6E7E2C8F-C099-5145-B3BE-1415FA676804}"/>
    <dgm:cxn modelId="{3C2CF037-DA29-C940-967F-0DF2C11D11C6}" type="presOf" srcId="{BC913368-1F88-304C-BA12-8C2193805DBC}" destId="{CE2D79F1-6AC0-5140-BE4F-31FED6FB75D6}" srcOrd="0" destOrd="0" presId="urn:microsoft.com/office/officeart/2008/layout/HalfCircleOrganizationChart"/>
    <dgm:cxn modelId="{6620A2E1-3AD4-D647-879A-215BC07DCDFA}" type="presOf" srcId="{DB830E21-8E7A-D64B-A3F1-EB6130087865}" destId="{319CD088-9793-D847-9C96-13248850345B}" srcOrd="1" destOrd="0" presId="urn:microsoft.com/office/officeart/2008/layout/HalfCircleOrganizationChart"/>
    <dgm:cxn modelId="{DE52CC4B-4376-D64A-8A94-1D9564926A80}" type="presOf" srcId="{AD93230C-4593-3C4A-A8F3-3EB3BDCCB280}" destId="{AEC91801-154C-3643-93CA-9F0915132867}" srcOrd="0" destOrd="0" presId="urn:microsoft.com/office/officeart/2008/layout/HalfCircleOrganizationChart"/>
    <dgm:cxn modelId="{28000CD7-B5F4-F546-A57D-8FF3D80E1564}" type="presOf" srcId="{9DDBB2C9-3F6E-ED48-88DF-B52F91472984}" destId="{0D83859D-2EC5-2D4B-8854-8A27550F5A60}" srcOrd="0" destOrd="0" presId="urn:microsoft.com/office/officeart/2008/layout/HalfCircleOrganizationChart"/>
    <dgm:cxn modelId="{4F465020-0FA5-1D4F-A84B-4E5F2429C88D}" type="presOf" srcId="{1023C816-C53E-534B-A8A9-4E475AF45A03}" destId="{F3498923-51EC-0F47-9E72-B8225EB5DB6E}" srcOrd="0" destOrd="0" presId="urn:microsoft.com/office/officeart/2008/layout/HalfCircleOrganizationChart"/>
    <dgm:cxn modelId="{2AAA0E38-B611-E846-9C7E-2EC91EE48D96}" type="presOf" srcId="{FEA19689-A907-544C-AF19-36DF11982B11}" destId="{83BAB0E6-304E-3A4E-910A-C67DB2280BE0}" srcOrd="1" destOrd="0" presId="urn:microsoft.com/office/officeart/2008/layout/HalfCircleOrganizationChart"/>
    <dgm:cxn modelId="{4D2D2257-8E3A-5A4D-9F0B-EF14D76575F0}" type="presOf" srcId="{7E0EFC48-52F7-E742-8EDD-ECF682E91E3A}" destId="{9EC164B6-3DE1-E843-9FF3-983442D15BF4}" srcOrd="1" destOrd="0" presId="urn:microsoft.com/office/officeart/2008/layout/HalfCircleOrganizationChart"/>
    <dgm:cxn modelId="{2B91E0FD-3AA8-9543-A499-CD10AFC96E9A}" type="presOf" srcId="{670AA7E3-3AA8-A443-B448-16440FFDCCD2}" destId="{4AE73044-5C42-154F-BA1C-D81E2DD52900}" srcOrd="1" destOrd="0" presId="urn:microsoft.com/office/officeart/2008/layout/HalfCircleOrganizationChart"/>
    <dgm:cxn modelId="{913C106A-EA6A-8F43-89CB-D9589DD43ED2}" type="presOf" srcId="{AF3E63DA-8935-0748-81A3-DE5AF63986D7}" destId="{0210C15E-FA6A-0A4B-9A2D-F8A2D959BBAF}" srcOrd="0" destOrd="0" presId="urn:microsoft.com/office/officeart/2008/layout/HalfCircleOrganizationChart"/>
    <dgm:cxn modelId="{1B9027C0-8BBB-9343-B8EE-FF9ACAAEAA11}" srcId="{B7463067-1763-A440-95F2-FFAF0D914151}" destId="{670AA7E3-3AA8-A443-B448-16440FFDCCD2}" srcOrd="1" destOrd="0" parTransId="{9EA45F85-1ED3-8B4E-8202-D58C888C4D19}" sibTransId="{A1A4F16A-99F8-5E45-AFA9-A60B7B2F998E}"/>
    <dgm:cxn modelId="{B59C3763-420F-0C42-9CC6-4FD5862645F8}" type="presOf" srcId="{B07E475A-4C20-7F4A-8A7D-7F7874E4EB76}" destId="{B30A2A80-BE36-5142-86A9-C09EF51520C4}" srcOrd="1" destOrd="0" presId="urn:microsoft.com/office/officeart/2008/layout/HalfCircleOrganizationChart"/>
    <dgm:cxn modelId="{507C9279-C266-2A4D-B068-AF1DF3D1191A}" type="presParOf" srcId="{C593B4D1-4C4B-C44E-8FFA-DEF547FC0AFF}" destId="{C6BD5FFE-9854-C240-9DCB-B3BA40427F90}" srcOrd="0" destOrd="0" presId="urn:microsoft.com/office/officeart/2008/layout/HalfCircleOrganizationChart"/>
    <dgm:cxn modelId="{24B1C202-9EA4-5749-9F16-4D195B6B8D0F}" type="presParOf" srcId="{C6BD5FFE-9854-C240-9DCB-B3BA40427F90}" destId="{57298301-F2A6-CE40-A2E4-01873ED424E5}" srcOrd="0" destOrd="0" presId="urn:microsoft.com/office/officeart/2008/layout/HalfCircleOrganizationChart"/>
    <dgm:cxn modelId="{8F75F253-DFEB-FC48-AFF5-D7D2EB43BBDC}" type="presParOf" srcId="{57298301-F2A6-CE40-A2E4-01873ED424E5}" destId="{75B6835E-E397-6A4C-A518-AEEC16611B70}" srcOrd="0" destOrd="0" presId="urn:microsoft.com/office/officeart/2008/layout/HalfCircleOrganizationChart"/>
    <dgm:cxn modelId="{0A1C227C-F9BB-9545-9CB9-5076F186B778}" type="presParOf" srcId="{57298301-F2A6-CE40-A2E4-01873ED424E5}" destId="{A5A5B1A9-1EBA-8C41-A919-8E002D318711}" srcOrd="1" destOrd="0" presId="urn:microsoft.com/office/officeart/2008/layout/HalfCircleOrganizationChart"/>
    <dgm:cxn modelId="{7F375ABA-3309-4649-BD03-E20C8206ACFD}" type="presParOf" srcId="{57298301-F2A6-CE40-A2E4-01873ED424E5}" destId="{9DA7CA9B-4EE5-BB44-B1D9-FF8554D90DDC}" srcOrd="2" destOrd="0" presId="urn:microsoft.com/office/officeart/2008/layout/HalfCircleOrganizationChart"/>
    <dgm:cxn modelId="{F3336BEF-BAF7-254A-B752-BE58BC2EFD67}" type="presParOf" srcId="{57298301-F2A6-CE40-A2E4-01873ED424E5}" destId="{B30A2A80-BE36-5142-86A9-C09EF51520C4}" srcOrd="3" destOrd="0" presId="urn:microsoft.com/office/officeart/2008/layout/HalfCircleOrganizationChart"/>
    <dgm:cxn modelId="{4F5F971E-5561-A249-92A4-F4C5E6D36032}" type="presParOf" srcId="{C6BD5FFE-9854-C240-9DCB-B3BA40427F90}" destId="{C55A006F-9397-D34B-B864-CFB06ABC3003}" srcOrd="1" destOrd="0" presId="urn:microsoft.com/office/officeart/2008/layout/HalfCircleOrganizationChart"/>
    <dgm:cxn modelId="{FB887FE8-F1AD-DF46-890D-820831C9F46D}" type="presParOf" srcId="{C55A006F-9397-D34B-B864-CFB06ABC3003}" destId="{128877DC-7336-464B-9815-5C0055AD1FD4}" srcOrd="0" destOrd="0" presId="urn:microsoft.com/office/officeart/2008/layout/HalfCircleOrganizationChart"/>
    <dgm:cxn modelId="{BA18BD1C-67D5-4949-BE21-F29D9C9DC8E9}" type="presParOf" srcId="{C55A006F-9397-D34B-B864-CFB06ABC3003}" destId="{C32B97F3-A652-AA49-B787-DF31000F9CEA}" srcOrd="1" destOrd="0" presId="urn:microsoft.com/office/officeart/2008/layout/HalfCircleOrganizationChart"/>
    <dgm:cxn modelId="{05378D38-FA1A-F247-A92A-864DE0678B19}" type="presParOf" srcId="{C32B97F3-A652-AA49-B787-DF31000F9CEA}" destId="{2AE52BAF-6C46-704A-9D1F-CF41F8AF7279}" srcOrd="0" destOrd="0" presId="urn:microsoft.com/office/officeart/2008/layout/HalfCircleOrganizationChart"/>
    <dgm:cxn modelId="{FC994304-90D8-EC42-A323-56DD70138188}" type="presParOf" srcId="{2AE52BAF-6C46-704A-9D1F-CF41F8AF7279}" destId="{8DE7FBA2-37B9-6748-B372-F063B5962BDE}" srcOrd="0" destOrd="0" presId="urn:microsoft.com/office/officeart/2008/layout/HalfCircleOrganizationChart"/>
    <dgm:cxn modelId="{BDFFCA49-3A70-224C-AB07-DA3CB3E1AF77}" type="presParOf" srcId="{2AE52BAF-6C46-704A-9D1F-CF41F8AF7279}" destId="{7B12E7EB-9A8F-8442-9D1A-CB35B91A9ECE}" srcOrd="1" destOrd="0" presId="urn:microsoft.com/office/officeart/2008/layout/HalfCircleOrganizationChart"/>
    <dgm:cxn modelId="{982A1A45-C0BB-D545-A420-A179995ABEA7}" type="presParOf" srcId="{2AE52BAF-6C46-704A-9D1F-CF41F8AF7279}" destId="{91B6DD64-519A-9549-8694-4CD59CA8DC1F}" srcOrd="2" destOrd="0" presId="urn:microsoft.com/office/officeart/2008/layout/HalfCircleOrganizationChart"/>
    <dgm:cxn modelId="{1D0E998E-EC92-C741-90B0-4E8983BDCFE4}" type="presParOf" srcId="{2AE52BAF-6C46-704A-9D1F-CF41F8AF7279}" destId="{10FE74B4-83D5-2947-87B1-CF6F0993220A}" srcOrd="3" destOrd="0" presId="urn:microsoft.com/office/officeart/2008/layout/HalfCircleOrganizationChart"/>
    <dgm:cxn modelId="{51A4EBA9-FA85-D44B-BC87-7A716AD19F06}" type="presParOf" srcId="{C32B97F3-A652-AA49-B787-DF31000F9CEA}" destId="{BECC7E1F-0074-634A-B227-0FE39B56067C}" srcOrd="1" destOrd="0" presId="urn:microsoft.com/office/officeart/2008/layout/HalfCircleOrganizationChart"/>
    <dgm:cxn modelId="{02718A04-DFD2-E343-963C-6705CBDCA4FF}" type="presParOf" srcId="{BECC7E1F-0074-634A-B227-0FE39B56067C}" destId="{748F260D-9947-6344-BF03-00184C4A0139}" srcOrd="0" destOrd="0" presId="urn:microsoft.com/office/officeart/2008/layout/HalfCircleOrganizationChart"/>
    <dgm:cxn modelId="{3D498ACA-7A12-BC44-BA74-FE0324BA59BD}" type="presParOf" srcId="{BECC7E1F-0074-634A-B227-0FE39B56067C}" destId="{FB0889A6-7F02-A341-B33A-1BAC74F980DB}" srcOrd="1" destOrd="0" presId="urn:microsoft.com/office/officeart/2008/layout/HalfCircleOrganizationChart"/>
    <dgm:cxn modelId="{CB01111E-BBCF-D049-8030-6867B0A15AD6}" type="presParOf" srcId="{FB0889A6-7F02-A341-B33A-1BAC74F980DB}" destId="{875C0804-153C-6E45-B6F0-D4B512A07356}" srcOrd="0" destOrd="0" presId="urn:microsoft.com/office/officeart/2008/layout/HalfCircleOrganizationChart"/>
    <dgm:cxn modelId="{D2FDAB04-717E-104A-A66E-581B621D9605}" type="presParOf" srcId="{875C0804-153C-6E45-B6F0-D4B512A07356}" destId="{0210C15E-FA6A-0A4B-9A2D-F8A2D959BBAF}" srcOrd="0" destOrd="0" presId="urn:microsoft.com/office/officeart/2008/layout/HalfCircleOrganizationChart"/>
    <dgm:cxn modelId="{E55F7C8A-5811-004F-93B7-FC48C62B6FC8}" type="presParOf" srcId="{875C0804-153C-6E45-B6F0-D4B512A07356}" destId="{E16671B3-69D2-3E46-AD61-F0379B7D2474}" srcOrd="1" destOrd="0" presId="urn:microsoft.com/office/officeart/2008/layout/HalfCircleOrganizationChart"/>
    <dgm:cxn modelId="{B62FEFB9-D9B8-8C44-9E0F-8EDE910CF66E}" type="presParOf" srcId="{875C0804-153C-6E45-B6F0-D4B512A07356}" destId="{B23527FE-1688-064D-87CA-E870BB41F7CF}" srcOrd="2" destOrd="0" presId="urn:microsoft.com/office/officeart/2008/layout/HalfCircleOrganizationChart"/>
    <dgm:cxn modelId="{72A53B7E-D0FB-9D47-8A1F-E281106DB6B6}" type="presParOf" srcId="{875C0804-153C-6E45-B6F0-D4B512A07356}" destId="{9BDA36F0-E457-5A47-9E5F-A5EC198E224C}" srcOrd="3" destOrd="0" presId="urn:microsoft.com/office/officeart/2008/layout/HalfCircleOrganizationChart"/>
    <dgm:cxn modelId="{6E20B987-6678-0747-A8D1-F385B4776159}" type="presParOf" srcId="{FB0889A6-7F02-A341-B33A-1BAC74F980DB}" destId="{AE2F5D3C-0A29-1A4A-BD68-7F0032FF5502}" srcOrd="1" destOrd="0" presId="urn:microsoft.com/office/officeart/2008/layout/HalfCircleOrganizationChart"/>
    <dgm:cxn modelId="{FCD935C2-8889-074F-876A-D310CD4946A6}" type="presParOf" srcId="{AE2F5D3C-0A29-1A4A-BD68-7F0032FF5502}" destId="{43D7A7AA-F0E9-BE43-963D-49A5A8CB905A}" srcOrd="0" destOrd="0" presId="urn:microsoft.com/office/officeart/2008/layout/HalfCircleOrganizationChart"/>
    <dgm:cxn modelId="{B82D33FF-BE64-004A-B70B-047F2B248951}" type="presParOf" srcId="{AE2F5D3C-0A29-1A4A-BD68-7F0032FF5502}" destId="{B6F3C03B-F9CE-5C42-AEEA-312EF423319B}" srcOrd="1" destOrd="0" presId="urn:microsoft.com/office/officeart/2008/layout/HalfCircleOrganizationChart"/>
    <dgm:cxn modelId="{D3D99AE5-4D36-8A4A-A754-42EDF19A5573}" type="presParOf" srcId="{B6F3C03B-F9CE-5C42-AEEA-312EF423319B}" destId="{24653CE3-6711-154B-B931-C24CF7C9325C}" srcOrd="0" destOrd="0" presId="urn:microsoft.com/office/officeart/2008/layout/HalfCircleOrganizationChart"/>
    <dgm:cxn modelId="{3669E5F3-21BD-FD41-9186-1420E242CFBE}" type="presParOf" srcId="{24653CE3-6711-154B-B931-C24CF7C9325C}" destId="{5D4C9970-95A9-3841-A226-05833C13BAAA}" srcOrd="0" destOrd="0" presId="urn:microsoft.com/office/officeart/2008/layout/HalfCircleOrganizationChart"/>
    <dgm:cxn modelId="{D88DD2EB-05AF-DA4F-9200-0F795DF2B714}" type="presParOf" srcId="{24653CE3-6711-154B-B931-C24CF7C9325C}" destId="{E0F12F87-E321-6C48-8C2A-7E72F4F6B1E2}" srcOrd="1" destOrd="0" presId="urn:microsoft.com/office/officeart/2008/layout/HalfCircleOrganizationChart"/>
    <dgm:cxn modelId="{AFD929E8-C389-5F46-8D11-5393BAD8B8D3}" type="presParOf" srcId="{24653CE3-6711-154B-B931-C24CF7C9325C}" destId="{E13CADC5-5022-3D43-9071-F1B42DADB31B}" srcOrd="2" destOrd="0" presId="urn:microsoft.com/office/officeart/2008/layout/HalfCircleOrganizationChart"/>
    <dgm:cxn modelId="{C16070A5-90D5-E745-BED9-01E60ADB67FF}" type="presParOf" srcId="{24653CE3-6711-154B-B931-C24CF7C9325C}" destId="{2CAEF9D4-B149-2A40-8A6F-A2017D97D0C2}" srcOrd="3" destOrd="0" presId="urn:microsoft.com/office/officeart/2008/layout/HalfCircleOrganizationChart"/>
    <dgm:cxn modelId="{D9129CCC-022B-E649-BF21-9DF4098DA082}" type="presParOf" srcId="{B6F3C03B-F9CE-5C42-AEEA-312EF423319B}" destId="{0223FC92-8C2A-C043-827C-518524915992}" srcOrd="1" destOrd="0" presId="urn:microsoft.com/office/officeart/2008/layout/HalfCircleOrganizationChart"/>
    <dgm:cxn modelId="{7E088699-3E4E-DE4A-94EA-6CC92ED2CE97}" type="presParOf" srcId="{B6F3C03B-F9CE-5C42-AEEA-312EF423319B}" destId="{5C3F1013-3DF2-4A4B-B172-4245F04328AF}" srcOrd="2" destOrd="0" presId="urn:microsoft.com/office/officeart/2008/layout/HalfCircleOrganizationChart"/>
    <dgm:cxn modelId="{6B9B88A1-A7CE-2245-8676-C63C86C1101D}" type="presParOf" srcId="{FB0889A6-7F02-A341-B33A-1BAC74F980DB}" destId="{EED358B6-FD40-144A-910A-B0B0F1D48437}" srcOrd="2" destOrd="0" presId="urn:microsoft.com/office/officeart/2008/layout/HalfCircleOrganizationChart"/>
    <dgm:cxn modelId="{BC20C9DE-3E86-BE40-A2B8-210079865D8E}" type="presParOf" srcId="{BECC7E1F-0074-634A-B227-0FE39B56067C}" destId="{07450943-6C18-5E4D-A7BF-F7017FB44FD4}" srcOrd="2" destOrd="0" presId="urn:microsoft.com/office/officeart/2008/layout/HalfCircleOrganizationChart"/>
    <dgm:cxn modelId="{B5C2F48B-911A-F54D-AF0A-10B35D14B055}" type="presParOf" srcId="{BECC7E1F-0074-634A-B227-0FE39B56067C}" destId="{A55F8900-3D95-2043-B427-335BF99C1772}" srcOrd="3" destOrd="0" presId="urn:microsoft.com/office/officeart/2008/layout/HalfCircleOrganizationChart"/>
    <dgm:cxn modelId="{D2BD9174-0CB4-7941-8340-65630323293B}" type="presParOf" srcId="{A55F8900-3D95-2043-B427-335BF99C1772}" destId="{2CEDDAB5-8C01-0440-B644-19AAD5B167BE}" srcOrd="0" destOrd="0" presId="urn:microsoft.com/office/officeart/2008/layout/HalfCircleOrganizationChart"/>
    <dgm:cxn modelId="{C848280D-5A9F-D34C-8719-3822A83233A6}" type="presParOf" srcId="{2CEDDAB5-8C01-0440-B644-19AAD5B167BE}" destId="{B31657E4-6FDA-3F41-896D-143F48055FAB}" srcOrd="0" destOrd="0" presId="urn:microsoft.com/office/officeart/2008/layout/HalfCircleOrganizationChart"/>
    <dgm:cxn modelId="{81AF278F-A441-3641-B3B1-F3A8AD3B4306}" type="presParOf" srcId="{2CEDDAB5-8C01-0440-B644-19AAD5B167BE}" destId="{D8A19131-3AB0-B34C-A5DA-8C9AB11A1812}" srcOrd="1" destOrd="0" presId="urn:microsoft.com/office/officeart/2008/layout/HalfCircleOrganizationChart"/>
    <dgm:cxn modelId="{C7BB865E-A3B0-1449-8323-EC4A33DBFC48}" type="presParOf" srcId="{2CEDDAB5-8C01-0440-B644-19AAD5B167BE}" destId="{0D814F52-10ED-E949-8353-209EAA227305}" srcOrd="2" destOrd="0" presId="urn:microsoft.com/office/officeart/2008/layout/HalfCircleOrganizationChart"/>
    <dgm:cxn modelId="{2B0BC7A4-FD8B-7449-9C8C-D8D919E0EDA1}" type="presParOf" srcId="{2CEDDAB5-8C01-0440-B644-19AAD5B167BE}" destId="{D8354D0D-8C8F-AF4F-87D1-95619496BF16}" srcOrd="3" destOrd="0" presId="urn:microsoft.com/office/officeart/2008/layout/HalfCircleOrganizationChart"/>
    <dgm:cxn modelId="{3A068262-6DEC-314E-AD44-B9C2A8D5AFA5}" type="presParOf" srcId="{A55F8900-3D95-2043-B427-335BF99C1772}" destId="{CCBBE705-466E-5849-886E-717DF2D21828}" srcOrd="1" destOrd="0" presId="urn:microsoft.com/office/officeart/2008/layout/HalfCircleOrganizationChart"/>
    <dgm:cxn modelId="{E85967D6-39B0-6D4A-838D-C86C007DF182}" type="presParOf" srcId="{CCBBE705-466E-5849-886E-717DF2D21828}" destId="{5D31B11F-2586-8D45-BB42-8E1AF6B6D6CC}" srcOrd="0" destOrd="0" presId="urn:microsoft.com/office/officeart/2008/layout/HalfCircleOrganizationChart"/>
    <dgm:cxn modelId="{11F16C38-8DAA-8A4B-9039-895F11A68047}" type="presParOf" srcId="{CCBBE705-466E-5849-886E-717DF2D21828}" destId="{29967CC3-FD97-0A49-AEF6-AC315EB6A96A}" srcOrd="1" destOrd="0" presId="urn:microsoft.com/office/officeart/2008/layout/HalfCircleOrganizationChart"/>
    <dgm:cxn modelId="{842D706C-8FB9-564F-B3DA-66333B2C481B}" type="presParOf" srcId="{29967CC3-FD97-0A49-AEF6-AC315EB6A96A}" destId="{DDBF812D-C059-9543-90ED-00CEF7CA4631}" srcOrd="0" destOrd="0" presId="urn:microsoft.com/office/officeart/2008/layout/HalfCircleOrganizationChart"/>
    <dgm:cxn modelId="{30E280F8-B3C9-E644-BD9B-47E8B792CCE6}" type="presParOf" srcId="{DDBF812D-C059-9543-90ED-00CEF7CA4631}" destId="{3FEF2953-F756-664F-A819-0F8B2FDBD03A}" srcOrd="0" destOrd="0" presId="urn:microsoft.com/office/officeart/2008/layout/HalfCircleOrganizationChart"/>
    <dgm:cxn modelId="{1FABDDF7-8997-AD4C-9688-E36475748731}" type="presParOf" srcId="{DDBF812D-C059-9543-90ED-00CEF7CA4631}" destId="{516251E6-490C-D74D-8531-4A7BCA24BB23}" srcOrd="1" destOrd="0" presId="urn:microsoft.com/office/officeart/2008/layout/HalfCircleOrganizationChart"/>
    <dgm:cxn modelId="{0771E391-A744-1F42-A085-EFB61B04912F}" type="presParOf" srcId="{DDBF812D-C059-9543-90ED-00CEF7CA4631}" destId="{F6C5AD58-12C1-4F4E-9D66-BE10B9683101}" srcOrd="2" destOrd="0" presId="urn:microsoft.com/office/officeart/2008/layout/HalfCircleOrganizationChart"/>
    <dgm:cxn modelId="{5761BDA4-B64C-BB4D-B724-C0AB6CEED76E}" type="presParOf" srcId="{DDBF812D-C059-9543-90ED-00CEF7CA4631}" destId="{9EC164B6-3DE1-E843-9FF3-983442D15BF4}" srcOrd="3" destOrd="0" presId="urn:microsoft.com/office/officeart/2008/layout/HalfCircleOrganizationChart"/>
    <dgm:cxn modelId="{8305A82B-2DF5-0B4E-A49A-9B2F49CAF1EE}" type="presParOf" srcId="{29967CC3-FD97-0A49-AEF6-AC315EB6A96A}" destId="{79C26FFA-A014-804D-9050-4203C5B4D252}" srcOrd="1" destOrd="0" presId="urn:microsoft.com/office/officeart/2008/layout/HalfCircleOrganizationChart"/>
    <dgm:cxn modelId="{BE549170-C85B-304B-8BAA-1B359A004B9E}" type="presParOf" srcId="{29967CC3-FD97-0A49-AEF6-AC315EB6A96A}" destId="{F597A339-A3A8-2746-B4CF-49A94CF93F1E}" srcOrd="2" destOrd="0" presId="urn:microsoft.com/office/officeart/2008/layout/HalfCircleOrganizationChart"/>
    <dgm:cxn modelId="{775AF17B-FE63-E14C-9F3D-359B57138A48}" type="presParOf" srcId="{A55F8900-3D95-2043-B427-335BF99C1772}" destId="{AF4F93B1-D47A-B34C-9327-B322583C55F3}" srcOrd="2" destOrd="0" presId="urn:microsoft.com/office/officeart/2008/layout/HalfCircleOrganizationChart"/>
    <dgm:cxn modelId="{0B193DB0-F79B-2F46-A12A-D214BE233420}" type="presParOf" srcId="{C32B97F3-A652-AA49-B787-DF31000F9CEA}" destId="{B2CEF381-8C9C-AA4A-B45E-917E3E09228D}" srcOrd="2" destOrd="0" presId="urn:microsoft.com/office/officeart/2008/layout/HalfCircleOrganizationChart"/>
    <dgm:cxn modelId="{B0119B01-65B2-A740-8A28-D6782650CA98}" type="presParOf" srcId="{C55A006F-9397-D34B-B864-CFB06ABC3003}" destId="{AEC91801-154C-3643-93CA-9F0915132867}" srcOrd="2" destOrd="0" presId="urn:microsoft.com/office/officeart/2008/layout/HalfCircleOrganizationChart"/>
    <dgm:cxn modelId="{D1534310-C7B6-E947-9F2F-ABA1F7EF56FC}" type="presParOf" srcId="{C55A006F-9397-D34B-B864-CFB06ABC3003}" destId="{5B805ACF-C160-4C48-84D1-A097A52F0678}" srcOrd="3" destOrd="0" presId="urn:microsoft.com/office/officeart/2008/layout/HalfCircleOrganizationChart"/>
    <dgm:cxn modelId="{3204AA9E-8B5C-E644-BA34-B37B730756D1}" type="presParOf" srcId="{5B805ACF-C160-4C48-84D1-A097A52F0678}" destId="{7B90A1D8-2B42-824F-80D2-4807730FAF7E}" srcOrd="0" destOrd="0" presId="urn:microsoft.com/office/officeart/2008/layout/HalfCircleOrganizationChart"/>
    <dgm:cxn modelId="{6BBEC2C8-2BF2-5A41-89C6-80BC827334BC}" type="presParOf" srcId="{7B90A1D8-2B42-824F-80D2-4807730FAF7E}" destId="{B529E6C5-5C88-6C4D-B9D0-23A6EFF9D581}" srcOrd="0" destOrd="0" presId="urn:microsoft.com/office/officeart/2008/layout/HalfCircleOrganizationChart"/>
    <dgm:cxn modelId="{07EFC5EF-F818-DD48-9F86-8D5737827EF7}" type="presParOf" srcId="{7B90A1D8-2B42-824F-80D2-4807730FAF7E}" destId="{94F5802C-723B-334E-BE72-B105274FD2AD}" srcOrd="1" destOrd="0" presId="urn:microsoft.com/office/officeart/2008/layout/HalfCircleOrganizationChart"/>
    <dgm:cxn modelId="{679D6E0E-FD0F-044E-AE4B-39A1E173F705}" type="presParOf" srcId="{7B90A1D8-2B42-824F-80D2-4807730FAF7E}" destId="{790DF9BB-6C21-BA46-8EAC-11DFE33E083A}" srcOrd="2" destOrd="0" presId="urn:microsoft.com/office/officeart/2008/layout/HalfCircleOrganizationChart"/>
    <dgm:cxn modelId="{6D1D2568-202B-B645-83AF-3C4FC91335CC}" type="presParOf" srcId="{7B90A1D8-2B42-824F-80D2-4807730FAF7E}" destId="{319CD088-9793-D847-9C96-13248850345B}" srcOrd="3" destOrd="0" presId="urn:microsoft.com/office/officeart/2008/layout/HalfCircleOrganizationChart"/>
    <dgm:cxn modelId="{655C59B1-9F15-5A40-A94E-15B17C5767B7}" type="presParOf" srcId="{5B805ACF-C160-4C48-84D1-A097A52F0678}" destId="{C7DCA155-FECF-A544-8EAA-F6DE31EC8CB1}" srcOrd="1" destOrd="0" presId="urn:microsoft.com/office/officeart/2008/layout/HalfCircleOrganizationChart"/>
    <dgm:cxn modelId="{E63CCDE2-DCA4-604F-B794-D14A0316095A}" type="presParOf" srcId="{C7DCA155-FECF-A544-8EAA-F6DE31EC8CB1}" destId="{39AF8AC6-04F3-064C-89AE-2F21A38AB92F}" srcOrd="0" destOrd="0" presId="urn:microsoft.com/office/officeart/2008/layout/HalfCircleOrganizationChart"/>
    <dgm:cxn modelId="{BC49E1C3-6D9B-2341-B432-7ADB999F374A}" type="presParOf" srcId="{C7DCA155-FECF-A544-8EAA-F6DE31EC8CB1}" destId="{EBB4BBB0-8043-5F4B-8644-8D7AFD89A854}" srcOrd="1" destOrd="0" presId="urn:microsoft.com/office/officeart/2008/layout/HalfCircleOrganizationChart"/>
    <dgm:cxn modelId="{DDFEE217-C72F-4845-99EE-41806CA6B1B1}" type="presParOf" srcId="{EBB4BBB0-8043-5F4B-8644-8D7AFD89A854}" destId="{6E40562B-F1F4-CB40-87BE-F0B431E0F30C}" srcOrd="0" destOrd="0" presId="urn:microsoft.com/office/officeart/2008/layout/HalfCircleOrganizationChart"/>
    <dgm:cxn modelId="{B57472A4-5E2B-6E40-81A8-180BE182181C}" type="presParOf" srcId="{6E40562B-F1F4-CB40-87BE-F0B431E0F30C}" destId="{11B7C179-E84A-B948-9F2F-E1E13D67D9C1}" srcOrd="0" destOrd="0" presId="urn:microsoft.com/office/officeart/2008/layout/HalfCircleOrganizationChart"/>
    <dgm:cxn modelId="{76FBF3FA-1336-3847-BA3C-0DF20CC08BB3}" type="presParOf" srcId="{6E40562B-F1F4-CB40-87BE-F0B431E0F30C}" destId="{815D5822-9FA1-5641-80E9-B85CB951CBBC}" srcOrd="1" destOrd="0" presId="urn:microsoft.com/office/officeart/2008/layout/HalfCircleOrganizationChart"/>
    <dgm:cxn modelId="{77F815CC-E1C2-734C-815F-68F8293A03D3}" type="presParOf" srcId="{6E40562B-F1F4-CB40-87BE-F0B431E0F30C}" destId="{F169EA4E-55C5-EA43-8CEB-144606BCBEEC}" srcOrd="2" destOrd="0" presId="urn:microsoft.com/office/officeart/2008/layout/HalfCircleOrganizationChart"/>
    <dgm:cxn modelId="{C86C9BA4-7D72-494D-9936-7B30A18378AD}" type="presParOf" srcId="{6E40562B-F1F4-CB40-87BE-F0B431E0F30C}" destId="{83BAB0E6-304E-3A4E-910A-C67DB2280BE0}" srcOrd="3" destOrd="0" presId="urn:microsoft.com/office/officeart/2008/layout/HalfCircleOrganizationChart"/>
    <dgm:cxn modelId="{2D2BC91B-9F51-2344-8B6E-FBD6401BE394}" type="presParOf" srcId="{EBB4BBB0-8043-5F4B-8644-8D7AFD89A854}" destId="{97E5D288-D067-D846-85E7-1A4F373F68D8}" srcOrd="1" destOrd="0" presId="urn:microsoft.com/office/officeart/2008/layout/HalfCircleOrganizationChart"/>
    <dgm:cxn modelId="{16A12A8C-D828-5E45-AD0B-8FFFDA711A09}" type="presParOf" srcId="{97E5D288-D067-D846-85E7-1A4F373F68D8}" destId="{9A149CB0-5AC6-D146-AF8E-6FD7738F6DAE}" srcOrd="0" destOrd="0" presId="urn:microsoft.com/office/officeart/2008/layout/HalfCircleOrganizationChart"/>
    <dgm:cxn modelId="{22324DEA-1D2B-AD42-8D4D-0A7D111F7EFF}" type="presParOf" srcId="{97E5D288-D067-D846-85E7-1A4F373F68D8}" destId="{7949478A-15EC-0844-BD6D-547978994347}" srcOrd="1" destOrd="0" presId="urn:microsoft.com/office/officeart/2008/layout/HalfCircleOrganizationChart"/>
    <dgm:cxn modelId="{EC0AF7B6-520E-5A47-AB84-27CD3696E5CF}" type="presParOf" srcId="{7949478A-15EC-0844-BD6D-547978994347}" destId="{F29E82F2-C84D-7745-AE99-A7CEEFCB3FF9}" srcOrd="0" destOrd="0" presId="urn:microsoft.com/office/officeart/2008/layout/HalfCircleOrganizationChart"/>
    <dgm:cxn modelId="{CF556D80-BC04-3D49-9292-838D3594DFFA}" type="presParOf" srcId="{F29E82F2-C84D-7745-AE99-A7CEEFCB3FF9}" destId="{057EB879-8367-8141-B523-DE96DC24693A}" srcOrd="0" destOrd="0" presId="urn:microsoft.com/office/officeart/2008/layout/HalfCircleOrganizationChart"/>
    <dgm:cxn modelId="{6031B897-AF16-A243-A3FD-D43A77C0CC00}" type="presParOf" srcId="{F29E82F2-C84D-7745-AE99-A7CEEFCB3FF9}" destId="{C7897092-8BE1-CA45-A861-1B08C9F0A405}" srcOrd="1" destOrd="0" presId="urn:microsoft.com/office/officeart/2008/layout/HalfCircleOrganizationChart"/>
    <dgm:cxn modelId="{79F22BF7-E2BA-B94A-8CEA-E040C0AAA15C}" type="presParOf" srcId="{F29E82F2-C84D-7745-AE99-A7CEEFCB3FF9}" destId="{AF4D9C22-742F-9742-96D0-ADE5310A8F3F}" srcOrd="2" destOrd="0" presId="urn:microsoft.com/office/officeart/2008/layout/HalfCircleOrganizationChart"/>
    <dgm:cxn modelId="{FB131EE9-2184-2F48-8797-157A090B2C75}" type="presParOf" srcId="{F29E82F2-C84D-7745-AE99-A7CEEFCB3FF9}" destId="{4A5C8E2F-6EF3-E84A-B0E5-3AF4FE4C516F}" srcOrd="3" destOrd="0" presId="urn:microsoft.com/office/officeart/2008/layout/HalfCircleOrganizationChart"/>
    <dgm:cxn modelId="{B9148BF5-BC0B-A547-B2BC-9AA8A67F918C}" type="presParOf" srcId="{7949478A-15EC-0844-BD6D-547978994347}" destId="{1E15801D-2D92-564D-B966-E3F3524A945C}" srcOrd="1" destOrd="0" presId="urn:microsoft.com/office/officeart/2008/layout/HalfCircleOrganizationChart"/>
    <dgm:cxn modelId="{CAFFEC93-962F-E240-93D1-D6F46C9150BF}" type="presParOf" srcId="{7949478A-15EC-0844-BD6D-547978994347}" destId="{7253CCBC-3BF0-5640-802A-A089CF3A6AA0}" srcOrd="2" destOrd="0" presId="urn:microsoft.com/office/officeart/2008/layout/HalfCircleOrganizationChart"/>
    <dgm:cxn modelId="{21B7182B-7350-584B-BF0E-9D3F1A63781A}" type="presParOf" srcId="{97E5D288-D067-D846-85E7-1A4F373F68D8}" destId="{7D49ED69-FAC0-994F-9988-C28400C3D880}" srcOrd="2" destOrd="0" presId="urn:microsoft.com/office/officeart/2008/layout/HalfCircleOrganizationChart"/>
    <dgm:cxn modelId="{E508937F-167A-4E42-9759-AF3F9BC5AAD6}" type="presParOf" srcId="{97E5D288-D067-D846-85E7-1A4F373F68D8}" destId="{072A0343-0FC8-2249-8B36-319E7AC9FC08}" srcOrd="3" destOrd="0" presId="urn:microsoft.com/office/officeart/2008/layout/HalfCircleOrganizationChart"/>
    <dgm:cxn modelId="{164D1D2C-1265-8547-9A99-71ED4DBD020F}" type="presParOf" srcId="{072A0343-0FC8-2249-8B36-319E7AC9FC08}" destId="{1BD13E57-E203-0F44-BE9E-2E629DC64F49}" srcOrd="0" destOrd="0" presId="urn:microsoft.com/office/officeart/2008/layout/HalfCircleOrganizationChart"/>
    <dgm:cxn modelId="{5F418512-9339-7E4D-8B1C-B255C94825C2}" type="presParOf" srcId="{1BD13E57-E203-0F44-BE9E-2E629DC64F49}" destId="{F0FACFAC-6CCA-6C41-9BDC-4BDAE1AE44F6}" srcOrd="0" destOrd="0" presId="urn:microsoft.com/office/officeart/2008/layout/HalfCircleOrganizationChart"/>
    <dgm:cxn modelId="{6FC21227-49A1-7444-975C-FF8130D73922}" type="presParOf" srcId="{1BD13E57-E203-0F44-BE9E-2E629DC64F49}" destId="{001D0016-BC9E-794C-8999-747FB494C307}" srcOrd="1" destOrd="0" presId="urn:microsoft.com/office/officeart/2008/layout/HalfCircleOrganizationChart"/>
    <dgm:cxn modelId="{51A43963-79FD-CA42-88FD-CC0836261FC6}" type="presParOf" srcId="{1BD13E57-E203-0F44-BE9E-2E629DC64F49}" destId="{2B653317-D710-0142-97A4-7FAA235F623D}" srcOrd="2" destOrd="0" presId="urn:microsoft.com/office/officeart/2008/layout/HalfCircleOrganizationChart"/>
    <dgm:cxn modelId="{FCA255D4-A0B3-5E45-8771-0D1AB6CB6108}" type="presParOf" srcId="{1BD13E57-E203-0F44-BE9E-2E629DC64F49}" destId="{2E1D1250-3D4D-2946-9A8C-D79A1DAA72F3}" srcOrd="3" destOrd="0" presId="urn:microsoft.com/office/officeart/2008/layout/HalfCircleOrganizationChart"/>
    <dgm:cxn modelId="{2F7CA9E4-5ABC-CE45-B180-072061D7675D}" type="presParOf" srcId="{072A0343-0FC8-2249-8B36-319E7AC9FC08}" destId="{4EA7DC78-3103-7A48-BAA8-7B2D72EC44F1}" srcOrd="1" destOrd="0" presId="urn:microsoft.com/office/officeart/2008/layout/HalfCircleOrganizationChart"/>
    <dgm:cxn modelId="{F5B2C29C-DE55-EF42-89CA-FED4C33D25E7}" type="presParOf" srcId="{072A0343-0FC8-2249-8B36-319E7AC9FC08}" destId="{A2521D21-A145-2246-8C0A-1B274622F5E7}" srcOrd="2" destOrd="0" presId="urn:microsoft.com/office/officeart/2008/layout/HalfCircleOrganizationChart"/>
    <dgm:cxn modelId="{DD908B70-C79A-A24D-880C-EF7E80B1E357}" type="presParOf" srcId="{EBB4BBB0-8043-5F4B-8644-8D7AFD89A854}" destId="{1EF38423-3841-6A4D-82B1-1CAE7D14AD92}" srcOrd="2" destOrd="0" presId="urn:microsoft.com/office/officeart/2008/layout/HalfCircleOrganizationChart"/>
    <dgm:cxn modelId="{113CBB7E-05B1-6446-AD06-E9769EA7842D}" type="presParOf" srcId="{5B805ACF-C160-4C48-84D1-A097A52F0678}" destId="{8D0D7BB2-7FDB-1E45-915F-B27675137FA7}" srcOrd="2" destOrd="0" presId="urn:microsoft.com/office/officeart/2008/layout/HalfCircleOrganizationChart"/>
    <dgm:cxn modelId="{CD080B38-148A-864C-AFAB-4E13CC067CAA}" type="presParOf" srcId="{C55A006F-9397-D34B-B864-CFB06ABC3003}" destId="{80940FDE-AE7E-8148-B1E9-FD0D47D43C63}" srcOrd="4" destOrd="0" presId="urn:microsoft.com/office/officeart/2008/layout/HalfCircleOrganizationChart"/>
    <dgm:cxn modelId="{870CCD0D-7062-E14D-8A6D-18895B56D908}" type="presParOf" srcId="{C55A006F-9397-D34B-B864-CFB06ABC3003}" destId="{01E7E876-19B1-0B49-8DFE-0FF67B213305}" srcOrd="5" destOrd="0" presId="urn:microsoft.com/office/officeart/2008/layout/HalfCircleOrganizationChart"/>
    <dgm:cxn modelId="{69F6CF78-D39F-AF42-9570-FC4A35670513}" type="presParOf" srcId="{01E7E876-19B1-0B49-8DFE-0FF67B213305}" destId="{E263B20C-80B0-F649-A565-E250E07D0029}" srcOrd="0" destOrd="0" presId="urn:microsoft.com/office/officeart/2008/layout/HalfCircleOrganizationChart"/>
    <dgm:cxn modelId="{7F5B59D5-722F-D04D-8B5C-F7D152BE2E7D}" type="presParOf" srcId="{E263B20C-80B0-F649-A565-E250E07D0029}" destId="{881BECA3-33FC-5A4D-B749-3EE4EF470EF9}" srcOrd="0" destOrd="0" presId="urn:microsoft.com/office/officeart/2008/layout/HalfCircleOrganizationChart"/>
    <dgm:cxn modelId="{6842E1C2-8C17-D045-A3EA-3E59438DA4CF}" type="presParOf" srcId="{E263B20C-80B0-F649-A565-E250E07D0029}" destId="{B27D4E19-5340-504C-B6FF-5D12B4BD84EB}" srcOrd="1" destOrd="0" presId="urn:microsoft.com/office/officeart/2008/layout/HalfCircleOrganizationChart"/>
    <dgm:cxn modelId="{FA243D95-A34E-674D-91FE-3D85544B7CCE}" type="presParOf" srcId="{E263B20C-80B0-F649-A565-E250E07D0029}" destId="{5E40EBB9-233A-E84F-ADB4-F0FDD7FED0D3}" srcOrd="2" destOrd="0" presId="urn:microsoft.com/office/officeart/2008/layout/HalfCircleOrganizationChart"/>
    <dgm:cxn modelId="{D9C7D6CA-AD7B-9648-9523-1A134A4F6E08}" type="presParOf" srcId="{E263B20C-80B0-F649-A565-E250E07D0029}" destId="{5DB10350-EF49-7D47-87E0-2D2B3442E404}" srcOrd="3" destOrd="0" presId="urn:microsoft.com/office/officeart/2008/layout/HalfCircleOrganizationChart"/>
    <dgm:cxn modelId="{3B162B24-0A45-A849-A69C-7EE4969ED8F5}" type="presParOf" srcId="{01E7E876-19B1-0B49-8DFE-0FF67B213305}" destId="{787A6763-5500-8949-A05D-CCFC1D62733C}" srcOrd="1" destOrd="0" presId="urn:microsoft.com/office/officeart/2008/layout/HalfCircleOrganizationChart"/>
    <dgm:cxn modelId="{B2D77187-EFA2-9442-B2F6-20BEEF76D3C9}" type="presParOf" srcId="{787A6763-5500-8949-A05D-CCFC1D62733C}" destId="{F3498923-51EC-0F47-9E72-B8225EB5DB6E}" srcOrd="0" destOrd="0" presId="urn:microsoft.com/office/officeart/2008/layout/HalfCircleOrganizationChart"/>
    <dgm:cxn modelId="{99F9E859-EE01-C742-9C5B-D7A863271ED7}" type="presParOf" srcId="{787A6763-5500-8949-A05D-CCFC1D62733C}" destId="{53C8092C-C657-5C4F-A7F0-B3313F1287E3}" srcOrd="1" destOrd="0" presId="urn:microsoft.com/office/officeart/2008/layout/HalfCircleOrganizationChart"/>
    <dgm:cxn modelId="{E5F7177B-FF55-F046-9260-B4A6440ECA2E}" type="presParOf" srcId="{53C8092C-C657-5C4F-A7F0-B3313F1287E3}" destId="{FF16B2BA-C5FA-9E4F-B24C-D4BB83E45C11}" srcOrd="0" destOrd="0" presId="urn:microsoft.com/office/officeart/2008/layout/HalfCircleOrganizationChart"/>
    <dgm:cxn modelId="{4C0E6CE4-6C09-8A49-B7CD-9F66D5B6EF4D}" type="presParOf" srcId="{FF16B2BA-C5FA-9E4F-B24C-D4BB83E45C11}" destId="{5095A39A-6911-744D-8C4E-A1373FF5B93E}" srcOrd="0" destOrd="0" presId="urn:microsoft.com/office/officeart/2008/layout/HalfCircleOrganizationChart"/>
    <dgm:cxn modelId="{69D46ACE-709D-844D-B51B-45A8F33A3540}" type="presParOf" srcId="{FF16B2BA-C5FA-9E4F-B24C-D4BB83E45C11}" destId="{EAEE1D22-59F4-3046-813F-8F5D6D0FDF94}" srcOrd="1" destOrd="0" presId="urn:microsoft.com/office/officeart/2008/layout/HalfCircleOrganizationChart"/>
    <dgm:cxn modelId="{4BCC21CF-177C-F347-A91F-72F42BB4C424}" type="presParOf" srcId="{FF16B2BA-C5FA-9E4F-B24C-D4BB83E45C11}" destId="{01E30816-191F-EA40-A386-4843967EE9F4}" srcOrd="2" destOrd="0" presId="urn:microsoft.com/office/officeart/2008/layout/HalfCircleOrganizationChart"/>
    <dgm:cxn modelId="{24A57ECB-4B4F-A84D-AEE9-DA018B13BF01}" type="presParOf" srcId="{FF16B2BA-C5FA-9E4F-B24C-D4BB83E45C11}" destId="{55BE593F-A393-B744-B278-543F1A72787D}" srcOrd="3" destOrd="0" presId="urn:microsoft.com/office/officeart/2008/layout/HalfCircleOrganizationChart"/>
    <dgm:cxn modelId="{32A8DE6E-00DE-F047-B974-D563C8E803B5}" type="presParOf" srcId="{53C8092C-C657-5C4F-A7F0-B3313F1287E3}" destId="{DFD02023-68DF-8840-AA94-688690130C0F}" srcOrd="1" destOrd="0" presId="urn:microsoft.com/office/officeart/2008/layout/HalfCircleOrganizationChart"/>
    <dgm:cxn modelId="{145FACDB-F925-A542-BBE6-30ECABC18A34}" type="presParOf" srcId="{DFD02023-68DF-8840-AA94-688690130C0F}" destId="{0D83859D-2EC5-2D4B-8854-8A27550F5A60}" srcOrd="0" destOrd="0" presId="urn:microsoft.com/office/officeart/2008/layout/HalfCircleOrganizationChart"/>
    <dgm:cxn modelId="{1CF62FE3-C45A-0D40-B3D7-39B90D960C77}" type="presParOf" srcId="{DFD02023-68DF-8840-AA94-688690130C0F}" destId="{523FBE65-35CE-8F40-BA2C-B057E5C56C69}" srcOrd="1" destOrd="0" presId="urn:microsoft.com/office/officeart/2008/layout/HalfCircleOrganizationChart"/>
    <dgm:cxn modelId="{15628A0A-934D-6C4C-926F-7203498D91F2}" type="presParOf" srcId="{523FBE65-35CE-8F40-BA2C-B057E5C56C69}" destId="{077D21E6-49EE-AF44-888C-B2260E223CE8}" srcOrd="0" destOrd="0" presId="urn:microsoft.com/office/officeart/2008/layout/HalfCircleOrganizationChart"/>
    <dgm:cxn modelId="{94236A58-2F5C-0C4E-AAA3-8E9B01A6F62A}" type="presParOf" srcId="{077D21E6-49EE-AF44-888C-B2260E223CE8}" destId="{3A0D23AA-F431-1047-BE47-CACAFD657190}" srcOrd="0" destOrd="0" presId="urn:microsoft.com/office/officeart/2008/layout/HalfCircleOrganizationChart"/>
    <dgm:cxn modelId="{6AA6A84A-FF35-BB49-884B-69E6DB1CE20E}" type="presParOf" srcId="{077D21E6-49EE-AF44-888C-B2260E223CE8}" destId="{7FC68C49-2AA9-ED42-9DEB-B3A645909CA9}" srcOrd="1" destOrd="0" presId="urn:microsoft.com/office/officeart/2008/layout/HalfCircleOrganizationChart"/>
    <dgm:cxn modelId="{4FB4A691-0F72-9841-942F-937241DD654B}" type="presParOf" srcId="{077D21E6-49EE-AF44-888C-B2260E223CE8}" destId="{46CED281-3E4F-8F42-8CC3-621FFEC77BB7}" srcOrd="2" destOrd="0" presId="urn:microsoft.com/office/officeart/2008/layout/HalfCircleOrganizationChart"/>
    <dgm:cxn modelId="{780C3932-474F-D14A-9B0D-9D7C1CEFFF3B}" type="presParOf" srcId="{077D21E6-49EE-AF44-888C-B2260E223CE8}" destId="{319BC65E-6C49-5D47-8DCA-DBF3F8EF3FC7}" srcOrd="3" destOrd="0" presId="urn:microsoft.com/office/officeart/2008/layout/HalfCircleOrganizationChart"/>
    <dgm:cxn modelId="{69B2FD67-FB64-F94C-936F-DF20AC04D36C}" type="presParOf" srcId="{523FBE65-35CE-8F40-BA2C-B057E5C56C69}" destId="{1F764AEF-4B58-6E48-92B1-CA1909562345}" srcOrd="1" destOrd="0" presId="urn:microsoft.com/office/officeart/2008/layout/HalfCircleOrganizationChart"/>
    <dgm:cxn modelId="{C6F24F03-7584-6940-BC78-8C736AB79D70}" type="presParOf" srcId="{523FBE65-35CE-8F40-BA2C-B057E5C56C69}" destId="{D5E20AAF-D051-7943-887B-EE09AF8C9F01}" srcOrd="2" destOrd="0" presId="urn:microsoft.com/office/officeart/2008/layout/HalfCircleOrganizationChart"/>
    <dgm:cxn modelId="{021BDD26-E222-D74E-B133-71167B515CB5}" type="presParOf" srcId="{53C8092C-C657-5C4F-A7F0-B3313F1287E3}" destId="{C8CD3BCE-DCAE-F24B-8930-B9AF10F7D9AE}" srcOrd="2" destOrd="0" presId="urn:microsoft.com/office/officeart/2008/layout/HalfCircleOrganizationChart"/>
    <dgm:cxn modelId="{10C06B16-F24D-3F49-91E7-6354DE7F48EF}" type="presParOf" srcId="{787A6763-5500-8949-A05D-CCFC1D62733C}" destId="{8267AA4A-2DC2-7F47-B498-15B510D27EF2}" srcOrd="2" destOrd="0" presId="urn:microsoft.com/office/officeart/2008/layout/HalfCircleOrganizationChart"/>
    <dgm:cxn modelId="{28397363-0BF6-8444-9320-93ECD2B3750A}" type="presParOf" srcId="{787A6763-5500-8949-A05D-CCFC1D62733C}" destId="{01AFF02A-36BA-D841-AD0D-AE3427E14F1E}" srcOrd="3" destOrd="0" presId="urn:microsoft.com/office/officeart/2008/layout/HalfCircleOrganizationChart"/>
    <dgm:cxn modelId="{6FF43F00-1049-2444-9837-DD0226AA3A11}" type="presParOf" srcId="{01AFF02A-36BA-D841-AD0D-AE3427E14F1E}" destId="{A983939A-293D-324E-8F70-0EFF68C44826}" srcOrd="0" destOrd="0" presId="urn:microsoft.com/office/officeart/2008/layout/HalfCircleOrganizationChart"/>
    <dgm:cxn modelId="{E3007A52-F95B-024E-8BE1-65C0AEC3B308}" type="presParOf" srcId="{A983939A-293D-324E-8F70-0EFF68C44826}" destId="{CAB13B58-321C-3446-BD56-C72A9140A468}" srcOrd="0" destOrd="0" presId="urn:microsoft.com/office/officeart/2008/layout/HalfCircleOrganizationChart"/>
    <dgm:cxn modelId="{48A49217-2505-314D-8882-901A4FC5AFE9}" type="presParOf" srcId="{A983939A-293D-324E-8F70-0EFF68C44826}" destId="{5AB71226-62A5-0F48-A5CE-AA2393034A39}" srcOrd="1" destOrd="0" presId="urn:microsoft.com/office/officeart/2008/layout/HalfCircleOrganizationChart"/>
    <dgm:cxn modelId="{D3154070-FCAC-CF4F-915B-23CA01FC6BB0}" type="presParOf" srcId="{A983939A-293D-324E-8F70-0EFF68C44826}" destId="{965409C7-0596-5240-B923-63F1961FDBD5}" srcOrd="2" destOrd="0" presId="urn:microsoft.com/office/officeart/2008/layout/HalfCircleOrganizationChart"/>
    <dgm:cxn modelId="{70C1B19A-B977-EE46-9B19-C00509B98893}" type="presParOf" srcId="{A983939A-293D-324E-8F70-0EFF68C44826}" destId="{4AE73044-5C42-154F-BA1C-D81E2DD52900}" srcOrd="3" destOrd="0" presId="urn:microsoft.com/office/officeart/2008/layout/HalfCircleOrganizationChart"/>
    <dgm:cxn modelId="{3084382F-AC05-8540-84C8-706A3F7E12BC}" type="presParOf" srcId="{01AFF02A-36BA-D841-AD0D-AE3427E14F1E}" destId="{D65AA657-F065-5343-83AA-75012DCE631C}" srcOrd="1" destOrd="0" presId="urn:microsoft.com/office/officeart/2008/layout/HalfCircleOrganizationChart"/>
    <dgm:cxn modelId="{BE6012D6-2C47-7949-A381-BA68B1340A35}" type="presParOf" srcId="{D65AA657-F065-5343-83AA-75012DCE631C}" destId="{CE2D79F1-6AC0-5140-BE4F-31FED6FB75D6}" srcOrd="0" destOrd="0" presId="urn:microsoft.com/office/officeart/2008/layout/HalfCircleOrganizationChart"/>
    <dgm:cxn modelId="{91A00AA2-6D87-B548-98D1-20BBE0C60C93}" type="presParOf" srcId="{D65AA657-F065-5343-83AA-75012DCE631C}" destId="{678F29D3-D3CB-6247-8764-4B27D84A8555}" srcOrd="1" destOrd="0" presId="urn:microsoft.com/office/officeart/2008/layout/HalfCircleOrganizationChart"/>
    <dgm:cxn modelId="{F52CA022-FDB9-9943-9A42-66DAFF3ED661}" type="presParOf" srcId="{678F29D3-D3CB-6247-8764-4B27D84A8555}" destId="{091947E1-D99E-FD49-B6D3-6F2ACB5BB5D1}" srcOrd="0" destOrd="0" presId="urn:microsoft.com/office/officeart/2008/layout/HalfCircleOrganizationChart"/>
    <dgm:cxn modelId="{B38E1A6B-C6D8-484B-A13C-8A2EEFF8236A}" type="presParOf" srcId="{091947E1-D99E-FD49-B6D3-6F2ACB5BB5D1}" destId="{621B54B5-F6A7-F14E-8BD8-A8E48A289B54}" srcOrd="0" destOrd="0" presId="urn:microsoft.com/office/officeart/2008/layout/HalfCircleOrganizationChart"/>
    <dgm:cxn modelId="{71839703-FA26-9249-84F6-4EFD8D4DADBB}" type="presParOf" srcId="{091947E1-D99E-FD49-B6D3-6F2ACB5BB5D1}" destId="{0648A4E5-C394-2047-BD72-9D47AC151D8D}" srcOrd="1" destOrd="0" presId="urn:microsoft.com/office/officeart/2008/layout/HalfCircleOrganizationChart"/>
    <dgm:cxn modelId="{907696DD-4DC5-674F-AC23-637098DE336E}" type="presParOf" srcId="{091947E1-D99E-FD49-B6D3-6F2ACB5BB5D1}" destId="{2F38475E-BC53-7946-8CE9-E20E27D17B6F}" srcOrd="2" destOrd="0" presId="urn:microsoft.com/office/officeart/2008/layout/HalfCircleOrganizationChart"/>
    <dgm:cxn modelId="{4F47095B-CDFC-304C-AC76-57A7257096EC}" type="presParOf" srcId="{091947E1-D99E-FD49-B6D3-6F2ACB5BB5D1}" destId="{45B53697-9F08-C04D-969D-3AF7AEA52B1C}" srcOrd="3" destOrd="0" presId="urn:microsoft.com/office/officeart/2008/layout/HalfCircleOrganizationChart"/>
    <dgm:cxn modelId="{57AC5023-2A46-BA40-AC3F-C038D243AD7D}" type="presParOf" srcId="{678F29D3-D3CB-6247-8764-4B27D84A8555}" destId="{F9E99F13-D3C2-1743-AD95-187806B9C440}" srcOrd="1" destOrd="0" presId="urn:microsoft.com/office/officeart/2008/layout/HalfCircleOrganizationChart"/>
    <dgm:cxn modelId="{28BEA117-2660-014B-AFD7-5AB5F8880E85}" type="presParOf" srcId="{678F29D3-D3CB-6247-8764-4B27D84A8555}" destId="{3835355B-18CE-5947-9E09-39039B48553F}" srcOrd="2" destOrd="0" presId="urn:microsoft.com/office/officeart/2008/layout/HalfCircleOrganizationChart"/>
    <dgm:cxn modelId="{BBF88609-F3EA-1B49-8B74-09D52A7D7584}" type="presParOf" srcId="{01AFF02A-36BA-D841-AD0D-AE3427E14F1E}" destId="{CCB45F38-6B28-654C-BA36-721C2944C9C9}" srcOrd="2" destOrd="0" presId="urn:microsoft.com/office/officeart/2008/layout/HalfCircleOrganizationChart"/>
    <dgm:cxn modelId="{20F7581E-8719-A54C-8A3C-E1FC093A60D6}" type="presParOf" srcId="{01E7E876-19B1-0B49-8DFE-0FF67B213305}" destId="{50E14E30-28BC-5D48-8E46-F7C06B7CB020}" srcOrd="2" destOrd="0" presId="urn:microsoft.com/office/officeart/2008/layout/HalfCircleOrganizationChart"/>
    <dgm:cxn modelId="{314898A9-4D63-114B-9196-5B7F4BA03E2E}" type="presParOf" srcId="{C6BD5FFE-9854-C240-9DCB-B3BA40427F90}" destId="{3D1716AE-CE6E-5B47-BE5D-06CAC056D816}" srcOrd="2" destOrd="0" presId="urn:microsoft.com/office/officeart/2008/layout/HalfCircle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345EC-00B8-CA4F-B2CD-4F4D15ADEBF3}">
      <dsp:nvSpPr>
        <dsp:cNvPr id="0" name=""/>
        <dsp:cNvSpPr/>
      </dsp:nvSpPr>
      <dsp:spPr>
        <a:xfrm>
          <a:off x="281426" y="2795844"/>
          <a:ext cx="1067554" cy="53377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1600200">
            <a:lnSpc>
              <a:spcPct val="90000"/>
            </a:lnSpc>
            <a:spcBef>
              <a:spcPct val="0"/>
            </a:spcBef>
            <a:spcAft>
              <a:spcPct val="35000"/>
            </a:spcAft>
          </a:pPr>
          <a:r>
            <a:rPr lang="en-GB" sz="3600" kern="1200" dirty="0"/>
            <a:t>AI</a:t>
          </a:r>
        </a:p>
      </dsp:txBody>
      <dsp:txXfrm>
        <a:off x="297060" y="2811478"/>
        <a:ext cx="1036286" cy="502509"/>
      </dsp:txXfrm>
    </dsp:sp>
    <dsp:sp modelId="{6072B7E5-6B28-5446-90CC-123113A00AFF}">
      <dsp:nvSpPr>
        <dsp:cNvPr id="0" name=""/>
        <dsp:cNvSpPr/>
      </dsp:nvSpPr>
      <dsp:spPr>
        <a:xfrm rot="19286321">
          <a:off x="1020758" y="2117270"/>
          <a:ext cx="3010414" cy="14378"/>
        </a:xfrm>
        <a:custGeom>
          <a:avLst/>
          <a:gdLst/>
          <a:ahLst/>
          <a:cxnLst/>
          <a:rect l="0" t="0" r="0" b="0"/>
          <a:pathLst>
            <a:path>
              <a:moveTo>
                <a:pt x="0" y="7189"/>
              </a:moveTo>
              <a:lnTo>
                <a:pt x="3010414" y="71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GB" sz="900" kern="1200"/>
        </a:p>
      </dsp:txBody>
      <dsp:txXfrm>
        <a:off x="2450705" y="2049198"/>
        <a:ext cx="150520" cy="150520"/>
      </dsp:txXfrm>
    </dsp:sp>
    <dsp:sp modelId="{3BE81C51-A42D-9145-A49F-1388ACCD2735}">
      <dsp:nvSpPr>
        <dsp:cNvPr id="0" name=""/>
        <dsp:cNvSpPr/>
      </dsp:nvSpPr>
      <dsp:spPr>
        <a:xfrm>
          <a:off x="3702949" y="919296"/>
          <a:ext cx="1067554" cy="5337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Machine Learning</a:t>
          </a:r>
        </a:p>
      </dsp:txBody>
      <dsp:txXfrm>
        <a:off x="3718583" y="934930"/>
        <a:ext cx="1036286" cy="502509"/>
      </dsp:txXfrm>
    </dsp:sp>
    <dsp:sp modelId="{E9E49205-4C0D-8F45-B0E4-59C6B62E01BC}">
      <dsp:nvSpPr>
        <dsp:cNvPr id="0" name=""/>
        <dsp:cNvSpPr/>
      </dsp:nvSpPr>
      <dsp:spPr>
        <a:xfrm rot="19890265">
          <a:off x="4654434" y="721896"/>
          <a:ext cx="1916196" cy="14378"/>
        </a:xfrm>
        <a:custGeom>
          <a:avLst/>
          <a:gdLst/>
          <a:ahLst/>
          <a:cxnLst/>
          <a:rect l="0" t="0" r="0" b="0"/>
          <a:pathLst>
            <a:path>
              <a:moveTo>
                <a:pt x="0" y="7189"/>
              </a:moveTo>
              <a:lnTo>
                <a:pt x="1916196"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GB" sz="600" kern="1200"/>
        </a:p>
      </dsp:txBody>
      <dsp:txXfrm>
        <a:off x="5564627" y="681180"/>
        <a:ext cx="95809" cy="95809"/>
      </dsp:txXfrm>
    </dsp:sp>
    <dsp:sp modelId="{7782E4F8-F217-2D44-A33D-17384735247D}">
      <dsp:nvSpPr>
        <dsp:cNvPr id="0" name=""/>
        <dsp:cNvSpPr/>
      </dsp:nvSpPr>
      <dsp:spPr>
        <a:xfrm>
          <a:off x="6454561" y="5096"/>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Supervised Learning</a:t>
          </a:r>
        </a:p>
      </dsp:txBody>
      <dsp:txXfrm>
        <a:off x="6470195" y="20730"/>
        <a:ext cx="1036286" cy="502509"/>
      </dsp:txXfrm>
    </dsp:sp>
    <dsp:sp modelId="{A41D21DC-889F-C148-8016-0E751FC5C5AE}">
      <dsp:nvSpPr>
        <dsp:cNvPr id="0" name=""/>
        <dsp:cNvSpPr/>
      </dsp:nvSpPr>
      <dsp:spPr>
        <a:xfrm rot="20993248">
          <a:off x="4757216" y="1028818"/>
          <a:ext cx="1710631" cy="14378"/>
        </a:xfrm>
        <a:custGeom>
          <a:avLst/>
          <a:gdLst/>
          <a:ahLst/>
          <a:cxnLst/>
          <a:rect l="0" t="0" r="0" b="0"/>
          <a:pathLst>
            <a:path>
              <a:moveTo>
                <a:pt x="0" y="7189"/>
              </a:moveTo>
              <a:lnTo>
                <a:pt x="1710631"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GB" sz="600" kern="1200"/>
        </a:p>
      </dsp:txBody>
      <dsp:txXfrm>
        <a:off x="5569766" y="993241"/>
        <a:ext cx="85531" cy="85531"/>
      </dsp:txXfrm>
    </dsp:sp>
    <dsp:sp modelId="{1029C14D-9201-954F-8804-018501C885F5}">
      <dsp:nvSpPr>
        <dsp:cNvPr id="0" name=""/>
        <dsp:cNvSpPr/>
      </dsp:nvSpPr>
      <dsp:spPr>
        <a:xfrm>
          <a:off x="6454561" y="618940"/>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Unsupervised Learning</a:t>
          </a:r>
        </a:p>
      </dsp:txBody>
      <dsp:txXfrm>
        <a:off x="6470195" y="634574"/>
        <a:ext cx="1036286" cy="502509"/>
      </dsp:txXfrm>
    </dsp:sp>
    <dsp:sp modelId="{21853E6C-09A6-0846-B215-1EE3595BD038}">
      <dsp:nvSpPr>
        <dsp:cNvPr id="0" name=""/>
        <dsp:cNvSpPr/>
      </dsp:nvSpPr>
      <dsp:spPr>
        <a:xfrm rot="632695">
          <a:off x="4756039" y="1335740"/>
          <a:ext cx="1712986" cy="14378"/>
        </a:xfrm>
        <a:custGeom>
          <a:avLst/>
          <a:gdLst/>
          <a:ahLst/>
          <a:cxnLst/>
          <a:rect l="0" t="0" r="0" b="0"/>
          <a:pathLst>
            <a:path>
              <a:moveTo>
                <a:pt x="0" y="7189"/>
              </a:moveTo>
              <a:lnTo>
                <a:pt x="1712986"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GB" sz="600" kern="1200"/>
        </a:p>
      </dsp:txBody>
      <dsp:txXfrm>
        <a:off x="5569708" y="1300104"/>
        <a:ext cx="85649" cy="85649"/>
      </dsp:txXfrm>
    </dsp:sp>
    <dsp:sp modelId="{89AF4504-E3B0-E74B-A7E6-24C6B51BBC78}">
      <dsp:nvSpPr>
        <dsp:cNvPr id="0" name=""/>
        <dsp:cNvSpPr/>
      </dsp:nvSpPr>
      <dsp:spPr>
        <a:xfrm>
          <a:off x="6454561" y="1232784"/>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Deep Learning</a:t>
          </a:r>
        </a:p>
      </dsp:txBody>
      <dsp:txXfrm>
        <a:off x="6470195" y="1248418"/>
        <a:ext cx="1036286" cy="502509"/>
      </dsp:txXfrm>
    </dsp:sp>
    <dsp:sp modelId="{D1FCD139-6D6F-784F-9C47-4FA36D718A13}">
      <dsp:nvSpPr>
        <dsp:cNvPr id="0" name=""/>
        <dsp:cNvSpPr/>
      </dsp:nvSpPr>
      <dsp:spPr>
        <a:xfrm rot="21299445">
          <a:off x="1340677" y="2865711"/>
          <a:ext cx="4348145" cy="14378"/>
        </a:xfrm>
        <a:custGeom>
          <a:avLst/>
          <a:gdLst/>
          <a:ahLst/>
          <a:cxnLst/>
          <a:rect l="0" t="0" r="0" b="0"/>
          <a:pathLst>
            <a:path>
              <a:moveTo>
                <a:pt x="0" y="7189"/>
              </a:moveTo>
              <a:lnTo>
                <a:pt x="4348145" y="71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GB" sz="900" kern="1200"/>
        </a:p>
      </dsp:txBody>
      <dsp:txXfrm>
        <a:off x="3406047" y="2764196"/>
        <a:ext cx="217407" cy="217407"/>
      </dsp:txXfrm>
    </dsp:sp>
    <dsp:sp modelId="{7C084C13-1EC0-FC43-9CB6-1840F237B0BA}">
      <dsp:nvSpPr>
        <dsp:cNvPr id="0" name=""/>
        <dsp:cNvSpPr/>
      </dsp:nvSpPr>
      <dsp:spPr>
        <a:xfrm>
          <a:off x="5680519" y="2416179"/>
          <a:ext cx="1067554" cy="5337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Natural language processing</a:t>
          </a:r>
        </a:p>
      </dsp:txBody>
      <dsp:txXfrm>
        <a:off x="5696153" y="2431813"/>
        <a:ext cx="1036286" cy="502509"/>
      </dsp:txXfrm>
    </dsp:sp>
    <dsp:sp modelId="{CB5FA648-4E11-E14A-834D-A876777D95F5}">
      <dsp:nvSpPr>
        <dsp:cNvPr id="0" name=""/>
        <dsp:cNvSpPr/>
      </dsp:nvSpPr>
      <dsp:spPr>
        <a:xfrm rot="20472836">
          <a:off x="6695808" y="2359925"/>
          <a:ext cx="1962227" cy="14378"/>
        </a:xfrm>
        <a:custGeom>
          <a:avLst/>
          <a:gdLst/>
          <a:ahLst/>
          <a:cxnLst/>
          <a:rect l="0" t="0" r="0" b="0"/>
          <a:pathLst>
            <a:path>
              <a:moveTo>
                <a:pt x="0" y="7189"/>
              </a:moveTo>
              <a:lnTo>
                <a:pt x="1962227"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GB" sz="700" kern="1200"/>
        </a:p>
      </dsp:txBody>
      <dsp:txXfrm>
        <a:off x="7627866" y="2318058"/>
        <a:ext cx="98111" cy="98111"/>
      </dsp:txXfrm>
    </dsp:sp>
    <dsp:sp modelId="{4CF15B44-1435-164F-9836-94E02EC8AE60}">
      <dsp:nvSpPr>
        <dsp:cNvPr id="0" name=""/>
        <dsp:cNvSpPr/>
      </dsp:nvSpPr>
      <dsp:spPr>
        <a:xfrm>
          <a:off x="8605768" y="1784272"/>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Text generation</a:t>
          </a:r>
        </a:p>
      </dsp:txBody>
      <dsp:txXfrm>
        <a:off x="8621402" y="1799906"/>
        <a:ext cx="1036286" cy="502509"/>
      </dsp:txXfrm>
    </dsp:sp>
    <dsp:sp modelId="{C5FFDC63-3DDF-4444-81BF-22EBDAE1DE24}">
      <dsp:nvSpPr>
        <dsp:cNvPr id="0" name=""/>
        <dsp:cNvSpPr/>
      </dsp:nvSpPr>
      <dsp:spPr>
        <a:xfrm rot="21541478">
          <a:off x="6747938" y="2659926"/>
          <a:ext cx="1874224" cy="14378"/>
        </a:xfrm>
        <a:custGeom>
          <a:avLst/>
          <a:gdLst/>
          <a:ahLst/>
          <a:cxnLst/>
          <a:rect l="0" t="0" r="0" b="0"/>
          <a:pathLst>
            <a:path>
              <a:moveTo>
                <a:pt x="0" y="7189"/>
              </a:moveTo>
              <a:lnTo>
                <a:pt x="1874224"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GB" sz="600" kern="1200"/>
        </a:p>
      </dsp:txBody>
      <dsp:txXfrm>
        <a:off x="7638195" y="2620260"/>
        <a:ext cx="93711" cy="93711"/>
      </dsp:txXfrm>
    </dsp:sp>
    <dsp:sp modelId="{45933253-3760-0E47-A2F1-5B06D2D95AFB}">
      <dsp:nvSpPr>
        <dsp:cNvPr id="0" name=""/>
        <dsp:cNvSpPr/>
      </dsp:nvSpPr>
      <dsp:spPr>
        <a:xfrm>
          <a:off x="8622027" y="2384275"/>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a:t>
          </a:r>
        </a:p>
      </dsp:txBody>
      <dsp:txXfrm>
        <a:off x="8637661" y="2399909"/>
        <a:ext cx="1036286" cy="502509"/>
      </dsp:txXfrm>
    </dsp:sp>
    <dsp:sp modelId="{5C34E443-D457-5741-A467-DF65DC05246E}">
      <dsp:nvSpPr>
        <dsp:cNvPr id="0" name=""/>
        <dsp:cNvSpPr/>
      </dsp:nvSpPr>
      <dsp:spPr>
        <a:xfrm rot="1035104">
          <a:off x="6703935" y="2966848"/>
          <a:ext cx="1962232" cy="14378"/>
        </a:xfrm>
        <a:custGeom>
          <a:avLst/>
          <a:gdLst/>
          <a:ahLst/>
          <a:cxnLst/>
          <a:rect l="0" t="0" r="0" b="0"/>
          <a:pathLst>
            <a:path>
              <a:moveTo>
                <a:pt x="0" y="7189"/>
              </a:moveTo>
              <a:lnTo>
                <a:pt x="1962232"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GB" sz="700" kern="1200"/>
        </a:p>
      </dsp:txBody>
      <dsp:txXfrm>
        <a:off x="7635995" y="2924981"/>
        <a:ext cx="98111" cy="98111"/>
      </dsp:txXfrm>
    </dsp:sp>
    <dsp:sp modelId="{6304C632-0F9C-2D4F-B9B3-A3D89F2433FF}">
      <dsp:nvSpPr>
        <dsp:cNvPr id="0" name=""/>
        <dsp:cNvSpPr/>
      </dsp:nvSpPr>
      <dsp:spPr>
        <a:xfrm>
          <a:off x="8622027" y="2998119"/>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Question answering</a:t>
          </a:r>
        </a:p>
      </dsp:txBody>
      <dsp:txXfrm>
        <a:off x="8637661" y="3013753"/>
        <a:ext cx="1036286" cy="502509"/>
      </dsp:txXfrm>
    </dsp:sp>
    <dsp:sp modelId="{158E23EA-CE60-E14C-BF52-1DF6BBD9E796}">
      <dsp:nvSpPr>
        <dsp:cNvPr id="0" name=""/>
        <dsp:cNvSpPr/>
      </dsp:nvSpPr>
      <dsp:spPr>
        <a:xfrm rot="1952536">
          <a:off x="6573565" y="3273770"/>
          <a:ext cx="2222970" cy="14378"/>
        </a:xfrm>
        <a:custGeom>
          <a:avLst/>
          <a:gdLst/>
          <a:ahLst/>
          <a:cxnLst/>
          <a:rect l="0" t="0" r="0" b="0"/>
          <a:pathLst>
            <a:path>
              <a:moveTo>
                <a:pt x="0" y="7189"/>
              </a:moveTo>
              <a:lnTo>
                <a:pt x="2222970"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GB" sz="700" kern="1200"/>
        </a:p>
      </dsp:txBody>
      <dsp:txXfrm>
        <a:off x="7629476" y="3225385"/>
        <a:ext cx="111148" cy="111148"/>
      </dsp:txXfrm>
    </dsp:sp>
    <dsp:sp modelId="{44D297E0-4B94-6C4F-8EF0-D58159D819E3}">
      <dsp:nvSpPr>
        <dsp:cNvPr id="0" name=""/>
        <dsp:cNvSpPr/>
      </dsp:nvSpPr>
      <dsp:spPr>
        <a:xfrm>
          <a:off x="8622027" y="3611963"/>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Context extraction</a:t>
          </a:r>
        </a:p>
      </dsp:txBody>
      <dsp:txXfrm>
        <a:off x="8637661" y="3627597"/>
        <a:ext cx="1036286" cy="502509"/>
      </dsp:txXfrm>
    </dsp:sp>
    <dsp:sp modelId="{6959F4E7-EFF8-0E48-8475-23E726E068E5}">
      <dsp:nvSpPr>
        <dsp:cNvPr id="0" name=""/>
        <dsp:cNvSpPr/>
      </dsp:nvSpPr>
      <dsp:spPr>
        <a:xfrm rot="564505">
          <a:off x="1332559" y="3255107"/>
          <a:ext cx="2441577" cy="14378"/>
        </a:xfrm>
        <a:custGeom>
          <a:avLst/>
          <a:gdLst/>
          <a:ahLst/>
          <a:cxnLst/>
          <a:rect l="0" t="0" r="0" b="0"/>
          <a:pathLst>
            <a:path>
              <a:moveTo>
                <a:pt x="0" y="7189"/>
              </a:moveTo>
              <a:lnTo>
                <a:pt x="2441577" y="71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en-GB" sz="800" kern="1200"/>
        </a:p>
      </dsp:txBody>
      <dsp:txXfrm>
        <a:off x="2492308" y="3201256"/>
        <a:ext cx="122078" cy="122078"/>
      </dsp:txXfrm>
    </dsp:sp>
    <dsp:sp modelId="{648A2B67-A238-BE48-B8CB-6A4D32D3E6C9}">
      <dsp:nvSpPr>
        <dsp:cNvPr id="0" name=""/>
        <dsp:cNvSpPr/>
      </dsp:nvSpPr>
      <dsp:spPr>
        <a:xfrm>
          <a:off x="3757715" y="3194970"/>
          <a:ext cx="1067554" cy="5337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Expert systems</a:t>
          </a:r>
        </a:p>
      </dsp:txBody>
      <dsp:txXfrm>
        <a:off x="3773349" y="3210604"/>
        <a:ext cx="1036286" cy="502509"/>
      </dsp:txXfrm>
    </dsp:sp>
    <dsp:sp modelId="{03905061-E7D7-6047-96A4-168261485A02}">
      <dsp:nvSpPr>
        <dsp:cNvPr id="0" name=""/>
        <dsp:cNvSpPr/>
      </dsp:nvSpPr>
      <dsp:spPr>
        <a:xfrm rot="1358469">
          <a:off x="1198219" y="3808623"/>
          <a:ext cx="3912526" cy="14378"/>
        </a:xfrm>
        <a:custGeom>
          <a:avLst/>
          <a:gdLst/>
          <a:ahLst/>
          <a:cxnLst/>
          <a:rect l="0" t="0" r="0" b="0"/>
          <a:pathLst>
            <a:path>
              <a:moveTo>
                <a:pt x="0" y="7189"/>
              </a:moveTo>
              <a:lnTo>
                <a:pt x="3912526" y="71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GB" sz="900" kern="1200"/>
        </a:p>
      </dsp:txBody>
      <dsp:txXfrm>
        <a:off x="3056669" y="3717999"/>
        <a:ext cx="195626" cy="195626"/>
      </dsp:txXfrm>
    </dsp:sp>
    <dsp:sp modelId="{5CEEF364-42A6-F945-8CDA-C1B3E5DCC967}">
      <dsp:nvSpPr>
        <dsp:cNvPr id="0" name=""/>
        <dsp:cNvSpPr/>
      </dsp:nvSpPr>
      <dsp:spPr>
        <a:xfrm>
          <a:off x="4959984" y="4302003"/>
          <a:ext cx="1067554" cy="5337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Speech</a:t>
          </a:r>
        </a:p>
      </dsp:txBody>
      <dsp:txXfrm>
        <a:off x="4975618" y="4317637"/>
        <a:ext cx="1036286" cy="502509"/>
      </dsp:txXfrm>
    </dsp:sp>
    <dsp:sp modelId="{A740A239-9D4A-5F40-AC0C-349E62287346}">
      <dsp:nvSpPr>
        <dsp:cNvPr id="0" name=""/>
        <dsp:cNvSpPr/>
      </dsp:nvSpPr>
      <dsp:spPr>
        <a:xfrm rot="21522277">
          <a:off x="6027443" y="4553237"/>
          <a:ext cx="748952" cy="14378"/>
        </a:xfrm>
        <a:custGeom>
          <a:avLst/>
          <a:gdLst/>
          <a:ahLst/>
          <a:cxnLst/>
          <a:rect l="0" t="0" r="0" b="0"/>
          <a:pathLst>
            <a:path>
              <a:moveTo>
                <a:pt x="0" y="7189"/>
              </a:moveTo>
              <a:lnTo>
                <a:pt x="748952"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GB" sz="500" kern="1200"/>
        </a:p>
      </dsp:txBody>
      <dsp:txXfrm>
        <a:off x="6383196" y="4541702"/>
        <a:ext cx="37447" cy="37447"/>
      </dsp:txXfrm>
    </dsp:sp>
    <dsp:sp modelId="{4761240C-11C7-B44F-A5E8-7E233FAB18ED}">
      <dsp:nvSpPr>
        <dsp:cNvPr id="0" name=""/>
        <dsp:cNvSpPr/>
      </dsp:nvSpPr>
      <dsp:spPr>
        <a:xfrm>
          <a:off x="6776300" y="4285072"/>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To txt / from txt</a:t>
          </a:r>
        </a:p>
      </dsp:txBody>
      <dsp:txXfrm>
        <a:off x="6791934" y="4300706"/>
        <a:ext cx="1036286" cy="502509"/>
      </dsp:txXfrm>
    </dsp:sp>
    <dsp:sp modelId="{95A1EAA3-A1CB-6D48-A330-30EF6D631CD3}">
      <dsp:nvSpPr>
        <dsp:cNvPr id="0" name=""/>
        <dsp:cNvSpPr/>
      </dsp:nvSpPr>
      <dsp:spPr>
        <a:xfrm rot="1825020">
          <a:off x="1060816" y="4115545"/>
          <a:ext cx="4187333" cy="14378"/>
        </a:xfrm>
        <a:custGeom>
          <a:avLst/>
          <a:gdLst/>
          <a:ahLst/>
          <a:cxnLst/>
          <a:rect l="0" t="0" r="0" b="0"/>
          <a:pathLst>
            <a:path>
              <a:moveTo>
                <a:pt x="0" y="7189"/>
              </a:moveTo>
              <a:lnTo>
                <a:pt x="4187333" y="71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GB" sz="900" kern="1200"/>
        </a:p>
      </dsp:txBody>
      <dsp:txXfrm>
        <a:off x="3049799" y="4018051"/>
        <a:ext cx="209366" cy="209366"/>
      </dsp:txXfrm>
    </dsp:sp>
    <dsp:sp modelId="{05FF1A96-B645-E142-9192-1AC270D47D3D}">
      <dsp:nvSpPr>
        <dsp:cNvPr id="0" name=""/>
        <dsp:cNvSpPr/>
      </dsp:nvSpPr>
      <dsp:spPr>
        <a:xfrm>
          <a:off x="4959984" y="4915847"/>
          <a:ext cx="1067554" cy="5337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Vision</a:t>
          </a:r>
        </a:p>
      </dsp:txBody>
      <dsp:txXfrm>
        <a:off x="4975618" y="4931481"/>
        <a:ext cx="1036286" cy="502509"/>
      </dsp:txXfrm>
    </dsp:sp>
    <dsp:sp modelId="{C140A6ED-64B6-B949-A140-6530B16EB80E}">
      <dsp:nvSpPr>
        <dsp:cNvPr id="0" name=""/>
        <dsp:cNvSpPr/>
      </dsp:nvSpPr>
      <dsp:spPr>
        <a:xfrm rot="21522276">
          <a:off x="6027443" y="5167081"/>
          <a:ext cx="748942" cy="14378"/>
        </a:xfrm>
        <a:custGeom>
          <a:avLst/>
          <a:gdLst/>
          <a:ahLst/>
          <a:cxnLst/>
          <a:rect l="0" t="0" r="0" b="0"/>
          <a:pathLst>
            <a:path>
              <a:moveTo>
                <a:pt x="0" y="7189"/>
              </a:moveTo>
              <a:lnTo>
                <a:pt x="748942" y="718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GB" sz="500" kern="1200"/>
        </a:p>
      </dsp:txBody>
      <dsp:txXfrm>
        <a:off x="6383191" y="5155546"/>
        <a:ext cx="37447" cy="37447"/>
      </dsp:txXfrm>
    </dsp:sp>
    <dsp:sp modelId="{9AD05E47-6C2D-E34D-BD84-C897F6A74828}">
      <dsp:nvSpPr>
        <dsp:cNvPr id="0" name=""/>
        <dsp:cNvSpPr/>
      </dsp:nvSpPr>
      <dsp:spPr>
        <a:xfrm>
          <a:off x="6776290" y="4898916"/>
          <a:ext cx="1067554" cy="53377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Navigation</a:t>
          </a:r>
        </a:p>
      </dsp:txBody>
      <dsp:txXfrm>
        <a:off x="6791924" y="4914550"/>
        <a:ext cx="1036286" cy="502509"/>
      </dsp:txXfrm>
    </dsp:sp>
    <dsp:sp modelId="{E68C944F-E299-944F-B6C5-A0BA7EBF2414}">
      <dsp:nvSpPr>
        <dsp:cNvPr id="0" name=""/>
        <dsp:cNvSpPr/>
      </dsp:nvSpPr>
      <dsp:spPr>
        <a:xfrm rot="2227735">
          <a:off x="889904" y="4422467"/>
          <a:ext cx="4529157" cy="14378"/>
        </a:xfrm>
        <a:custGeom>
          <a:avLst/>
          <a:gdLst/>
          <a:ahLst/>
          <a:cxnLst/>
          <a:rect l="0" t="0" r="0" b="0"/>
          <a:pathLst>
            <a:path>
              <a:moveTo>
                <a:pt x="0" y="7189"/>
              </a:moveTo>
              <a:lnTo>
                <a:pt x="4529157" y="71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GB" sz="900" kern="1200"/>
        </a:p>
      </dsp:txBody>
      <dsp:txXfrm>
        <a:off x="3041254" y="4316427"/>
        <a:ext cx="226457" cy="226457"/>
      </dsp:txXfrm>
    </dsp:sp>
    <dsp:sp modelId="{A8470588-FE0F-5D48-9C98-1249FABDFD23}">
      <dsp:nvSpPr>
        <dsp:cNvPr id="0" name=""/>
        <dsp:cNvSpPr/>
      </dsp:nvSpPr>
      <dsp:spPr>
        <a:xfrm>
          <a:off x="4959984" y="5529691"/>
          <a:ext cx="1067554" cy="5337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Planning</a:t>
          </a:r>
        </a:p>
      </dsp:txBody>
      <dsp:txXfrm>
        <a:off x="4975618" y="5545325"/>
        <a:ext cx="1036286" cy="502509"/>
      </dsp:txXfrm>
    </dsp:sp>
    <dsp:sp modelId="{76CBE1CE-740B-2B48-8DC6-3F19D5015878}">
      <dsp:nvSpPr>
        <dsp:cNvPr id="0" name=""/>
        <dsp:cNvSpPr/>
      </dsp:nvSpPr>
      <dsp:spPr>
        <a:xfrm rot="2569980">
          <a:off x="692452" y="4729389"/>
          <a:ext cx="4924061" cy="14378"/>
        </a:xfrm>
        <a:custGeom>
          <a:avLst/>
          <a:gdLst/>
          <a:ahLst/>
          <a:cxnLst/>
          <a:rect l="0" t="0" r="0" b="0"/>
          <a:pathLst>
            <a:path>
              <a:moveTo>
                <a:pt x="0" y="7189"/>
              </a:moveTo>
              <a:lnTo>
                <a:pt x="4924061" y="71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GB" sz="900" kern="1200"/>
        </a:p>
      </dsp:txBody>
      <dsp:txXfrm>
        <a:off x="3031381" y="4613476"/>
        <a:ext cx="246203" cy="246203"/>
      </dsp:txXfrm>
    </dsp:sp>
    <dsp:sp modelId="{EBEBBE9E-FE62-CA4B-AFB5-B69C966E067D}">
      <dsp:nvSpPr>
        <dsp:cNvPr id="0" name=""/>
        <dsp:cNvSpPr/>
      </dsp:nvSpPr>
      <dsp:spPr>
        <a:xfrm>
          <a:off x="4959984" y="6143535"/>
          <a:ext cx="1067554" cy="5337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GB" sz="1100" kern="1200" dirty="0"/>
            <a:t>Robotics</a:t>
          </a:r>
        </a:p>
      </dsp:txBody>
      <dsp:txXfrm>
        <a:off x="4975618" y="6159169"/>
        <a:ext cx="1036286" cy="5025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D79F1-6AC0-5140-BE4F-31FED6FB75D6}">
      <dsp:nvSpPr>
        <dsp:cNvPr id="0" name=""/>
        <dsp:cNvSpPr/>
      </dsp:nvSpPr>
      <dsp:spPr>
        <a:xfrm>
          <a:off x="9541336" y="3509631"/>
          <a:ext cx="821517" cy="535772"/>
        </a:xfrm>
        <a:custGeom>
          <a:avLst/>
          <a:gdLst/>
          <a:ahLst/>
          <a:cxnLst/>
          <a:rect l="0" t="0" r="0" b="0"/>
          <a:pathLst>
            <a:path>
              <a:moveTo>
                <a:pt x="0" y="0"/>
              </a:moveTo>
              <a:lnTo>
                <a:pt x="0" y="535772"/>
              </a:lnTo>
              <a:lnTo>
                <a:pt x="821517" y="53577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67AA4A-2DC2-7F47-B498-15B510D27EF2}">
      <dsp:nvSpPr>
        <dsp:cNvPr id="0" name=""/>
        <dsp:cNvSpPr/>
      </dsp:nvSpPr>
      <dsp:spPr>
        <a:xfrm>
          <a:off x="8460863" y="2241637"/>
          <a:ext cx="1080473" cy="375040"/>
        </a:xfrm>
        <a:custGeom>
          <a:avLst/>
          <a:gdLst/>
          <a:ahLst/>
          <a:cxnLst/>
          <a:rect l="0" t="0" r="0" b="0"/>
          <a:pathLst>
            <a:path>
              <a:moveTo>
                <a:pt x="0" y="0"/>
              </a:moveTo>
              <a:lnTo>
                <a:pt x="0" y="187520"/>
              </a:lnTo>
              <a:lnTo>
                <a:pt x="1080473" y="187520"/>
              </a:lnTo>
              <a:lnTo>
                <a:pt x="1080473" y="3750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83859D-2EC5-2D4B-8854-8A27550F5A60}">
      <dsp:nvSpPr>
        <dsp:cNvPr id="0" name=""/>
        <dsp:cNvSpPr/>
      </dsp:nvSpPr>
      <dsp:spPr>
        <a:xfrm>
          <a:off x="7380389" y="3509631"/>
          <a:ext cx="821517" cy="535772"/>
        </a:xfrm>
        <a:custGeom>
          <a:avLst/>
          <a:gdLst/>
          <a:ahLst/>
          <a:cxnLst/>
          <a:rect l="0" t="0" r="0" b="0"/>
          <a:pathLst>
            <a:path>
              <a:moveTo>
                <a:pt x="0" y="0"/>
              </a:moveTo>
              <a:lnTo>
                <a:pt x="0" y="535772"/>
              </a:lnTo>
              <a:lnTo>
                <a:pt x="821517" y="53577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498923-51EC-0F47-9E72-B8225EB5DB6E}">
      <dsp:nvSpPr>
        <dsp:cNvPr id="0" name=""/>
        <dsp:cNvSpPr/>
      </dsp:nvSpPr>
      <dsp:spPr>
        <a:xfrm>
          <a:off x="7380389" y="2241637"/>
          <a:ext cx="1080473" cy="375040"/>
        </a:xfrm>
        <a:custGeom>
          <a:avLst/>
          <a:gdLst/>
          <a:ahLst/>
          <a:cxnLst/>
          <a:rect l="0" t="0" r="0" b="0"/>
          <a:pathLst>
            <a:path>
              <a:moveTo>
                <a:pt x="1080473" y="0"/>
              </a:moveTo>
              <a:lnTo>
                <a:pt x="1080473" y="187520"/>
              </a:lnTo>
              <a:lnTo>
                <a:pt x="0" y="187520"/>
              </a:lnTo>
              <a:lnTo>
                <a:pt x="0" y="3750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940FDE-AE7E-8148-B1E9-FD0D47D43C63}">
      <dsp:nvSpPr>
        <dsp:cNvPr id="0" name=""/>
        <dsp:cNvSpPr/>
      </dsp:nvSpPr>
      <dsp:spPr>
        <a:xfrm>
          <a:off x="5219441" y="973643"/>
          <a:ext cx="3241421" cy="375040"/>
        </a:xfrm>
        <a:custGeom>
          <a:avLst/>
          <a:gdLst/>
          <a:ahLst/>
          <a:cxnLst/>
          <a:rect l="0" t="0" r="0" b="0"/>
          <a:pathLst>
            <a:path>
              <a:moveTo>
                <a:pt x="0" y="0"/>
              </a:moveTo>
              <a:lnTo>
                <a:pt x="0" y="187520"/>
              </a:lnTo>
              <a:lnTo>
                <a:pt x="3241421" y="187520"/>
              </a:lnTo>
              <a:lnTo>
                <a:pt x="3241421" y="3750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49ED69-FAC0-994F-9988-C28400C3D880}">
      <dsp:nvSpPr>
        <dsp:cNvPr id="0" name=""/>
        <dsp:cNvSpPr/>
      </dsp:nvSpPr>
      <dsp:spPr>
        <a:xfrm>
          <a:off x="5219441" y="3509631"/>
          <a:ext cx="821517" cy="1803766"/>
        </a:xfrm>
        <a:custGeom>
          <a:avLst/>
          <a:gdLst/>
          <a:ahLst/>
          <a:cxnLst/>
          <a:rect l="0" t="0" r="0" b="0"/>
          <a:pathLst>
            <a:path>
              <a:moveTo>
                <a:pt x="0" y="0"/>
              </a:moveTo>
              <a:lnTo>
                <a:pt x="0" y="1803766"/>
              </a:lnTo>
              <a:lnTo>
                <a:pt x="821517" y="180376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149CB0-5AC6-D146-AF8E-6FD7738F6DAE}">
      <dsp:nvSpPr>
        <dsp:cNvPr id="0" name=""/>
        <dsp:cNvSpPr/>
      </dsp:nvSpPr>
      <dsp:spPr>
        <a:xfrm>
          <a:off x="5219441" y="3509631"/>
          <a:ext cx="821517" cy="535772"/>
        </a:xfrm>
        <a:custGeom>
          <a:avLst/>
          <a:gdLst/>
          <a:ahLst/>
          <a:cxnLst/>
          <a:rect l="0" t="0" r="0" b="0"/>
          <a:pathLst>
            <a:path>
              <a:moveTo>
                <a:pt x="0" y="0"/>
              </a:moveTo>
              <a:lnTo>
                <a:pt x="0" y="535772"/>
              </a:lnTo>
              <a:lnTo>
                <a:pt x="821517" y="53577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AF8AC6-04F3-064C-89AE-2F21A38AB92F}">
      <dsp:nvSpPr>
        <dsp:cNvPr id="0" name=""/>
        <dsp:cNvSpPr/>
      </dsp:nvSpPr>
      <dsp:spPr>
        <a:xfrm>
          <a:off x="5173721" y="2241637"/>
          <a:ext cx="91440" cy="375040"/>
        </a:xfrm>
        <a:custGeom>
          <a:avLst/>
          <a:gdLst/>
          <a:ahLst/>
          <a:cxnLst/>
          <a:rect l="0" t="0" r="0" b="0"/>
          <a:pathLst>
            <a:path>
              <a:moveTo>
                <a:pt x="45720" y="0"/>
              </a:moveTo>
              <a:lnTo>
                <a:pt x="45720" y="3750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C91801-154C-3643-93CA-9F0915132867}">
      <dsp:nvSpPr>
        <dsp:cNvPr id="0" name=""/>
        <dsp:cNvSpPr/>
      </dsp:nvSpPr>
      <dsp:spPr>
        <a:xfrm>
          <a:off x="5173721" y="973643"/>
          <a:ext cx="91440" cy="375040"/>
        </a:xfrm>
        <a:custGeom>
          <a:avLst/>
          <a:gdLst/>
          <a:ahLst/>
          <a:cxnLst/>
          <a:rect l="0" t="0" r="0" b="0"/>
          <a:pathLst>
            <a:path>
              <a:moveTo>
                <a:pt x="45720" y="0"/>
              </a:moveTo>
              <a:lnTo>
                <a:pt x="45720" y="3750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31B11F-2586-8D45-BB42-8E1AF6B6D6CC}">
      <dsp:nvSpPr>
        <dsp:cNvPr id="0" name=""/>
        <dsp:cNvSpPr/>
      </dsp:nvSpPr>
      <dsp:spPr>
        <a:xfrm>
          <a:off x="3058494" y="3509631"/>
          <a:ext cx="821517" cy="535772"/>
        </a:xfrm>
        <a:custGeom>
          <a:avLst/>
          <a:gdLst/>
          <a:ahLst/>
          <a:cxnLst/>
          <a:rect l="0" t="0" r="0" b="0"/>
          <a:pathLst>
            <a:path>
              <a:moveTo>
                <a:pt x="0" y="0"/>
              </a:moveTo>
              <a:lnTo>
                <a:pt x="0" y="535772"/>
              </a:lnTo>
              <a:lnTo>
                <a:pt x="821517" y="53577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450943-6C18-5E4D-A7BF-F7017FB44FD4}">
      <dsp:nvSpPr>
        <dsp:cNvPr id="0" name=""/>
        <dsp:cNvSpPr/>
      </dsp:nvSpPr>
      <dsp:spPr>
        <a:xfrm>
          <a:off x="1978020" y="2241637"/>
          <a:ext cx="1080473" cy="375040"/>
        </a:xfrm>
        <a:custGeom>
          <a:avLst/>
          <a:gdLst/>
          <a:ahLst/>
          <a:cxnLst/>
          <a:rect l="0" t="0" r="0" b="0"/>
          <a:pathLst>
            <a:path>
              <a:moveTo>
                <a:pt x="0" y="0"/>
              </a:moveTo>
              <a:lnTo>
                <a:pt x="0" y="187520"/>
              </a:lnTo>
              <a:lnTo>
                <a:pt x="1080473" y="187520"/>
              </a:lnTo>
              <a:lnTo>
                <a:pt x="1080473" y="3750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D7A7AA-F0E9-BE43-963D-49A5A8CB905A}">
      <dsp:nvSpPr>
        <dsp:cNvPr id="0" name=""/>
        <dsp:cNvSpPr/>
      </dsp:nvSpPr>
      <dsp:spPr>
        <a:xfrm>
          <a:off x="897546" y="3509631"/>
          <a:ext cx="821517" cy="530582"/>
        </a:xfrm>
        <a:custGeom>
          <a:avLst/>
          <a:gdLst/>
          <a:ahLst/>
          <a:cxnLst/>
          <a:rect l="0" t="0" r="0" b="0"/>
          <a:pathLst>
            <a:path>
              <a:moveTo>
                <a:pt x="0" y="0"/>
              </a:moveTo>
              <a:lnTo>
                <a:pt x="0" y="530582"/>
              </a:lnTo>
              <a:lnTo>
                <a:pt x="821517" y="5305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8F260D-9947-6344-BF03-00184C4A0139}">
      <dsp:nvSpPr>
        <dsp:cNvPr id="0" name=""/>
        <dsp:cNvSpPr/>
      </dsp:nvSpPr>
      <dsp:spPr>
        <a:xfrm>
          <a:off x="897546" y="2241637"/>
          <a:ext cx="1080473" cy="375040"/>
        </a:xfrm>
        <a:custGeom>
          <a:avLst/>
          <a:gdLst/>
          <a:ahLst/>
          <a:cxnLst/>
          <a:rect l="0" t="0" r="0" b="0"/>
          <a:pathLst>
            <a:path>
              <a:moveTo>
                <a:pt x="1080473" y="0"/>
              </a:moveTo>
              <a:lnTo>
                <a:pt x="1080473" y="187520"/>
              </a:lnTo>
              <a:lnTo>
                <a:pt x="0" y="187520"/>
              </a:lnTo>
              <a:lnTo>
                <a:pt x="0" y="37504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8877DC-7336-464B-9815-5C0055AD1FD4}">
      <dsp:nvSpPr>
        <dsp:cNvPr id="0" name=""/>
        <dsp:cNvSpPr/>
      </dsp:nvSpPr>
      <dsp:spPr>
        <a:xfrm>
          <a:off x="1978020" y="973643"/>
          <a:ext cx="3241421" cy="375040"/>
        </a:xfrm>
        <a:custGeom>
          <a:avLst/>
          <a:gdLst/>
          <a:ahLst/>
          <a:cxnLst/>
          <a:rect l="0" t="0" r="0" b="0"/>
          <a:pathLst>
            <a:path>
              <a:moveTo>
                <a:pt x="3241421" y="0"/>
              </a:moveTo>
              <a:lnTo>
                <a:pt x="3241421" y="187520"/>
              </a:lnTo>
              <a:lnTo>
                <a:pt x="0" y="187520"/>
              </a:lnTo>
              <a:lnTo>
                <a:pt x="0" y="3750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A5B1A9-1EBA-8C41-A919-8E002D318711}">
      <dsp:nvSpPr>
        <dsp:cNvPr id="0" name=""/>
        <dsp:cNvSpPr/>
      </dsp:nvSpPr>
      <dsp:spPr>
        <a:xfrm>
          <a:off x="4772964" y="80689"/>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A7CA9B-4EE5-BB44-B1D9-FF8554D90DDC}">
      <dsp:nvSpPr>
        <dsp:cNvPr id="0" name=""/>
        <dsp:cNvSpPr/>
      </dsp:nvSpPr>
      <dsp:spPr>
        <a:xfrm>
          <a:off x="4772964" y="80689"/>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B6835E-E397-6A4C-A518-AEEC16611B70}">
      <dsp:nvSpPr>
        <dsp:cNvPr id="0" name=""/>
        <dsp:cNvSpPr/>
      </dsp:nvSpPr>
      <dsp:spPr>
        <a:xfrm>
          <a:off x="4326488" y="241421"/>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Machine Learning</a:t>
          </a:r>
        </a:p>
      </dsp:txBody>
      <dsp:txXfrm>
        <a:off x="4326488" y="241421"/>
        <a:ext cx="1785907" cy="571490"/>
      </dsp:txXfrm>
    </dsp:sp>
    <dsp:sp modelId="{7B12E7EB-9A8F-8442-9D1A-CB35B91A9ECE}">
      <dsp:nvSpPr>
        <dsp:cNvPr id="0" name=""/>
        <dsp:cNvSpPr/>
      </dsp:nvSpPr>
      <dsp:spPr>
        <a:xfrm>
          <a:off x="1531543" y="1348683"/>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B6DD64-519A-9549-8694-4CD59CA8DC1F}">
      <dsp:nvSpPr>
        <dsp:cNvPr id="0" name=""/>
        <dsp:cNvSpPr/>
      </dsp:nvSpPr>
      <dsp:spPr>
        <a:xfrm>
          <a:off x="1531543" y="1348683"/>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E7FBA2-37B9-6748-B372-F063B5962BDE}">
      <dsp:nvSpPr>
        <dsp:cNvPr id="0" name=""/>
        <dsp:cNvSpPr/>
      </dsp:nvSpPr>
      <dsp:spPr>
        <a:xfrm>
          <a:off x="1085066" y="1509415"/>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Supervised</a:t>
          </a:r>
        </a:p>
      </dsp:txBody>
      <dsp:txXfrm>
        <a:off x="1085066" y="1509415"/>
        <a:ext cx="1785907" cy="571490"/>
      </dsp:txXfrm>
    </dsp:sp>
    <dsp:sp modelId="{E16671B3-69D2-3E46-AD61-F0379B7D2474}">
      <dsp:nvSpPr>
        <dsp:cNvPr id="0" name=""/>
        <dsp:cNvSpPr/>
      </dsp:nvSpPr>
      <dsp:spPr>
        <a:xfrm>
          <a:off x="451069" y="2616677"/>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3527FE-1688-064D-87CA-E870BB41F7CF}">
      <dsp:nvSpPr>
        <dsp:cNvPr id="0" name=""/>
        <dsp:cNvSpPr/>
      </dsp:nvSpPr>
      <dsp:spPr>
        <a:xfrm>
          <a:off x="451069" y="2616677"/>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10C15E-FA6A-0A4B-9A2D-F8A2D959BBAF}">
      <dsp:nvSpPr>
        <dsp:cNvPr id="0" name=""/>
        <dsp:cNvSpPr/>
      </dsp:nvSpPr>
      <dsp:spPr>
        <a:xfrm>
          <a:off x="4593" y="2777409"/>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Continuous</a:t>
          </a:r>
        </a:p>
      </dsp:txBody>
      <dsp:txXfrm>
        <a:off x="4593" y="2777409"/>
        <a:ext cx="1785907" cy="571490"/>
      </dsp:txXfrm>
    </dsp:sp>
    <dsp:sp modelId="{E0F12F87-E321-6C48-8C2A-7E72F4F6B1E2}">
      <dsp:nvSpPr>
        <dsp:cNvPr id="0" name=""/>
        <dsp:cNvSpPr/>
      </dsp:nvSpPr>
      <dsp:spPr>
        <a:xfrm>
          <a:off x="1611909" y="3879482"/>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3CADC5-5022-3D43-9071-F1B42DADB31B}">
      <dsp:nvSpPr>
        <dsp:cNvPr id="0" name=""/>
        <dsp:cNvSpPr/>
      </dsp:nvSpPr>
      <dsp:spPr>
        <a:xfrm>
          <a:off x="1611909" y="3879482"/>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4C9970-95A9-3841-A226-05833C13BAAA}">
      <dsp:nvSpPr>
        <dsp:cNvPr id="0" name=""/>
        <dsp:cNvSpPr/>
      </dsp:nvSpPr>
      <dsp:spPr>
        <a:xfrm>
          <a:off x="1165432" y="4040214"/>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Regression</a:t>
          </a:r>
        </a:p>
      </dsp:txBody>
      <dsp:txXfrm>
        <a:off x="1165432" y="4040214"/>
        <a:ext cx="1785907" cy="571490"/>
      </dsp:txXfrm>
    </dsp:sp>
    <dsp:sp modelId="{D8A19131-3AB0-B34C-A5DA-8C9AB11A1812}">
      <dsp:nvSpPr>
        <dsp:cNvPr id="0" name=""/>
        <dsp:cNvSpPr/>
      </dsp:nvSpPr>
      <dsp:spPr>
        <a:xfrm>
          <a:off x="2612017" y="2616677"/>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814F52-10ED-E949-8353-209EAA227305}">
      <dsp:nvSpPr>
        <dsp:cNvPr id="0" name=""/>
        <dsp:cNvSpPr/>
      </dsp:nvSpPr>
      <dsp:spPr>
        <a:xfrm>
          <a:off x="2612017" y="2616677"/>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1657E4-6FDA-3F41-896D-143F48055FAB}">
      <dsp:nvSpPr>
        <dsp:cNvPr id="0" name=""/>
        <dsp:cNvSpPr/>
      </dsp:nvSpPr>
      <dsp:spPr>
        <a:xfrm>
          <a:off x="2165540" y="2777409"/>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Discrete</a:t>
          </a:r>
        </a:p>
      </dsp:txBody>
      <dsp:txXfrm>
        <a:off x="2165540" y="2777409"/>
        <a:ext cx="1785907" cy="571490"/>
      </dsp:txXfrm>
    </dsp:sp>
    <dsp:sp modelId="{516251E6-490C-D74D-8531-4A7BCA24BB23}">
      <dsp:nvSpPr>
        <dsp:cNvPr id="0" name=""/>
        <dsp:cNvSpPr/>
      </dsp:nvSpPr>
      <dsp:spPr>
        <a:xfrm>
          <a:off x="3772856" y="3884671"/>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C5AD58-12C1-4F4E-9D66-BE10B9683101}">
      <dsp:nvSpPr>
        <dsp:cNvPr id="0" name=""/>
        <dsp:cNvSpPr/>
      </dsp:nvSpPr>
      <dsp:spPr>
        <a:xfrm>
          <a:off x="3772856" y="3884671"/>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EF2953-F756-664F-A819-0F8B2FDBD03A}">
      <dsp:nvSpPr>
        <dsp:cNvPr id="0" name=""/>
        <dsp:cNvSpPr/>
      </dsp:nvSpPr>
      <dsp:spPr>
        <a:xfrm>
          <a:off x="3326380" y="4045403"/>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Classification</a:t>
          </a:r>
        </a:p>
      </dsp:txBody>
      <dsp:txXfrm>
        <a:off x="3326380" y="4045403"/>
        <a:ext cx="1785907" cy="571490"/>
      </dsp:txXfrm>
    </dsp:sp>
    <dsp:sp modelId="{94F5802C-723B-334E-BE72-B105274FD2AD}">
      <dsp:nvSpPr>
        <dsp:cNvPr id="0" name=""/>
        <dsp:cNvSpPr/>
      </dsp:nvSpPr>
      <dsp:spPr>
        <a:xfrm>
          <a:off x="4772964" y="1348683"/>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0DF9BB-6C21-BA46-8EAC-11DFE33E083A}">
      <dsp:nvSpPr>
        <dsp:cNvPr id="0" name=""/>
        <dsp:cNvSpPr/>
      </dsp:nvSpPr>
      <dsp:spPr>
        <a:xfrm>
          <a:off x="4772964" y="1348683"/>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29E6C5-5C88-6C4D-B9D0-23A6EFF9D581}">
      <dsp:nvSpPr>
        <dsp:cNvPr id="0" name=""/>
        <dsp:cNvSpPr/>
      </dsp:nvSpPr>
      <dsp:spPr>
        <a:xfrm>
          <a:off x="4326488" y="1509415"/>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Unsupervised</a:t>
          </a:r>
        </a:p>
      </dsp:txBody>
      <dsp:txXfrm>
        <a:off x="4326488" y="1509415"/>
        <a:ext cx="1785907" cy="571490"/>
      </dsp:txXfrm>
    </dsp:sp>
    <dsp:sp modelId="{815D5822-9FA1-5641-80E9-B85CB951CBBC}">
      <dsp:nvSpPr>
        <dsp:cNvPr id="0" name=""/>
        <dsp:cNvSpPr/>
      </dsp:nvSpPr>
      <dsp:spPr>
        <a:xfrm>
          <a:off x="4772964" y="2616677"/>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69EA4E-55C5-EA43-8CEB-144606BCBEEC}">
      <dsp:nvSpPr>
        <dsp:cNvPr id="0" name=""/>
        <dsp:cNvSpPr/>
      </dsp:nvSpPr>
      <dsp:spPr>
        <a:xfrm>
          <a:off x="4772964" y="2616677"/>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B7C179-E84A-B948-9F2F-E1E13D67D9C1}">
      <dsp:nvSpPr>
        <dsp:cNvPr id="0" name=""/>
        <dsp:cNvSpPr/>
      </dsp:nvSpPr>
      <dsp:spPr>
        <a:xfrm>
          <a:off x="4326488" y="2777409"/>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No target variable</a:t>
          </a:r>
        </a:p>
      </dsp:txBody>
      <dsp:txXfrm>
        <a:off x="4326488" y="2777409"/>
        <a:ext cx="1785907" cy="571490"/>
      </dsp:txXfrm>
    </dsp:sp>
    <dsp:sp modelId="{C7897092-8BE1-CA45-A861-1B08C9F0A405}">
      <dsp:nvSpPr>
        <dsp:cNvPr id="0" name=""/>
        <dsp:cNvSpPr/>
      </dsp:nvSpPr>
      <dsp:spPr>
        <a:xfrm>
          <a:off x="5933804" y="3884671"/>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4D9C22-742F-9742-96D0-ADE5310A8F3F}">
      <dsp:nvSpPr>
        <dsp:cNvPr id="0" name=""/>
        <dsp:cNvSpPr/>
      </dsp:nvSpPr>
      <dsp:spPr>
        <a:xfrm>
          <a:off x="5933804" y="3884671"/>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7EB879-8367-8141-B523-DE96DC24693A}">
      <dsp:nvSpPr>
        <dsp:cNvPr id="0" name=""/>
        <dsp:cNvSpPr/>
      </dsp:nvSpPr>
      <dsp:spPr>
        <a:xfrm>
          <a:off x="5487327" y="4045403"/>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Clustering</a:t>
          </a:r>
        </a:p>
      </dsp:txBody>
      <dsp:txXfrm>
        <a:off x="5487327" y="4045403"/>
        <a:ext cx="1785907" cy="571490"/>
      </dsp:txXfrm>
    </dsp:sp>
    <dsp:sp modelId="{001D0016-BC9E-794C-8999-747FB494C307}">
      <dsp:nvSpPr>
        <dsp:cNvPr id="0" name=""/>
        <dsp:cNvSpPr/>
      </dsp:nvSpPr>
      <dsp:spPr>
        <a:xfrm>
          <a:off x="5933804" y="5152665"/>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653317-D710-0142-97A4-7FAA235F623D}">
      <dsp:nvSpPr>
        <dsp:cNvPr id="0" name=""/>
        <dsp:cNvSpPr/>
      </dsp:nvSpPr>
      <dsp:spPr>
        <a:xfrm>
          <a:off x="5933804" y="5152665"/>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FACFAC-6CCA-6C41-9BDC-4BDAE1AE44F6}">
      <dsp:nvSpPr>
        <dsp:cNvPr id="0" name=""/>
        <dsp:cNvSpPr/>
      </dsp:nvSpPr>
      <dsp:spPr>
        <a:xfrm>
          <a:off x="5487327" y="5313397"/>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Association</a:t>
          </a:r>
        </a:p>
      </dsp:txBody>
      <dsp:txXfrm>
        <a:off x="5487327" y="5313397"/>
        <a:ext cx="1785907" cy="571490"/>
      </dsp:txXfrm>
    </dsp:sp>
    <dsp:sp modelId="{B27D4E19-5340-504C-B6FF-5D12B4BD84EB}">
      <dsp:nvSpPr>
        <dsp:cNvPr id="0" name=""/>
        <dsp:cNvSpPr/>
      </dsp:nvSpPr>
      <dsp:spPr>
        <a:xfrm>
          <a:off x="8014386" y="1348683"/>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40EBB9-233A-E84F-ADB4-F0FDD7FED0D3}">
      <dsp:nvSpPr>
        <dsp:cNvPr id="0" name=""/>
        <dsp:cNvSpPr/>
      </dsp:nvSpPr>
      <dsp:spPr>
        <a:xfrm>
          <a:off x="8014386" y="1348683"/>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1BECA3-33FC-5A4D-B749-3EE4EF470EF9}">
      <dsp:nvSpPr>
        <dsp:cNvPr id="0" name=""/>
        <dsp:cNvSpPr/>
      </dsp:nvSpPr>
      <dsp:spPr>
        <a:xfrm>
          <a:off x="7567909" y="1509415"/>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Reinforcement</a:t>
          </a:r>
        </a:p>
      </dsp:txBody>
      <dsp:txXfrm>
        <a:off x="7567909" y="1509415"/>
        <a:ext cx="1785907" cy="571490"/>
      </dsp:txXfrm>
    </dsp:sp>
    <dsp:sp modelId="{EAEE1D22-59F4-3046-813F-8F5D6D0FDF94}">
      <dsp:nvSpPr>
        <dsp:cNvPr id="0" name=""/>
        <dsp:cNvSpPr/>
      </dsp:nvSpPr>
      <dsp:spPr>
        <a:xfrm>
          <a:off x="6933912" y="2616677"/>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E30816-191F-EA40-A386-4843967EE9F4}">
      <dsp:nvSpPr>
        <dsp:cNvPr id="0" name=""/>
        <dsp:cNvSpPr/>
      </dsp:nvSpPr>
      <dsp:spPr>
        <a:xfrm>
          <a:off x="6933912" y="2616677"/>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95A39A-6911-744D-8C4E-A1373FF5B93E}">
      <dsp:nvSpPr>
        <dsp:cNvPr id="0" name=""/>
        <dsp:cNvSpPr/>
      </dsp:nvSpPr>
      <dsp:spPr>
        <a:xfrm>
          <a:off x="6487435" y="2777409"/>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Continuous</a:t>
          </a:r>
        </a:p>
      </dsp:txBody>
      <dsp:txXfrm>
        <a:off x="6487435" y="2777409"/>
        <a:ext cx="1785907" cy="571490"/>
      </dsp:txXfrm>
    </dsp:sp>
    <dsp:sp modelId="{7FC68C49-2AA9-ED42-9DEB-B3A645909CA9}">
      <dsp:nvSpPr>
        <dsp:cNvPr id="0" name=""/>
        <dsp:cNvSpPr/>
      </dsp:nvSpPr>
      <dsp:spPr>
        <a:xfrm>
          <a:off x="8094752" y="3884671"/>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CED281-3E4F-8F42-8CC3-621FFEC77BB7}">
      <dsp:nvSpPr>
        <dsp:cNvPr id="0" name=""/>
        <dsp:cNvSpPr/>
      </dsp:nvSpPr>
      <dsp:spPr>
        <a:xfrm>
          <a:off x="8094752" y="3884671"/>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0D23AA-F431-1047-BE47-CACAFD657190}">
      <dsp:nvSpPr>
        <dsp:cNvPr id="0" name=""/>
        <dsp:cNvSpPr/>
      </dsp:nvSpPr>
      <dsp:spPr>
        <a:xfrm>
          <a:off x="7648275" y="4045403"/>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Classification</a:t>
          </a:r>
        </a:p>
      </dsp:txBody>
      <dsp:txXfrm>
        <a:off x="7648275" y="4045403"/>
        <a:ext cx="1785907" cy="571490"/>
      </dsp:txXfrm>
    </dsp:sp>
    <dsp:sp modelId="{5AB71226-62A5-0F48-A5CE-AA2393034A39}">
      <dsp:nvSpPr>
        <dsp:cNvPr id="0" name=""/>
        <dsp:cNvSpPr/>
      </dsp:nvSpPr>
      <dsp:spPr>
        <a:xfrm>
          <a:off x="9094860" y="2616677"/>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5409C7-0596-5240-B923-63F1961FDBD5}">
      <dsp:nvSpPr>
        <dsp:cNvPr id="0" name=""/>
        <dsp:cNvSpPr/>
      </dsp:nvSpPr>
      <dsp:spPr>
        <a:xfrm>
          <a:off x="9094860" y="2616677"/>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B13B58-321C-3446-BD56-C72A9140A468}">
      <dsp:nvSpPr>
        <dsp:cNvPr id="0" name=""/>
        <dsp:cNvSpPr/>
      </dsp:nvSpPr>
      <dsp:spPr>
        <a:xfrm>
          <a:off x="8648383" y="2777409"/>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No target variable</a:t>
          </a:r>
        </a:p>
      </dsp:txBody>
      <dsp:txXfrm>
        <a:off x="8648383" y="2777409"/>
        <a:ext cx="1785907" cy="571490"/>
      </dsp:txXfrm>
    </dsp:sp>
    <dsp:sp modelId="{0648A4E5-C394-2047-BD72-9D47AC151D8D}">
      <dsp:nvSpPr>
        <dsp:cNvPr id="0" name=""/>
        <dsp:cNvSpPr/>
      </dsp:nvSpPr>
      <dsp:spPr>
        <a:xfrm>
          <a:off x="10255699" y="3884671"/>
          <a:ext cx="892953" cy="892953"/>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38475E-BC53-7946-8CE9-E20E27D17B6F}">
      <dsp:nvSpPr>
        <dsp:cNvPr id="0" name=""/>
        <dsp:cNvSpPr/>
      </dsp:nvSpPr>
      <dsp:spPr>
        <a:xfrm>
          <a:off x="10255699" y="3884671"/>
          <a:ext cx="892953" cy="892953"/>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1B54B5-F6A7-F14E-8BD8-A8E48A289B54}">
      <dsp:nvSpPr>
        <dsp:cNvPr id="0" name=""/>
        <dsp:cNvSpPr/>
      </dsp:nvSpPr>
      <dsp:spPr>
        <a:xfrm>
          <a:off x="9809222" y="4045403"/>
          <a:ext cx="1785907" cy="571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GB" sz="1900" kern="1200" dirty="0"/>
            <a:t>Control</a:t>
          </a:r>
        </a:p>
      </dsp:txBody>
      <dsp:txXfrm>
        <a:off x="9809222" y="4045403"/>
        <a:ext cx="1785907" cy="5714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a:t>
            </a:fld>
            <a:endParaRPr lang="en-US" dirty="0"/>
          </a:p>
        </p:txBody>
      </p:sp>
    </p:spTree>
    <p:extLst>
      <p:ext uri="{BB962C8B-B14F-4D97-AF65-F5344CB8AC3E}">
        <p14:creationId xmlns:p14="http://schemas.microsoft.com/office/powerpoint/2010/main" val="1164350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6</a:t>
            </a:fld>
            <a:endParaRPr lang="en-US" dirty="0"/>
          </a:p>
        </p:txBody>
      </p:sp>
    </p:spTree>
    <p:extLst>
      <p:ext uri="{BB962C8B-B14F-4D97-AF65-F5344CB8AC3E}">
        <p14:creationId xmlns:p14="http://schemas.microsoft.com/office/powerpoint/2010/main" val="1187149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7</a:t>
            </a:fld>
            <a:endParaRPr lang="en-US" dirty="0"/>
          </a:p>
        </p:txBody>
      </p:sp>
    </p:spTree>
    <p:extLst>
      <p:ext uri="{BB962C8B-B14F-4D97-AF65-F5344CB8AC3E}">
        <p14:creationId xmlns:p14="http://schemas.microsoft.com/office/powerpoint/2010/main" val="611228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access to the users’ information that Facebook may not have but WhatsApp will have.</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4073428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extLst>
      <p:ext uri="{BB962C8B-B14F-4D97-AF65-F5344CB8AC3E}">
        <p14:creationId xmlns:p14="http://schemas.microsoft.com/office/powerpoint/2010/main" val="2211910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14</a:t>
            </a:fld>
            <a:endParaRPr lang="en-US" dirty="0"/>
          </a:p>
        </p:txBody>
      </p:sp>
    </p:spTree>
    <p:extLst>
      <p:ext uri="{BB962C8B-B14F-4D97-AF65-F5344CB8AC3E}">
        <p14:creationId xmlns:p14="http://schemas.microsoft.com/office/powerpoint/2010/main" val="236228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15</a:t>
            </a:fld>
            <a:endParaRPr lang="en-US" dirty="0"/>
          </a:p>
        </p:txBody>
      </p:sp>
    </p:spTree>
    <p:extLst>
      <p:ext uri="{BB962C8B-B14F-4D97-AF65-F5344CB8AC3E}">
        <p14:creationId xmlns:p14="http://schemas.microsoft.com/office/powerpoint/2010/main" val="1392975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ACCC11-19A3-4E27-AB70-5FB3E1779C6E}" type="slidenum">
              <a:rPr lang="en-US" smtClean="0"/>
              <a:t>17</a:t>
            </a:fld>
            <a:endParaRPr lang="en-US" dirty="0"/>
          </a:p>
        </p:txBody>
      </p:sp>
    </p:spTree>
    <p:extLst>
      <p:ext uri="{BB962C8B-B14F-4D97-AF65-F5344CB8AC3E}">
        <p14:creationId xmlns:p14="http://schemas.microsoft.com/office/powerpoint/2010/main" val="3273697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18</a:t>
            </a:fld>
            <a:endParaRPr lang="en-US" dirty="0"/>
          </a:p>
        </p:txBody>
      </p:sp>
    </p:spTree>
    <p:extLst>
      <p:ext uri="{BB962C8B-B14F-4D97-AF65-F5344CB8AC3E}">
        <p14:creationId xmlns:p14="http://schemas.microsoft.com/office/powerpoint/2010/main" val="2707799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19</a:t>
            </a:fld>
            <a:endParaRPr lang="en-US" dirty="0"/>
          </a:p>
        </p:txBody>
      </p:sp>
    </p:spTree>
    <p:extLst>
      <p:ext uri="{BB962C8B-B14F-4D97-AF65-F5344CB8AC3E}">
        <p14:creationId xmlns:p14="http://schemas.microsoft.com/office/powerpoint/2010/main" val="2255685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ACCC11-19A3-4E27-AB70-5FB3E1779C6E}" type="slidenum">
              <a:rPr lang="en-US" smtClean="0"/>
              <a:t>20</a:t>
            </a:fld>
            <a:endParaRPr lang="en-US" dirty="0"/>
          </a:p>
        </p:txBody>
      </p:sp>
    </p:spTree>
    <p:extLst>
      <p:ext uri="{BB962C8B-B14F-4D97-AF65-F5344CB8AC3E}">
        <p14:creationId xmlns:p14="http://schemas.microsoft.com/office/powerpoint/2010/main" val="333677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supervised machine learning tasks include: Identifying the zip code from handwritten digits on an envelope Here the input is a scan of the handwriting, and the desired output is the actual digits in the zip code. To create a dataset for building a machine learning model, you need to collect many envelopes. Then you can read the zip codes yourself and store the digits as your desired outcomes.</a:t>
            </a:r>
          </a:p>
          <a:p>
            <a:endParaRPr lang="en-US" dirty="0"/>
          </a:p>
          <a:p>
            <a:r>
              <a:rPr lang="en-US" dirty="0"/>
              <a:t>Determining whether a tumor is benign based on a medical image Here the input is the image, and the output is whether the tumor is benign. To create a dataset for building a model, you need a database of medical images. You also need an expert opinion, so a doctor needs to look at all of the images and decide which tumors are benign and which are not. It might even be necessary to do additional diagnosis beyond the content of the image to determine whether the tumor in the image is cancerous or not. </a:t>
            </a:r>
          </a:p>
          <a:p>
            <a:endParaRPr lang="en-US" dirty="0"/>
          </a:p>
          <a:p>
            <a:r>
              <a:rPr lang="en-US" dirty="0"/>
              <a:t>Detecting fraudulent activity in credit card transactions Here the input is a record of the credit card transaction, and the output is whether it is likely to be fraudulent or not. Assuming that you are the entity dis‐ tributing the credit cards, collecting a dataset means storing all transactions and recording if a user reports any transaction as fraudulent. </a:t>
            </a:r>
          </a:p>
        </p:txBody>
      </p:sp>
      <p:sp>
        <p:nvSpPr>
          <p:cNvPr id="4" name="Slide Number Placeholder 3"/>
          <p:cNvSpPr>
            <a:spLocks noGrp="1"/>
          </p:cNvSpPr>
          <p:nvPr>
            <p:ph type="sldNum" sz="quarter" idx="5"/>
          </p:nvPr>
        </p:nvSpPr>
        <p:spPr/>
        <p:txBody>
          <a:bodyPr/>
          <a:lstStyle/>
          <a:p>
            <a:fld id="{1FACCC11-19A3-4E27-AB70-5FB3E1779C6E}" type="slidenum">
              <a:rPr lang="en-US" smtClean="0"/>
              <a:t>21</a:t>
            </a:fld>
            <a:endParaRPr lang="en-US" dirty="0"/>
          </a:p>
        </p:txBody>
      </p:sp>
    </p:spTree>
    <p:extLst>
      <p:ext uri="{BB962C8B-B14F-4D97-AF65-F5344CB8AC3E}">
        <p14:creationId xmlns:p14="http://schemas.microsoft.com/office/powerpoint/2010/main" val="343315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Müller, A. C., &amp; Guido, S. (2016). Introduction to machine learning with python : A guide for data scientists. O'Reilly Media, Incorporated. </a:t>
            </a:r>
          </a:p>
          <a:p>
            <a:endParaRPr lang="en-US" dirty="0"/>
          </a:p>
          <a:p>
            <a:r>
              <a:rPr lang="en-US" dirty="0"/>
              <a:t>Unsupervised algorithms are the other type of algorithm that we will cover in this book. In unsupervised learning, only the input data is known, and no known output data is given to the algorithm. While there are many successful applications of these methods, they are usually harder to understand and evaluate. Examples of </a:t>
            </a:r>
            <a:r>
              <a:rPr lang="en-US" dirty="0" err="1"/>
              <a:t>unsuper</a:t>
            </a:r>
            <a:r>
              <a:rPr lang="en-US" dirty="0"/>
              <a:t>‐ vised learning </a:t>
            </a:r>
            <a:r>
              <a:rPr lang="en-US" dirty="0" err="1"/>
              <a:t>include:Identifying</a:t>
            </a:r>
            <a:r>
              <a:rPr lang="en-US" dirty="0"/>
              <a:t> topics in a set of blog posts If you have a large collection of text data, you might want to summarize it and find prevalent themes in it. You might not know beforehand what these topics are, or how many topics there might be. Therefore, there are no known outputs.</a:t>
            </a:r>
          </a:p>
          <a:p>
            <a:endParaRPr lang="en-US" dirty="0"/>
          </a:p>
          <a:p>
            <a:r>
              <a:rPr lang="en-US" dirty="0"/>
              <a:t>Segmenting customers into groups with similar preferences Given a set of customer records, you might want to identify which customers are similar, and whether there are groups of customers with similar preferences. For a shopping site, these might be “parents,” “bookworms,” or “gamers.” Because you don’t know in advance what these groups might be, or even how many there are, you have no known outputs. Detecting abnormal access patterns to a website To identify abuse or bugs, it is often helpful to find access patterns that are differ‐ </a:t>
            </a:r>
            <a:r>
              <a:rPr lang="en-US" dirty="0" err="1"/>
              <a:t>ent</a:t>
            </a:r>
            <a:r>
              <a:rPr lang="en-US" dirty="0"/>
              <a:t> from the norm. Each abnormal pattern might be very different, and you might not have any recorded instances of abnormal behavior. Because in this example you only observe traffic, and you don’t know what constitutes normal and abnormal behavior, this is an unsupervised problem. </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22</a:t>
            </a:fld>
            <a:endParaRPr lang="en-US" dirty="0"/>
          </a:p>
        </p:txBody>
      </p:sp>
    </p:spTree>
    <p:extLst>
      <p:ext uri="{BB962C8B-B14F-4D97-AF65-F5344CB8AC3E}">
        <p14:creationId xmlns:p14="http://schemas.microsoft.com/office/powerpoint/2010/main" val="3489831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vision: Machine learning algorithms can be used to recognize objects, people, and other elements in images and videos.</a:t>
            </a:r>
          </a:p>
          <a:p>
            <a:r>
              <a:rPr lang="en-US" dirty="0"/>
              <a:t>Natural language processing: Machine learning algorithms can be used to understand and generate human language, including tasks such as translation and text classification.</a:t>
            </a:r>
          </a:p>
          <a:p>
            <a:r>
              <a:rPr lang="en-US" dirty="0"/>
              <a:t>Recommendation systems: Machine learning algorithms can be used to recommend products or content to users based on their past behavior and preferences.</a:t>
            </a:r>
          </a:p>
          <a:p>
            <a:r>
              <a:rPr lang="en-US" dirty="0"/>
              <a:t>Fraud detection: Machine learning algorithms can be used to identify fraudulent activity in areas such as credit card transactions and insurance claims.</a:t>
            </a:r>
          </a:p>
          <a:p>
            <a:r>
              <a:rPr lang="en-US" dirty="0"/>
              <a:t>Healthcare: Machine learning algorithms can be used to predict disease outbreaks, identify potential outbreaks, or predict patient outcomes.</a:t>
            </a:r>
          </a:p>
          <a:p>
            <a:r>
              <a:rPr lang="en-US" dirty="0"/>
              <a:t>Finance: Machine learning algorithms can be used to predict stock prices, identify fraudulent activity, or identify potential investment opportunities.</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23</a:t>
            </a:fld>
            <a:endParaRPr lang="en-US" dirty="0"/>
          </a:p>
        </p:txBody>
      </p:sp>
    </p:spTree>
    <p:extLst>
      <p:ext uri="{BB962C8B-B14F-4D97-AF65-F5344CB8AC3E}">
        <p14:creationId xmlns:p14="http://schemas.microsoft.com/office/powerpoint/2010/main" val="3571711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24</a:t>
            </a:fld>
            <a:endParaRPr lang="en-US" dirty="0"/>
          </a:p>
        </p:txBody>
      </p:sp>
    </p:spTree>
    <p:extLst>
      <p:ext uri="{BB962C8B-B14F-4D97-AF65-F5344CB8AC3E}">
        <p14:creationId xmlns:p14="http://schemas.microsoft.com/office/powerpoint/2010/main" val="775199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25</a:t>
            </a:fld>
            <a:endParaRPr lang="en-US" dirty="0"/>
          </a:p>
        </p:txBody>
      </p:sp>
    </p:spTree>
    <p:extLst>
      <p:ext uri="{BB962C8B-B14F-4D97-AF65-F5344CB8AC3E}">
        <p14:creationId xmlns:p14="http://schemas.microsoft.com/office/powerpoint/2010/main" val="1011975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experiments.withgoogle.com/collection/ai"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cloud.google.com/natural-language" TargetMode="External"/><Relationship Id="rId2" Type="http://schemas.openxmlformats.org/officeDocument/2006/relationships/hyperlink" Target="https://cloud.google.com/speech-to-text" TargetMode="Externa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s://cloud.google.com/vision/"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tiff"/><Relationship Id="rId7" Type="http://schemas.openxmlformats.org/officeDocument/2006/relationships/image" Target="../media/image25.tiff"/><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4.tiff"/><Relationship Id="rId5" Type="http://schemas.openxmlformats.org/officeDocument/2006/relationships/image" Target="../media/image23.tiff"/><Relationship Id="rId4" Type="http://schemas.openxmlformats.org/officeDocument/2006/relationships/image" Target="../media/image22.tiff"/></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hyperlink" Target="https://www.youtube.com/watch?v=h0e2HAPTGF4"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ml-introduction-data-machine-learning/" TargetMode="External"/><Relationship Id="rId2" Type="http://schemas.openxmlformats.org/officeDocument/2006/relationships/hyperlink" Target="https://www.youtube.com/watch?v=HcqpanDadyQ"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INTRODUCING TO MACHINE LEARNING</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3"/>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A340-02CC-904F-8C88-B5AA849D9854}"/>
              </a:ext>
            </a:extLst>
          </p:cNvPr>
          <p:cNvSpPr txBox="1">
            <a:spLocks/>
          </p:cNvSpPr>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Introduction to machine learning</a:t>
            </a:r>
          </a:p>
        </p:txBody>
      </p:sp>
    </p:spTree>
    <p:extLst>
      <p:ext uri="{BB962C8B-B14F-4D97-AF65-F5344CB8AC3E}">
        <p14:creationId xmlns:p14="http://schemas.microsoft.com/office/powerpoint/2010/main" val="174182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84255" y="1811975"/>
            <a:ext cx="10712388" cy="3815101"/>
          </a:xfrm>
        </p:spPr>
        <p:txBody>
          <a:bodyPr/>
          <a:lstStyle/>
          <a:p>
            <a:r>
              <a:rPr lang="en-US" dirty="0">
                <a:solidFill>
                  <a:schemeClr val="tx1">
                    <a:lumMod val="75000"/>
                    <a:lumOff val="25000"/>
                  </a:schemeClr>
                </a:solidFill>
              </a:rPr>
              <a:t>Understand the importance of the data </a:t>
            </a:r>
          </a:p>
          <a:p>
            <a:r>
              <a:rPr lang="en-GB" dirty="0">
                <a:solidFill>
                  <a:schemeClr val="tx1">
                    <a:lumMod val="75000"/>
                    <a:lumOff val="25000"/>
                  </a:schemeClr>
                </a:solidFill>
              </a:rPr>
              <a:t>Understand the use cases of machine learning</a:t>
            </a:r>
          </a:p>
          <a:p>
            <a:r>
              <a:rPr lang="en-GB" dirty="0">
                <a:solidFill>
                  <a:schemeClr val="tx1">
                    <a:lumMod val="75000"/>
                    <a:lumOff val="25000"/>
                  </a:schemeClr>
                </a:solidFill>
              </a:rPr>
              <a:t>Understand the key concepts of machine learning</a:t>
            </a:r>
          </a:p>
          <a:p>
            <a:r>
              <a:rPr lang="en-GB" dirty="0">
                <a:solidFill>
                  <a:schemeClr val="tx1">
                    <a:lumMod val="75000"/>
                    <a:lumOff val="25000"/>
                  </a:schemeClr>
                </a:solidFill>
              </a:rPr>
              <a:t>Understand the importance of AI &amp; Machine learning</a:t>
            </a:r>
          </a:p>
          <a:p>
            <a:r>
              <a:rPr lang="en-GB" dirty="0">
                <a:solidFill>
                  <a:schemeClr val="tx1">
                    <a:lumMod val="75000"/>
                    <a:lumOff val="25000"/>
                  </a:schemeClr>
                </a:solidFill>
              </a:rPr>
              <a:t>Examples of Machine Learning </a:t>
            </a:r>
          </a:p>
          <a:p>
            <a:r>
              <a:rPr lang="en-GB" dirty="0">
                <a:solidFill>
                  <a:schemeClr val="tx1">
                    <a:lumMod val="75000"/>
                    <a:lumOff val="25000"/>
                  </a:schemeClr>
                </a:solidFill>
              </a:rPr>
              <a:t>Language for Machine Learning</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51743" y="15278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51743" y="83758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49831" y="1670658"/>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Data</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3"/>
            <a:ext cx="11705702" cy="480404"/>
          </a:xfrm>
        </p:spPr>
        <p:txBody>
          <a:bodyPr/>
          <a:lstStyle/>
          <a:p>
            <a:pPr fontAlgn="base"/>
            <a:r>
              <a:rPr lang="en-GB" dirty="0">
                <a:solidFill>
                  <a:srgbClr val="0F2741"/>
                </a:solidFill>
              </a:rPr>
              <a:t>Annual size of real time data in the global datasphere from 2010 to 2025</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169107BF-13BE-EE48-8A41-4091AEEA0098}"/>
              </a:ext>
            </a:extLst>
          </p:cNvPr>
          <p:cNvPicPr>
            <a:picLocks noChangeAspect="1"/>
          </p:cNvPicPr>
          <p:nvPr/>
        </p:nvPicPr>
        <p:blipFill>
          <a:blip r:embed="rId3"/>
          <a:stretch>
            <a:fillRect/>
          </a:stretch>
        </p:blipFill>
        <p:spPr>
          <a:xfrm>
            <a:off x="3304729" y="1796986"/>
            <a:ext cx="6072140" cy="3732803"/>
          </a:xfrm>
          <a:prstGeom prst="rect">
            <a:avLst/>
          </a:prstGeom>
        </p:spPr>
      </p:pic>
      <p:sp>
        <p:nvSpPr>
          <p:cNvPr id="8" name="Rectangle 7">
            <a:extLst>
              <a:ext uri="{FF2B5EF4-FFF2-40B4-BE49-F238E27FC236}">
                <a16:creationId xmlns:a16="http://schemas.microsoft.com/office/drawing/2014/main" id="{F142B17D-7CF2-FF43-B4F3-524976312EC6}"/>
              </a:ext>
            </a:extLst>
          </p:cNvPr>
          <p:cNvSpPr/>
          <p:nvPr/>
        </p:nvSpPr>
        <p:spPr>
          <a:xfrm>
            <a:off x="900546" y="5325667"/>
            <a:ext cx="6096000" cy="646331"/>
          </a:xfrm>
          <a:prstGeom prst="rect">
            <a:avLst/>
          </a:prstGeom>
        </p:spPr>
        <p:txBody>
          <a:bodyPr>
            <a:spAutoFit/>
          </a:bodyPr>
          <a:lstStyle/>
          <a:p>
            <a:r>
              <a:rPr lang="en-US" i="1" dirty="0">
                <a:solidFill>
                  <a:schemeClr val="accent1"/>
                </a:solidFill>
              </a:rPr>
              <a:t>https://www.statista.com/statistics/949144/worldwide-global-datasphere-real-time-d</a:t>
            </a:r>
            <a:endParaRPr lang="en-US" dirty="0"/>
          </a:p>
        </p:txBody>
      </p:sp>
    </p:spTree>
    <p:extLst>
      <p:ext uri="{BB962C8B-B14F-4D97-AF65-F5344CB8AC3E}">
        <p14:creationId xmlns:p14="http://schemas.microsoft.com/office/powerpoint/2010/main" val="3697279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Introduction</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The world data storage capacity has doubled about every 3 years from 1980s </a:t>
            </a:r>
          </a:p>
          <a:p>
            <a:r>
              <a:rPr lang="en-GB" dirty="0">
                <a:solidFill>
                  <a:schemeClr val="tx1">
                    <a:lumMod val="75000"/>
                    <a:lumOff val="25000"/>
                  </a:schemeClr>
                </a:solidFill>
              </a:rPr>
              <a:t>There are 2.5 quintillion (1018) bytes of data created each day at our current pace </a:t>
            </a:r>
          </a:p>
          <a:p>
            <a:r>
              <a:rPr lang="en-GB" dirty="0">
                <a:solidFill>
                  <a:schemeClr val="tx1">
                    <a:lumMod val="75000"/>
                    <a:lumOff val="25000"/>
                  </a:schemeClr>
                </a:solidFill>
              </a:rPr>
              <a:t>More data doesn’t mean more information! (</a:t>
            </a:r>
            <a:r>
              <a:rPr lang="en-US" b="0" i="0" dirty="0">
                <a:solidFill>
                  <a:srgbClr val="273239"/>
                </a:solidFill>
                <a:effectLst/>
                <a:latin typeface="urw-din"/>
              </a:rPr>
              <a:t>1ZB=10^21 bytes</a:t>
            </a:r>
            <a:r>
              <a:rPr lang="en-GB" dirty="0">
                <a:solidFill>
                  <a:schemeClr val="tx1">
                    <a:lumMod val="75000"/>
                    <a:lumOff val="25000"/>
                  </a:schemeClr>
                </a:solidFill>
              </a:rPr>
              <a:t>) </a:t>
            </a:r>
          </a:p>
          <a:p>
            <a:r>
              <a:rPr lang="en-US" dirty="0"/>
              <a:t>The </a:t>
            </a:r>
            <a:r>
              <a:rPr lang="en-US" dirty="0" smtClean="0"/>
              <a:t>surge </a:t>
            </a:r>
            <a:r>
              <a:rPr lang="en-US" dirty="0"/>
              <a:t>of data calls for automated methods of data analysis, which is what </a:t>
            </a:r>
            <a:r>
              <a:rPr lang="en-US" b="1" dirty="0"/>
              <a:t>machine learning</a:t>
            </a:r>
            <a:r>
              <a:rPr lang="en-US" dirty="0"/>
              <a:t> provides!</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64377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Data &amp; information</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3"/>
            <a:ext cx="11705702" cy="480404"/>
          </a:xfrm>
        </p:spPr>
        <p:txBody>
          <a:bodyPr/>
          <a:lstStyle/>
          <a:p>
            <a:pPr marL="0" indent="0">
              <a:buNone/>
            </a:pPr>
            <a:r>
              <a:rPr lang="en-GB" dirty="0">
                <a:solidFill>
                  <a:schemeClr val="tx1">
                    <a:lumMod val="75000"/>
                    <a:lumOff val="25000"/>
                  </a:schemeClr>
                </a:solidFill>
              </a:rPr>
              <a:t>“We are drowning in information and starving for knowledge.” (RD Roger)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1" descr="page5image1780096">
            <a:extLst>
              <a:ext uri="{FF2B5EF4-FFF2-40B4-BE49-F238E27FC236}">
                <a16:creationId xmlns:a16="http://schemas.microsoft.com/office/drawing/2014/main" id="{CAEF753A-BE98-2C4A-BE05-B9FEC2436C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9039" y="2036142"/>
            <a:ext cx="6578600" cy="3695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8A6C19C-282D-3098-B381-3038711F49C1}"/>
              </a:ext>
            </a:extLst>
          </p:cNvPr>
          <p:cNvSpPr txBox="1"/>
          <p:nvPr/>
        </p:nvSpPr>
        <p:spPr>
          <a:xfrm>
            <a:off x="486298" y="2277390"/>
            <a:ext cx="4151404" cy="646331"/>
          </a:xfrm>
          <a:prstGeom prst="rect">
            <a:avLst/>
          </a:prstGeom>
          <a:noFill/>
        </p:spPr>
        <p:txBody>
          <a:bodyPr wrap="square">
            <a:spAutoFit/>
          </a:bodyPr>
          <a:lstStyle/>
          <a:p>
            <a:r>
              <a:rPr lang="en-US" b="0" i="0" dirty="0">
                <a:solidFill>
                  <a:srgbClr val="273239"/>
                </a:solidFill>
                <a:effectLst/>
                <a:latin typeface="urw-din"/>
              </a:rPr>
              <a:t>Why did Facebook acquire WhatsApp by paying a huge price of $19 billion</a:t>
            </a:r>
            <a:endParaRPr lang="en-US" dirty="0"/>
          </a:p>
        </p:txBody>
      </p:sp>
    </p:spTree>
    <p:extLst>
      <p:ext uri="{BB962C8B-B14F-4D97-AF65-F5344CB8AC3E}">
        <p14:creationId xmlns:p14="http://schemas.microsoft.com/office/powerpoint/2010/main" val="1221089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9414-8541-05DF-3240-2DC37F29DC59}"/>
              </a:ext>
            </a:extLst>
          </p:cNvPr>
          <p:cNvSpPr>
            <a:spLocks noGrp="1"/>
          </p:cNvSpPr>
          <p:nvPr>
            <p:ph type="title"/>
          </p:nvPr>
        </p:nvSpPr>
        <p:spPr/>
        <p:txBody>
          <a:bodyPr/>
          <a:lstStyle/>
          <a:p>
            <a:r>
              <a:rPr lang="en-GB" dirty="0"/>
              <a:t>Forms of data</a:t>
            </a:r>
            <a:endParaRPr lang="en-US" dirty="0"/>
          </a:p>
        </p:txBody>
      </p:sp>
      <p:sp>
        <p:nvSpPr>
          <p:cNvPr id="3" name="Text Placeholder 2">
            <a:extLst>
              <a:ext uri="{FF2B5EF4-FFF2-40B4-BE49-F238E27FC236}">
                <a16:creationId xmlns:a16="http://schemas.microsoft.com/office/drawing/2014/main" id="{A0571C91-F5C0-78B3-D068-B423AD718139}"/>
              </a:ext>
            </a:extLst>
          </p:cNvPr>
          <p:cNvSpPr>
            <a:spLocks noGrp="1"/>
          </p:cNvSpPr>
          <p:nvPr>
            <p:ph type="body" sz="quarter" idx="10"/>
          </p:nvPr>
        </p:nvSpPr>
        <p:spPr>
          <a:xfrm>
            <a:off x="601791" y="1647202"/>
            <a:ext cx="2812922" cy="4068600"/>
          </a:xfrm>
        </p:spPr>
        <p:txBody>
          <a:bodyPr/>
          <a:lstStyle/>
          <a:p>
            <a:r>
              <a:rPr lang="en-GB" b="1" dirty="0"/>
              <a:t>Numerical</a:t>
            </a:r>
          </a:p>
          <a:p>
            <a:r>
              <a:rPr lang="en-GB" dirty="0"/>
              <a:t>It is all numbers</a:t>
            </a:r>
            <a:endParaRPr lang="en-US" dirty="0"/>
          </a:p>
        </p:txBody>
      </p:sp>
      <p:sp>
        <p:nvSpPr>
          <p:cNvPr id="4" name="Text Placeholder 2">
            <a:extLst>
              <a:ext uri="{FF2B5EF4-FFF2-40B4-BE49-F238E27FC236}">
                <a16:creationId xmlns:a16="http://schemas.microsoft.com/office/drawing/2014/main" id="{E09CABDF-02A9-54FE-E604-C7DDAD1100E1}"/>
              </a:ext>
            </a:extLst>
          </p:cNvPr>
          <p:cNvSpPr txBox="1">
            <a:spLocks/>
          </p:cNvSpPr>
          <p:nvPr/>
        </p:nvSpPr>
        <p:spPr>
          <a:xfrm>
            <a:off x="4263963" y="1623701"/>
            <a:ext cx="2812922" cy="4068600"/>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Categorical</a:t>
            </a:r>
          </a:p>
          <a:p>
            <a:r>
              <a:rPr lang="en-GB" dirty="0"/>
              <a:t>Also called a nominal value</a:t>
            </a:r>
          </a:p>
          <a:p>
            <a:r>
              <a:rPr lang="en-GB" dirty="0"/>
              <a:t>E.g. True, False</a:t>
            </a:r>
          </a:p>
          <a:p>
            <a:r>
              <a:rPr lang="en-GB" dirty="0"/>
              <a:t>Gender ,Models of PC etc</a:t>
            </a:r>
          </a:p>
          <a:p>
            <a:endParaRPr lang="en-US" dirty="0"/>
          </a:p>
        </p:txBody>
      </p:sp>
      <p:sp>
        <p:nvSpPr>
          <p:cNvPr id="5" name="Text Placeholder 2">
            <a:extLst>
              <a:ext uri="{FF2B5EF4-FFF2-40B4-BE49-F238E27FC236}">
                <a16:creationId xmlns:a16="http://schemas.microsoft.com/office/drawing/2014/main" id="{B00F62F5-064A-D834-A710-3CA32468AA42}"/>
              </a:ext>
            </a:extLst>
          </p:cNvPr>
          <p:cNvSpPr txBox="1">
            <a:spLocks/>
          </p:cNvSpPr>
          <p:nvPr/>
        </p:nvSpPr>
        <p:spPr>
          <a:xfrm>
            <a:off x="7928038" y="1623701"/>
            <a:ext cx="2812922" cy="4068600"/>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Ordinal</a:t>
            </a:r>
          </a:p>
          <a:p>
            <a:r>
              <a:rPr lang="en-GB" dirty="0"/>
              <a:t>It is like nominal but with </a:t>
            </a:r>
            <a:r>
              <a:rPr lang="en-GB" dirty="0" smtClean="0"/>
              <a:t>the ordering </a:t>
            </a:r>
            <a:r>
              <a:rPr lang="en-GB" dirty="0"/>
              <a:t>of data</a:t>
            </a:r>
          </a:p>
          <a:p>
            <a:r>
              <a:rPr lang="en-GB" dirty="0"/>
              <a:t>E.g. Positions, </a:t>
            </a:r>
            <a:r>
              <a:rPr lang="en-GB" dirty="0" smtClean="0"/>
              <a:t>Sizes, Happiness </a:t>
            </a:r>
            <a:r>
              <a:rPr lang="en-GB" dirty="0"/>
              <a:t>rating</a:t>
            </a:r>
            <a:endParaRPr lang="en-US" dirty="0"/>
          </a:p>
        </p:txBody>
      </p:sp>
    </p:spTree>
    <p:extLst>
      <p:ext uri="{BB962C8B-B14F-4D97-AF65-F5344CB8AC3E}">
        <p14:creationId xmlns:p14="http://schemas.microsoft.com/office/powerpoint/2010/main" val="2708253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9DA83-DAB3-F362-3C30-4D726D3BED61}"/>
              </a:ext>
            </a:extLst>
          </p:cNvPr>
          <p:cNvSpPr>
            <a:spLocks noGrp="1"/>
          </p:cNvSpPr>
          <p:nvPr>
            <p:ph type="title"/>
          </p:nvPr>
        </p:nvSpPr>
        <p:spPr/>
        <p:txBody>
          <a:bodyPr/>
          <a:lstStyle/>
          <a:p>
            <a:r>
              <a:rPr lang="en-GB" dirty="0"/>
              <a:t>How data is used in mL</a:t>
            </a:r>
            <a:endParaRPr lang="en-US" dirty="0"/>
          </a:p>
        </p:txBody>
      </p:sp>
      <p:sp>
        <p:nvSpPr>
          <p:cNvPr id="3" name="Text Placeholder 2">
            <a:extLst>
              <a:ext uri="{FF2B5EF4-FFF2-40B4-BE49-F238E27FC236}">
                <a16:creationId xmlns:a16="http://schemas.microsoft.com/office/drawing/2014/main" id="{BD5511BC-D511-FA49-0F74-40C22404C7DD}"/>
              </a:ext>
            </a:extLst>
          </p:cNvPr>
          <p:cNvSpPr>
            <a:spLocks noGrp="1"/>
          </p:cNvSpPr>
          <p:nvPr>
            <p:ph type="body" sz="quarter" idx="10"/>
          </p:nvPr>
        </p:nvSpPr>
        <p:spPr/>
        <p:txBody>
          <a:bodyPr/>
          <a:lstStyle/>
          <a:p>
            <a:r>
              <a:rPr lang="en-GB" dirty="0"/>
              <a:t>Data is split into training data, validation data and Testing data</a:t>
            </a:r>
          </a:p>
          <a:p>
            <a:r>
              <a:rPr lang="en-GB" dirty="0"/>
              <a:t>Training data: Is used to create a model, It is input and the output which the model actually see.</a:t>
            </a:r>
          </a:p>
          <a:p>
            <a:r>
              <a:rPr lang="en-GB" dirty="0"/>
              <a:t>Validation data helps in checking or evaluating the model whether it can make correct predictions.</a:t>
            </a:r>
          </a:p>
          <a:p>
            <a:r>
              <a:rPr lang="en-GB" dirty="0"/>
              <a:t>Testing data: This data is used when the model has been trained. This data is fed into the trained model and check the output from this by comparing it with the actual values.</a:t>
            </a:r>
          </a:p>
          <a:p>
            <a:endParaRPr lang="en-US" dirty="0"/>
          </a:p>
        </p:txBody>
      </p:sp>
    </p:spTree>
    <p:extLst>
      <p:ext uri="{BB962C8B-B14F-4D97-AF65-F5344CB8AC3E}">
        <p14:creationId xmlns:p14="http://schemas.microsoft.com/office/powerpoint/2010/main" val="3237980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71DE2-65B6-918A-BD58-497568D1F2FE}"/>
              </a:ext>
            </a:extLst>
          </p:cNvPr>
          <p:cNvSpPr>
            <a:spLocks noGrp="1"/>
          </p:cNvSpPr>
          <p:nvPr>
            <p:ph type="title"/>
          </p:nvPr>
        </p:nvSpPr>
        <p:spPr/>
        <p:txBody>
          <a:bodyPr/>
          <a:lstStyle/>
          <a:p>
            <a:r>
              <a:rPr lang="en-GB" dirty="0"/>
              <a:t>Example of ml</a:t>
            </a:r>
            <a:endParaRPr lang="en-US" dirty="0"/>
          </a:p>
        </p:txBody>
      </p:sp>
      <p:sp>
        <p:nvSpPr>
          <p:cNvPr id="3" name="Text Placeholder 2">
            <a:extLst>
              <a:ext uri="{FF2B5EF4-FFF2-40B4-BE49-F238E27FC236}">
                <a16:creationId xmlns:a16="http://schemas.microsoft.com/office/drawing/2014/main" id="{513F0435-26D1-CCC4-CAB8-221BF713D308}"/>
              </a:ext>
            </a:extLst>
          </p:cNvPr>
          <p:cNvSpPr>
            <a:spLocks noGrp="1"/>
          </p:cNvSpPr>
          <p:nvPr>
            <p:ph type="body" sz="quarter" idx="10"/>
          </p:nvPr>
        </p:nvSpPr>
        <p:spPr>
          <a:xfrm>
            <a:off x="601791" y="1343025"/>
            <a:ext cx="10994852" cy="4486275"/>
          </a:xfrm>
        </p:spPr>
        <p:txBody>
          <a:bodyPr/>
          <a:lstStyle/>
          <a:p>
            <a:r>
              <a:rPr lang="en-US" b="0" i="0" dirty="0">
                <a:solidFill>
                  <a:srgbClr val="273239"/>
                </a:solidFill>
                <a:effectLst/>
                <a:latin typeface="urw-din"/>
              </a:rPr>
              <a:t>Car manufacturing company: Build a model to predict the fuel efficiency of a car </a:t>
            </a:r>
          </a:p>
          <a:p>
            <a:r>
              <a:rPr lang="en-US" b="0" i="0" dirty="0">
                <a:solidFill>
                  <a:srgbClr val="273239"/>
                </a:solidFill>
                <a:effectLst/>
                <a:latin typeface="urw-din"/>
              </a:rPr>
              <a:t>Data from different car models, with corresponding weight and engine size, and their fuel efficiency.  (Labelled data)</a:t>
            </a:r>
          </a:p>
          <a:p>
            <a:r>
              <a:rPr lang="en-US" b="0" i="0" dirty="0">
                <a:solidFill>
                  <a:srgbClr val="273239"/>
                </a:solidFill>
                <a:effectLst/>
                <a:latin typeface="urw-din"/>
              </a:rPr>
              <a:t>weight and the engine size (Input or features) </a:t>
            </a:r>
          </a:p>
          <a:p>
            <a:r>
              <a:rPr lang="en-US" b="0" i="0" dirty="0">
                <a:solidFill>
                  <a:srgbClr val="273239"/>
                </a:solidFill>
                <a:effectLst/>
                <a:latin typeface="urw-din"/>
              </a:rPr>
              <a:t>Predict : fuel efficiency  (target variable (or label)</a:t>
            </a:r>
          </a:p>
          <a:p>
            <a:r>
              <a:rPr lang="en-US" b="0" i="0" dirty="0">
                <a:solidFill>
                  <a:srgbClr val="273239"/>
                </a:solidFill>
                <a:effectLst/>
                <a:latin typeface="urw-din"/>
              </a:rPr>
              <a:t>Split it into two sets: training set and testing set</a:t>
            </a:r>
          </a:p>
          <a:p>
            <a:r>
              <a:rPr lang="en-US" b="0" i="0" dirty="0">
                <a:solidFill>
                  <a:srgbClr val="273239"/>
                </a:solidFill>
                <a:effectLst/>
                <a:latin typeface="urw-din"/>
              </a:rPr>
              <a:t>Preprocessing could be needed for example, to fill missing values or handle outliers that might affect your model accuracy.</a:t>
            </a:r>
            <a:endParaRPr lang="en-US" dirty="0"/>
          </a:p>
        </p:txBody>
      </p:sp>
    </p:spTree>
    <p:extLst>
      <p:ext uri="{BB962C8B-B14F-4D97-AF65-F5344CB8AC3E}">
        <p14:creationId xmlns:p14="http://schemas.microsoft.com/office/powerpoint/2010/main" val="3266905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138A2-4EB2-44AF-2F40-6EA0730FBB8C}"/>
              </a:ext>
            </a:extLst>
          </p:cNvPr>
          <p:cNvSpPr>
            <a:spLocks noGrp="1"/>
          </p:cNvSpPr>
          <p:nvPr>
            <p:ph type="title"/>
          </p:nvPr>
        </p:nvSpPr>
        <p:spPr/>
        <p:txBody>
          <a:bodyPr/>
          <a:lstStyle/>
          <a:p>
            <a:r>
              <a:rPr lang="en-GB" dirty="0"/>
              <a:t>Advantages and disadvantages of ml</a:t>
            </a:r>
            <a:endParaRPr lang="en-US" dirty="0"/>
          </a:p>
        </p:txBody>
      </p:sp>
      <p:sp>
        <p:nvSpPr>
          <p:cNvPr id="3" name="Text Placeholder 2">
            <a:extLst>
              <a:ext uri="{FF2B5EF4-FFF2-40B4-BE49-F238E27FC236}">
                <a16:creationId xmlns:a16="http://schemas.microsoft.com/office/drawing/2014/main" id="{890EA572-C847-C69B-98D6-EB19297F8287}"/>
              </a:ext>
            </a:extLst>
          </p:cNvPr>
          <p:cNvSpPr>
            <a:spLocks noGrp="1"/>
          </p:cNvSpPr>
          <p:nvPr>
            <p:ph type="body" sz="quarter" idx="10"/>
          </p:nvPr>
        </p:nvSpPr>
        <p:spPr>
          <a:xfrm>
            <a:off x="601791" y="1901106"/>
            <a:ext cx="4813172" cy="3733800"/>
          </a:xfrm>
        </p:spPr>
        <p:txBody>
          <a:bodyPr/>
          <a:lstStyle/>
          <a:p>
            <a:r>
              <a:rPr lang="en-GB" dirty="0"/>
              <a:t>Automate decision making for complex tasks.</a:t>
            </a:r>
          </a:p>
          <a:p>
            <a:r>
              <a:rPr lang="en-GB" dirty="0"/>
              <a:t>Personalize experiences for customer satisfaction</a:t>
            </a:r>
          </a:p>
          <a:p>
            <a:r>
              <a:rPr lang="en-GB" dirty="0"/>
              <a:t>Cost saving for business</a:t>
            </a:r>
          </a:p>
          <a:p>
            <a:r>
              <a:rPr lang="en-GB" dirty="0"/>
              <a:t>Improvement in accuracy of predictions with complex data</a:t>
            </a:r>
            <a:endParaRPr lang="en-US" dirty="0"/>
          </a:p>
        </p:txBody>
      </p:sp>
      <p:sp>
        <p:nvSpPr>
          <p:cNvPr id="4" name="Text Placeholder 2">
            <a:extLst>
              <a:ext uri="{FF2B5EF4-FFF2-40B4-BE49-F238E27FC236}">
                <a16:creationId xmlns:a16="http://schemas.microsoft.com/office/drawing/2014/main" id="{415B3343-8A47-43A2-C1DE-9550363BE19F}"/>
              </a:ext>
            </a:extLst>
          </p:cNvPr>
          <p:cNvSpPr txBox="1">
            <a:spLocks/>
          </p:cNvSpPr>
          <p:nvPr/>
        </p:nvSpPr>
        <p:spPr>
          <a:xfrm>
            <a:off x="5972174" y="1901106"/>
            <a:ext cx="5257801" cy="4096618"/>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Privacy of data can raise concerns</a:t>
            </a:r>
          </a:p>
          <a:p>
            <a:r>
              <a:rPr lang="en-GB" dirty="0"/>
              <a:t>Poor data can compromise the predictions </a:t>
            </a:r>
          </a:p>
          <a:p>
            <a:r>
              <a:rPr lang="en-GB" dirty="0"/>
              <a:t>Requires high technical skills </a:t>
            </a:r>
            <a:endParaRPr lang="en-US" dirty="0"/>
          </a:p>
        </p:txBody>
      </p:sp>
    </p:spTree>
    <p:extLst>
      <p:ext uri="{BB962C8B-B14F-4D97-AF65-F5344CB8AC3E}">
        <p14:creationId xmlns:p14="http://schemas.microsoft.com/office/powerpoint/2010/main" val="3472800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a:xfrm>
            <a:off x="601791" y="353073"/>
            <a:ext cx="9097686" cy="1068223"/>
          </a:xfrm>
        </p:spPr>
        <p:txBody>
          <a:bodyPr/>
          <a:lstStyle/>
          <a:p>
            <a:r>
              <a:rPr lang="en-GB" dirty="0">
                <a:solidFill>
                  <a:srgbClr val="942D6D"/>
                </a:solidFill>
              </a:rPr>
              <a:t>Why do we want machines to learn</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9" name="Picture 8">
            <a:extLst>
              <a:ext uri="{FF2B5EF4-FFF2-40B4-BE49-F238E27FC236}">
                <a16:creationId xmlns:a16="http://schemas.microsoft.com/office/drawing/2014/main" id="{C95F08DE-C74B-0348-A198-6712DF330496}"/>
              </a:ext>
            </a:extLst>
          </p:cNvPr>
          <p:cNvPicPr>
            <a:picLocks noChangeAspect="1"/>
          </p:cNvPicPr>
          <p:nvPr/>
        </p:nvPicPr>
        <p:blipFill>
          <a:blip r:embed="rId3"/>
          <a:stretch>
            <a:fillRect/>
          </a:stretch>
        </p:blipFill>
        <p:spPr>
          <a:xfrm>
            <a:off x="1087566" y="1803153"/>
            <a:ext cx="9424275" cy="3483221"/>
          </a:xfrm>
          <a:prstGeom prst="rect">
            <a:avLst/>
          </a:prstGeom>
        </p:spPr>
      </p:pic>
    </p:spTree>
    <p:extLst>
      <p:ext uri="{BB962C8B-B14F-4D97-AF65-F5344CB8AC3E}">
        <p14:creationId xmlns:p14="http://schemas.microsoft.com/office/powerpoint/2010/main" val="3945550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7EEB-6318-FDAF-430A-14562FE40113}"/>
              </a:ext>
            </a:extLst>
          </p:cNvPr>
          <p:cNvSpPr>
            <a:spLocks noGrp="1"/>
          </p:cNvSpPr>
          <p:nvPr>
            <p:ph type="title"/>
          </p:nvPr>
        </p:nvSpPr>
        <p:spPr/>
        <p:txBody>
          <a:bodyPr/>
          <a:lstStyle/>
          <a:p>
            <a:r>
              <a:rPr lang="en-GB" dirty="0" smtClean="0"/>
              <a:t>AI, </a:t>
            </a:r>
            <a:r>
              <a:rPr lang="en-GB" dirty="0"/>
              <a:t>ML, </a:t>
            </a:r>
            <a:r>
              <a:rPr lang="en-GB" dirty="0" smtClean="0"/>
              <a:t>Dl?</a:t>
            </a:r>
            <a:endParaRPr lang="en-US" dirty="0"/>
          </a:p>
        </p:txBody>
      </p:sp>
      <p:sp>
        <p:nvSpPr>
          <p:cNvPr id="3" name="Text Placeholder 2">
            <a:extLst>
              <a:ext uri="{FF2B5EF4-FFF2-40B4-BE49-F238E27FC236}">
                <a16:creationId xmlns:a16="http://schemas.microsoft.com/office/drawing/2014/main" id="{05763A09-90CB-F7E2-4EA7-3C950855DCA9}"/>
              </a:ext>
            </a:extLst>
          </p:cNvPr>
          <p:cNvSpPr>
            <a:spLocks noGrp="1"/>
          </p:cNvSpPr>
          <p:nvPr>
            <p:ph type="body" sz="quarter" idx="10"/>
          </p:nvPr>
        </p:nvSpPr>
        <p:spPr>
          <a:xfrm>
            <a:off x="601791" y="1371600"/>
            <a:ext cx="10994852" cy="4473724"/>
          </a:xfrm>
        </p:spPr>
        <p:txBody>
          <a:bodyPr/>
          <a:lstStyle/>
          <a:p>
            <a:r>
              <a:rPr lang="en-US" dirty="0">
                <a:hlinkClick r:id="rId3"/>
              </a:rPr>
              <a:t>AI Experiments - Experiments with Google</a:t>
            </a:r>
            <a:endParaRPr lang="en-US" dirty="0"/>
          </a:p>
          <a:p>
            <a:r>
              <a:rPr lang="en-US" dirty="0"/>
              <a:t>AI is the science of making things smart-1950’s</a:t>
            </a:r>
          </a:p>
          <a:p>
            <a:r>
              <a:rPr lang="en-US" dirty="0"/>
              <a:t>ML: An approach to achieve artificial intelligence through systems that can learn from experience to find patterns in a set of data. 1980’s</a:t>
            </a:r>
          </a:p>
          <a:p>
            <a:r>
              <a:rPr lang="en-US" dirty="0"/>
              <a:t>Or we can say that ML is about creating or applying algorithms or s aet of rules that learns from data and make predictions on it.</a:t>
            </a:r>
          </a:p>
          <a:p>
            <a:r>
              <a:rPr lang="en-US" dirty="0"/>
              <a:t>Deep learning: -drives large progress towards achieving narrow AI systems. 2010’s (code structure you write are arranged in layers that mimic the human brain ,learning patterns or patterns.</a:t>
            </a:r>
          </a:p>
        </p:txBody>
      </p:sp>
    </p:spTree>
    <p:extLst>
      <p:ext uri="{BB962C8B-B14F-4D97-AF65-F5344CB8AC3E}">
        <p14:creationId xmlns:p14="http://schemas.microsoft.com/office/powerpoint/2010/main" val="3330783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How programs use data</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209167"/>
            <a:ext cx="10815186" cy="3815101"/>
          </a:xfrm>
        </p:spPr>
        <p:txBody>
          <a:bodyPr/>
          <a:lstStyle/>
          <a:p>
            <a:r>
              <a:rPr lang="en-GB" dirty="0">
                <a:solidFill>
                  <a:schemeClr val="tx1">
                    <a:lumMod val="75000"/>
                    <a:lumOff val="25000"/>
                  </a:schemeClr>
                </a:solidFill>
              </a:rPr>
              <a:t>Useful programs learn something</a:t>
            </a:r>
          </a:p>
          <a:p>
            <a:r>
              <a:rPr lang="en-GB" dirty="0">
                <a:solidFill>
                  <a:schemeClr val="tx1">
                    <a:lumMod val="75000"/>
                    <a:lumOff val="25000"/>
                  </a:schemeClr>
                </a:solidFill>
              </a:rPr>
              <a:t>With traditional computing, some data need </a:t>
            </a:r>
          </a:p>
          <a:p>
            <a:pPr marL="0" indent="0">
              <a:buNone/>
            </a:pPr>
            <a:r>
              <a:rPr lang="en-GB" dirty="0">
                <a:solidFill>
                  <a:schemeClr val="tx1">
                    <a:lumMod val="75000"/>
                    <a:lumOff val="25000"/>
                  </a:schemeClr>
                </a:solidFill>
              </a:rPr>
              <a:t>   to be input in a computer program to get the output </a:t>
            </a:r>
          </a:p>
          <a:p>
            <a:r>
              <a:rPr lang="en-GB" dirty="0">
                <a:solidFill>
                  <a:schemeClr val="tx1">
                    <a:lumMod val="75000"/>
                    <a:lumOff val="25000"/>
                  </a:schemeClr>
                </a:solidFill>
              </a:rPr>
              <a:t>Definition of Machine Learning: </a:t>
            </a:r>
          </a:p>
          <a:p>
            <a:r>
              <a:rPr lang="en-GB" b="1" dirty="0">
                <a:solidFill>
                  <a:schemeClr val="tx1">
                    <a:lumMod val="75000"/>
                    <a:lumOff val="25000"/>
                  </a:schemeClr>
                </a:solidFill>
              </a:rPr>
              <a:t>“Field of study that give computers the ability  to learn without being explicitly programmed” </a:t>
            </a:r>
            <a:r>
              <a:rPr lang="en-GB" dirty="0">
                <a:solidFill>
                  <a:schemeClr val="tx1">
                    <a:lumMod val="75000"/>
                    <a:lumOff val="25000"/>
                  </a:schemeClr>
                </a:solidFill>
              </a:rPr>
              <a:t>– Arthur Samuel (1959) </a:t>
            </a:r>
          </a:p>
          <a:p>
            <a:r>
              <a:rPr lang="en-GB" dirty="0">
                <a:solidFill>
                  <a:schemeClr val="tx1">
                    <a:lumMod val="75000"/>
                    <a:lumOff val="25000"/>
                  </a:schemeClr>
                </a:solidFill>
              </a:rPr>
              <a:t>Computer pioneer who wrote first self-learning program, which played checkers – learned from “experience” </a:t>
            </a:r>
          </a:p>
          <a:p>
            <a:r>
              <a:rPr lang="en-GB" dirty="0">
                <a:solidFill>
                  <a:schemeClr val="tx1">
                    <a:lumMod val="75000"/>
                    <a:lumOff val="25000"/>
                  </a:schemeClr>
                </a:solidFill>
              </a:rPr>
              <a:t>Invented alpha-beta pruning (1st algorithm used in ML) – widely used in decision tree searching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B8CF74FB-8308-094C-8CD0-C278D4A46E17}"/>
              </a:ext>
            </a:extLst>
          </p:cNvPr>
          <p:cNvPicPr>
            <a:picLocks noChangeAspect="1"/>
          </p:cNvPicPr>
          <p:nvPr/>
        </p:nvPicPr>
        <p:blipFill>
          <a:blip r:embed="rId3"/>
          <a:stretch>
            <a:fillRect/>
          </a:stretch>
        </p:blipFill>
        <p:spPr>
          <a:xfrm>
            <a:off x="9452494" y="129597"/>
            <a:ext cx="2671824" cy="2580946"/>
          </a:xfrm>
          <a:prstGeom prst="rect">
            <a:avLst/>
          </a:prstGeom>
        </p:spPr>
      </p:pic>
    </p:spTree>
    <p:extLst>
      <p:ext uri="{BB962C8B-B14F-4D97-AF65-F5344CB8AC3E}">
        <p14:creationId xmlns:p14="http://schemas.microsoft.com/office/powerpoint/2010/main" val="334440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07B3D-796D-BD0C-B14C-9B3F73B3816A}"/>
              </a:ext>
            </a:extLst>
          </p:cNvPr>
          <p:cNvSpPr>
            <a:spLocks noGrp="1"/>
          </p:cNvSpPr>
          <p:nvPr>
            <p:ph type="title"/>
          </p:nvPr>
        </p:nvSpPr>
        <p:spPr/>
        <p:txBody>
          <a:bodyPr/>
          <a:lstStyle/>
          <a:p>
            <a:r>
              <a:rPr lang="en-GB" dirty="0"/>
              <a:t>Examples to try out</a:t>
            </a:r>
            <a:endParaRPr lang="en-US" dirty="0"/>
          </a:p>
        </p:txBody>
      </p:sp>
      <p:sp>
        <p:nvSpPr>
          <p:cNvPr id="3" name="Text Placeholder 2">
            <a:extLst>
              <a:ext uri="{FF2B5EF4-FFF2-40B4-BE49-F238E27FC236}">
                <a16:creationId xmlns:a16="http://schemas.microsoft.com/office/drawing/2014/main" id="{86B92C31-A512-FD70-7792-237C069CFD0C}"/>
              </a:ext>
            </a:extLst>
          </p:cNvPr>
          <p:cNvSpPr>
            <a:spLocks noGrp="1"/>
          </p:cNvSpPr>
          <p:nvPr>
            <p:ph type="body" sz="quarter" idx="10"/>
          </p:nvPr>
        </p:nvSpPr>
        <p:spPr>
          <a:xfrm>
            <a:off x="601791" y="1811976"/>
            <a:ext cx="3684459" cy="4033348"/>
          </a:xfrm>
        </p:spPr>
        <p:txBody>
          <a:bodyPr/>
          <a:lstStyle/>
          <a:p>
            <a:r>
              <a:rPr lang="en-US" dirty="0">
                <a:hlinkClick r:id="rId2"/>
              </a:rPr>
              <a:t>https://</a:t>
            </a:r>
            <a:r>
              <a:rPr lang="en-US" dirty="0" smtClean="0">
                <a:hlinkClick r:id="rId2"/>
              </a:rPr>
              <a:t>cloud.google.com/speech-to-text</a:t>
            </a:r>
            <a:r>
              <a:rPr lang="en-US" dirty="0" smtClean="0"/>
              <a:t> </a:t>
            </a:r>
            <a:endParaRPr lang="en-US" dirty="0"/>
          </a:p>
          <a:p>
            <a:endParaRPr lang="en-US" dirty="0"/>
          </a:p>
          <a:p>
            <a:r>
              <a:rPr lang="en-US" dirty="0">
                <a:hlinkClick r:id="rId3"/>
              </a:rPr>
              <a:t>https://</a:t>
            </a:r>
            <a:r>
              <a:rPr lang="en-US" dirty="0" smtClean="0">
                <a:hlinkClick r:id="rId3"/>
              </a:rPr>
              <a:t>cloud.google.com/natural-language</a:t>
            </a:r>
            <a:r>
              <a:rPr lang="en-US" dirty="0" smtClean="0"/>
              <a:t> </a:t>
            </a:r>
            <a:endParaRPr lang="en-US" dirty="0"/>
          </a:p>
          <a:p>
            <a:endParaRPr lang="en-US" dirty="0"/>
          </a:p>
        </p:txBody>
      </p:sp>
      <p:pic>
        <p:nvPicPr>
          <p:cNvPr id="5" name="Picture 4">
            <a:extLst>
              <a:ext uri="{FF2B5EF4-FFF2-40B4-BE49-F238E27FC236}">
                <a16:creationId xmlns:a16="http://schemas.microsoft.com/office/drawing/2014/main" id="{83EE610D-9988-D03B-21A2-8ACEA70E5A2B}"/>
              </a:ext>
            </a:extLst>
          </p:cNvPr>
          <p:cNvPicPr>
            <a:picLocks noChangeAspect="1"/>
          </p:cNvPicPr>
          <p:nvPr/>
        </p:nvPicPr>
        <p:blipFill>
          <a:blip r:embed="rId4"/>
          <a:stretch>
            <a:fillRect/>
          </a:stretch>
        </p:blipFill>
        <p:spPr>
          <a:xfrm>
            <a:off x="5372100" y="1585512"/>
            <a:ext cx="5867399" cy="2243138"/>
          </a:xfrm>
          <a:prstGeom prst="rect">
            <a:avLst/>
          </a:prstGeom>
        </p:spPr>
      </p:pic>
      <p:pic>
        <p:nvPicPr>
          <p:cNvPr id="7" name="Picture 6">
            <a:extLst>
              <a:ext uri="{FF2B5EF4-FFF2-40B4-BE49-F238E27FC236}">
                <a16:creationId xmlns:a16="http://schemas.microsoft.com/office/drawing/2014/main" id="{DDC5094D-5041-2E8D-1C47-BA63C0E42B6B}"/>
              </a:ext>
            </a:extLst>
          </p:cNvPr>
          <p:cNvPicPr>
            <a:picLocks noChangeAspect="1"/>
          </p:cNvPicPr>
          <p:nvPr/>
        </p:nvPicPr>
        <p:blipFill>
          <a:blip r:embed="rId5"/>
          <a:stretch>
            <a:fillRect/>
          </a:stretch>
        </p:blipFill>
        <p:spPr>
          <a:xfrm>
            <a:off x="3228976" y="4073674"/>
            <a:ext cx="4286247" cy="1771650"/>
          </a:xfrm>
          <a:prstGeom prst="rect">
            <a:avLst/>
          </a:prstGeom>
        </p:spPr>
      </p:pic>
    </p:spTree>
    <p:extLst>
      <p:ext uri="{BB962C8B-B14F-4D97-AF65-F5344CB8AC3E}">
        <p14:creationId xmlns:p14="http://schemas.microsoft.com/office/powerpoint/2010/main" val="3470333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07B3D-796D-BD0C-B14C-9B3F73B3816A}"/>
              </a:ext>
            </a:extLst>
          </p:cNvPr>
          <p:cNvSpPr>
            <a:spLocks noGrp="1"/>
          </p:cNvSpPr>
          <p:nvPr>
            <p:ph type="title"/>
          </p:nvPr>
        </p:nvSpPr>
        <p:spPr/>
        <p:txBody>
          <a:bodyPr/>
          <a:lstStyle/>
          <a:p>
            <a:r>
              <a:rPr lang="en-GB" dirty="0"/>
              <a:t>Examples to try out</a:t>
            </a:r>
            <a:endParaRPr lang="en-US" dirty="0"/>
          </a:p>
        </p:txBody>
      </p:sp>
      <p:sp>
        <p:nvSpPr>
          <p:cNvPr id="3" name="Text Placeholder 2">
            <a:extLst>
              <a:ext uri="{FF2B5EF4-FFF2-40B4-BE49-F238E27FC236}">
                <a16:creationId xmlns:a16="http://schemas.microsoft.com/office/drawing/2014/main" id="{86B92C31-A512-FD70-7792-237C069CFD0C}"/>
              </a:ext>
            </a:extLst>
          </p:cNvPr>
          <p:cNvSpPr>
            <a:spLocks noGrp="1"/>
          </p:cNvSpPr>
          <p:nvPr>
            <p:ph type="body" sz="quarter" idx="10"/>
          </p:nvPr>
        </p:nvSpPr>
        <p:spPr>
          <a:xfrm>
            <a:off x="601791" y="1811976"/>
            <a:ext cx="3684459" cy="4033348"/>
          </a:xfrm>
        </p:spPr>
        <p:txBody>
          <a:bodyPr/>
          <a:lstStyle/>
          <a:p>
            <a:r>
              <a:rPr lang="en-US" dirty="0"/>
              <a:t>derive insights from images and videos with pre-trained APIs,  AutoML, or custom models.</a:t>
            </a:r>
          </a:p>
          <a:p>
            <a:r>
              <a:rPr lang="en-US" dirty="0">
                <a:hlinkClick r:id="rId3"/>
              </a:rPr>
              <a:t>https://cloud.google.com/vision</a:t>
            </a:r>
            <a:r>
              <a:rPr lang="en-US" dirty="0" smtClean="0">
                <a:hlinkClick r:id="rId3"/>
              </a:rPr>
              <a:t>/</a:t>
            </a:r>
            <a:r>
              <a:rPr lang="en-US" dirty="0" smtClean="0"/>
              <a:t> </a:t>
            </a:r>
            <a:endParaRPr lang="en-US" dirty="0"/>
          </a:p>
        </p:txBody>
      </p:sp>
      <p:pic>
        <p:nvPicPr>
          <p:cNvPr id="6" name="Picture 5">
            <a:extLst>
              <a:ext uri="{FF2B5EF4-FFF2-40B4-BE49-F238E27FC236}">
                <a16:creationId xmlns:a16="http://schemas.microsoft.com/office/drawing/2014/main" id="{C138BC48-7955-4BEB-C616-79510A962BB4}"/>
              </a:ext>
            </a:extLst>
          </p:cNvPr>
          <p:cNvPicPr>
            <a:picLocks noChangeAspect="1"/>
          </p:cNvPicPr>
          <p:nvPr/>
        </p:nvPicPr>
        <p:blipFill>
          <a:blip r:embed="rId4"/>
          <a:stretch>
            <a:fillRect/>
          </a:stretch>
        </p:blipFill>
        <p:spPr>
          <a:xfrm>
            <a:off x="4622083" y="2397751"/>
            <a:ext cx="7569917" cy="2861798"/>
          </a:xfrm>
          <a:prstGeom prst="rect">
            <a:avLst/>
          </a:prstGeom>
        </p:spPr>
      </p:pic>
    </p:spTree>
    <p:extLst>
      <p:ext uri="{BB962C8B-B14F-4D97-AF65-F5344CB8AC3E}">
        <p14:creationId xmlns:p14="http://schemas.microsoft.com/office/powerpoint/2010/main" val="81745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Machine learning (ML) applications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3"/>
            <a:ext cx="5716714" cy="3632460"/>
          </a:xfrm>
        </p:spPr>
        <p:txBody>
          <a:bodyPr/>
          <a:lstStyle/>
          <a:p>
            <a:r>
              <a:rPr lang="en-US" dirty="0">
                <a:solidFill>
                  <a:schemeClr val="tx1">
                    <a:lumMod val="75000"/>
                    <a:lumOff val="25000"/>
                  </a:schemeClr>
                </a:solidFill>
              </a:rPr>
              <a:t>Speech recognition-Cortana</a:t>
            </a:r>
          </a:p>
          <a:p>
            <a:r>
              <a:rPr lang="en-US" dirty="0">
                <a:solidFill>
                  <a:schemeClr val="tx1">
                    <a:lumMod val="75000"/>
                    <a:lumOff val="25000"/>
                  </a:schemeClr>
                </a:solidFill>
              </a:rPr>
              <a:t>Traffic predictions</a:t>
            </a:r>
          </a:p>
          <a:p>
            <a:r>
              <a:rPr lang="en-US" dirty="0">
                <a:solidFill>
                  <a:schemeClr val="tx1">
                    <a:lumMod val="75000"/>
                    <a:lumOff val="25000"/>
                  </a:schemeClr>
                </a:solidFill>
              </a:rPr>
              <a:t>Social media recommendations</a:t>
            </a:r>
          </a:p>
          <a:p>
            <a:r>
              <a:rPr lang="en-US" dirty="0">
                <a:solidFill>
                  <a:schemeClr val="tx1">
                    <a:lumMod val="75000"/>
                    <a:lumOff val="25000"/>
                  </a:schemeClr>
                </a:solidFill>
              </a:rPr>
              <a:t>Image recognition</a:t>
            </a:r>
          </a:p>
          <a:p>
            <a:r>
              <a:rPr lang="en-US" dirty="0">
                <a:solidFill>
                  <a:schemeClr val="tx1">
                    <a:lumMod val="75000"/>
                    <a:lumOff val="25000"/>
                  </a:schemeClr>
                </a:solidFill>
              </a:rPr>
              <a:t>Could you think on more examples?</a:t>
            </a:r>
          </a:p>
          <a:p>
            <a:pPr marL="0" indent="0">
              <a:buNone/>
            </a:pPr>
            <a:r>
              <a:rPr lang="en-US" dirty="0">
                <a:solidFill>
                  <a:schemeClr val="tx1">
                    <a:lumMod val="75000"/>
                    <a:lumOff val="25000"/>
                  </a:schemeClr>
                </a:solidFill>
              </a:rPr>
              <a:t>Learning Machines are with us every single day</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8" name="Picture 7">
            <a:extLst>
              <a:ext uri="{FF2B5EF4-FFF2-40B4-BE49-F238E27FC236}">
                <a16:creationId xmlns:a16="http://schemas.microsoft.com/office/drawing/2014/main" id="{325011A9-4F08-7F4C-B73A-5E50012A40D5}"/>
              </a:ext>
            </a:extLst>
          </p:cNvPr>
          <p:cNvPicPr>
            <a:picLocks noChangeAspect="1"/>
          </p:cNvPicPr>
          <p:nvPr/>
        </p:nvPicPr>
        <p:blipFill rotWithShape="1">
          <a:blip r:embed="rId3"/>
          <a:srcRect t="16543" r="1605" b="17901"/>
          <a:stretch/>
        </p:blipFill>
        <p:spPr>
          <a:xfrm>
            <a:off x="4993273" y="1138144"/>
            <a:ext cx="1735667" cy="1156386"/>
          </a:xfrm>
          <a:prstGeom prst="rect">
            <a:avLst/>
          </a:prstGeom>
        </p:spPr>
      </p:pic>
      <p:pic>
        <p:nvPicPr>
          <p:cNvPr id="9" name="Picture 8">
            <a:extLst>
              <a:ext uri="{FF2B5EF4-FFF2-40B4-BE49-F238E27FC236}">
                <a16:creationId xmlns:a16="http://schemas.microsoft.com/office/drawing/2014/main" id="{A13029C9-8D85-544F-8FA7-4323CB588D07}"/>
              </a:ext>
            </a:extLst>
          </p:cNvPr>
          <p:cNvPicPr>
            <a:picLocks noChangeAspect="1"/>
          </p:cNvPicPr>
          <p:nvPr/>
        </p:nvPicPr>
        <p:blipFill>
          <a:blip r:embed="rId4"/>
          <a:stretch>
            <a:fillRect/>
          </a:stretch>
        </p:blipFill>
        <p:spPr>
          <a:xfrm>
            <a:off x="11063209" y="1382453"/>
            <a:ext cx="976710" cy="1738312"/>
          </a:xfrm>
          <a:prstGeom prst="rect">
            <a:avLst/>
          </a:prstGeom>
        </p:spPr>
      </p:pic>
      <p:pic>
        <p:nvPicPr>
          <p:cNvPr id="10" name="Picture 9">
            <a:extLst>
              <a:ext uri="{FF2B5EF4-FFF2-40B4-BE49-F238E27FC236}">
                <a16:creationId xmlns:a16="http://schemas.microsoft.com/office/drawing/2014/main" id="{196D992D-F9EB-6347-BE17-6700EA139660}"/>
              </a:ext>
            </a:extLst>
          </p:cNvPr>
          <p:cNvPicPr>
            <a:picLocks noChangeAspect="1"/>
          </p:cNvPicPr>
          <p:nvPr/>
        </p:nvPicPr>
        <p:blipFill>
          <a:blip r:embed="rId5"/>
          <a:stretch>
            <a:fillRect/>
          </a:stretch>
        </p:blipFill>
        <p:spPr>
          <a:xfrm>
            <a:off x="5769828" y="4258745"/>
            <a:ext cx="1346200" cy="1354667"/>
          </a:xfrm>
          <a:prstGeom prst="rect">
            <a:avLst/>
          </a:prstGeom>
        </p:spPr>
      </p:pic>
      <p:pic>
        <p:nvPicPr>
          <p:cNvPr id="11" name="Picture 10">
            <a:extLst>
              <a:ext uri="{FF2B5EF4-FFF2-40B4-BE49-F238E27FC236}">
                <a16:creationId xmlns:a16="http://schemas.microsoft.com/office/drawing/2014/main" id="{3347F0E5-9289-144B-9DAD-C1CFAE6B49C4}"/>
              </a:ext>
            </a:extLst>
          </p:cNvPr>
          <p:cNvPicPr>
            <a:picLocks noChangeAspect="1"/>
          </p:cNvPicPr>
          <p:nvPr/>
        </p:nvPicPr>
        <p:blipFill rotWithShape="1">
          <a:blip r:embed="rId6"/>
          <a:srcRect l="7718" b="16790"/>
          <a:stretch/>
        </p:blipFill>
        <p:spPr>
          <a:xfrm>
            <a:off x="6682844" y="1403896"/>
            <a:ext cx="3355803" cy="2233956"/>
          </a:xfrm>
          <a:prstGeom prst="rect">
            <a:avLst/>
          </a:prstGeom>
        </p:spPr>
      </p:pic>
      <p:pic>
        <p:nvPicPr>
          <p:cNvPr id="12" name="Picture 11">
            <a:extLst>
              <a:ext uri="{FF2B5EF4-FFF2-40B4-BE49-F238E27FC236}">
                <a16:creationId xmlns:a16="http://schemas.microsoft.com/office/drawing/2014/main" id="{A959FD9F-F60B-274E-86B9-253B206C6A63}"/>
              </a:ext>
            </a:extLst>
          </p:cNvPr>
          <p:cNvPicPr>
            <a:picLocks noChangeAspect="1"/>
          </p:cNvPicPr>
          <p:nvPr/>
        </p:nvPicPr>
        <p:blipFill>
          <a:blip r:embed="rId7"/>
          <a:stretch>
            <a:fillRect/>
          </a:stretch>
        </p:blipFill>
        <p:spPr>
          <a:xfrm>
            <a:off x="7574625" y="3693272"/>
            <a:ext cx="4466907" cy="2233454"/>
          </a:xfrm>
          <a:prstGeom prst="rect">
            <a:avLst/>
          </a:prstGeom>
        </p:spPr>
      </p:pic>
    </p:spTree>
    <p:extLst>
      <p:ext uri="{BB962C8B-B14F-4D97-AF65-F5344CB8AC3E}">
        <p14:creationId xmlns:p14="http://schemas.microsoft.com/office/powerpoint/2010/main" val="2706763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What is ML? A branch of ai</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9" name="Diagram 8">
            <a:extLst>
              <a:ext uri="{FF2B5EF4-FFF2-40B4-BE49-F238E27FC236}">
                <a16:creationId xmlns:a16="http://schemas.microsoft.com/office/drawing/2014/main" id="{562750ED-2CA3-0742-88E2-06A326F6D612}"/>
              </a:ext>
            </a:extLst>
          </p:cNvPr>
          <p:cNvGraphicFramePr/>
          <p:nvPr>
            <p:extLst>
              <p:ext uri="{D42A27DB-BD31-4B8C-83A1-F6EECF244321}">
                <p14:modId xmlns:p14="http://schemas.microsoft.com/office/powerpoint/2010/main" val="632973379"/>
              </p:ext>
            </p:extLst>
          </p:nvPr>
        </p:nvGraphicFramePr>
        <p:xfrm>
          <a:off x="2148125" y="87795"/>
          <a:ext cx="10987524" cy="66824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3797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348C3D6-404C-324B-9BCC-2C7DF5E8897B}"/>
              </a:ext>
            </a:extLst>
          </p:cNvPr>
          <p:cNvGraphicFramePr/>
          <p:nvPr>
            <p:extLst>
              <p:ext uri="{D42A27DB-BD31-4B8C-83A1-F6EECF244321}">
                <p14:modId xmlns:p14="http://schemas.microsoft.com/office/powerpoint/2010/main" val="1804280529"/>
              </p:ext>
            </p:extLst>
          </p:nvPr>
        </p:nvGraphicFramePr>
        <p:xfrm>
          <a:off x="592277" y="43542"/>
          <a:ext cx="11599723" cy="61263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89009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5F0A-D606-6852-CF23-A513D043B98F}"/>
              </a:ext>
            </a:extLst>
          </p:cNvPr>
          <p:cNvSpPr>
            <a:spLocks noGrp="1"/>
          </p:cNvSpPr>
          <p:nvPr>
            <p:ph type="title"/>
          </p:nvPr>
        </p:nvSpPr>
        <p:spPr/>
        <p:txBody>
          <a:bodyPr/>
          <a:lstStyle/>
          <a:p>
            <a:r>
              <a:rPr lang="en-GB" dirty="0"/>
              <a:t>Example of ML</a:t>
            </a:r>
            <a:endParaRPr lang="en-US" dirty="0"/>
          </a:p>
        </p:txBody>
      </p:sp>
      <p:sp>
        <p:nvSpPr>
          <p:cNvPr id="3" name="Text Placeholder 2">
            <a:extLst>
              <a:ext uri="{FF2B5EF4-FFF2-40B4-BE49-F238E27FC236}">
                <a16:creationId xmlns:a16="http://schemas.microsoft.com/office/drawing/2014/main" id="{F791D0EF-01F7-BFB6-9FDA-A1F807AE56E0}"/>
              </a:ext>
            </a:extLst>
          </p:cNvPr>
          <p:cNvSpPr>
            <a:spLocks noGrp="1"/>
          </p:cNvSpPr>
          <p:nvPr>
            <p:ph type="body" sz="quarter" idx="10"/>
          </p:nvPr>
        </p:nvSpPr>
        <p:spPr/>
        <p:txBody>
          <a:bodyPr/>
          <a:lstStyle/>
          <a:p>
            <a:r>
              <a:rPr lang="en-GB" dirty="0"/>
              <a:t>Identifying the zip code from handwritten digits on an envelope</a:t>
            </a:r>
          </a:p>
          <a:p>
            <a:r>
              <a:rPr lang="en-US" dirty="0"/>
              <a:t>Determining whether a tumor is benign based on a medical image </a:t>
            </a:r>
          </a:p>
          <a:p>
            <a:r>
              <a:rPr lang="en-US" dirty="0"/>
              <a:t>Detecting fraudulent activity in credit card transactions </a:t>
            </a:r>
            <a:endParaRPr lang="en-GB" dirty="0"/>
          </a:p>
          <a:p>
            <a:endParaRPr lang="en-GB" dirty="0"/>
          </a:p>
          <a:p>
            <a:endParaRPr lang="en-US" dirty="0"/>
          </a:p>
        </p:txBody>
      </p:sp>
    </p:spTree>
    <p:extLst>
      <p:ext uri="{BB962C8B-B14F-4D97-AF65-F5344CB8AC3E}">
        <p14:creationId xmlns:p14="http://schemas.microsoft.com/office/powerpoint/2010/main" val="2811115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9AE4A-FFEA-2E2F-69ED-055ED1B741A6}"/>
              </a:ext>
            </a:extLst>
          </p:cNvPr>
          <p:cNvSpPr>
            <a:spLocks noGrp="1"/>
          </p:cNvSpPr>
          <p:nvPr>
            <p:ph type="title"/>
          </p:nvPr>
        </p:nvSpPr>
        <p:spPr/>
        <p:txBody>
          <a:bodyPr/>
          <a:lstStyle/>
          <a:p>
            <a:r>
              <a:rPr lang="en-GB" dirty="0"/>
              <a:t>Other examples of ml</a:t>
            </a:r>
            <a:endParaRPr lang="en-US" dirty="0"/>
          </a:p>
        </p:txBody>
      </p:sp>
      <p:sp>
        <p:nvSpPr>
          <p:cNvPr id="3" name="Text Placeholder 2">
            <a:extLst>
              <a:ext uri="{FF2B5EF4-FFF2-40B4-BE49-F238E27FC236}">
                <a16:creationId xmlns:a16="http://schemas.microsoft.com/office/drawing/2014/main" id="{79970A7B-5234-BC93-404C-47BC3E0C52FC}"/>
              </a:ext>
            </a:extLst>
          </p:cNvPr>
          <p:cNvSpPr>
            <a:spLocks noGrp="1"/>
          </p:cNvSpPr>
          <p:nvPr>
            <p:ph type="body" sz="quarter" idx="10"/>
          </p:nvPr>
        </p:nvSpPr>
        <p:spPr>
          <a:xfrm>
            <a:off x="380144" y="1294544"/>
            <a:ext cx="11465959" cy="4550780"/>
          </a:xfrm>
        </p:spPr>
        <p:txBody>
          <a:bodyPr/>
          <a:lstStyle/>
          <a:p>
            <a:r>
              <a:rPr lang="en-US" dirty="0"/>
              <a:t>Identifying topics in a set of blog posts from  a big article. There are no known outputs in this case.</a:t>
            </a:r>
          </a:p>
          <a:p>
            <a:r>
              <a:rPr lang="en-US" dirty="0"/>
              <a:t>Segmenting customers into groups with similar preferences. Examples of groups could be parents, customer records, book-works or gamers. Also, there is no knowledge of  which groups these are as no known outputs again. </a:t>
            </a:r>
          </a:p>
          <a:p>
            <a:r>
              <a:rPr lang="en-US" dirty="0"/>
              <a:t>Detecting abnormal access patterns to a </a:t>
            </a:r>
            <a:r>
              <a:rPr lang="en-US" dirty="0" err="1"/>
              <a:t>website:As</a:t>
            </a:r>
            <a:r>
              <a:rPr lang="en-US" dirty="0"/>
              <a:t> you only observe traffic, and you don’t know what constitutes normal and abnormal behavior and again there is no known outputs</a:t>
            </a:r>
          </a:p>
          <a:p>
            <a:endParaRPr lang="en-US" dirty="0"/>
          </a:p>
          <a:p>
            <a:endParaRPr lang="en-US" dirty="0"/>
          </a:p>
        </p:txBody>
      </p:sp>
    </p:spTree>
    <p:extLst>
      <p:ext uri="{BB962C8B-B14F-4D97-AF65-F5344CB8AC3E}">
        <p14:creationId xmlns:p14="http://schemas.microsoft.com/office/powerpoint/2010/main" val="1915423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C524-CAE2-4D84-66E9-B76ED8769A70}"/>
              </a:ext>
            </a:extLst>
          </p:cNvPr>
          <p:cNvSpPr>
            <a:spLocks noGrp="1"/>
          </p:cNvSpPr>
          <p:nvPr>
            <p:ph type="title"/>
          </p:nvPr>
        </p:nvSpPr>
        <p:spPr/>
        <p:txBody>
          <a:bodyPr/>
          <a:lstStyle/>
          <a:p>
            <a:r>
              <a:rPr lang="en-GB" dirty="0"/>
              <a:t>APPLICATION OF ML</a:t>
            </a:r>
            <a:endParaRPr lang="en-US" dirty="0"/>
          </a:p>
        </p:txBody>
      </p:sp>
      <p:sp>
        <p:nvSpPr>
          <p:cNvPr id="3" name="Text Placeholder 2">
            <a:extLst>
              <a:ext uri="{FF2B5EF4-FFF2-40B4-BE49-F238E27FC236}">
                <a16:creationId xmlns:a16="http://schemas.microsoft.com/office/drawing/2014/main" id="{E7F00A6F-339A-DC70-336F-472A1950F428}"/>
              </a:ext>
            </a:extLst>
          </p:cNvPr>
          <p:cNvSpPr>
            <a:spLocks noGrp="1"/>
          </p:cNvSpPr>
          <p:nvPr>
            <p:ph type="body" sz="quarter" idx="10"/>
          </p:nvPr>
        </p:nvSpPr>
        <p:spPr>
          <a:xfrm>
            <a:off x="341523" y="1333040"/>
            <a:ext cx="11589744" cy="4512283"/>
          </a:xfrm>
        </p:spPr>
        <p:txBody>
          <a:bodyPr/>
          <a:lstStyle/>
          <a:p>
            <a:r>
              <a:rPr lang="en-US" sz="2200" dirty="0"/>
              <a:t>Computer vision: to recognize objects, people, and other elements in images and videos</a:t>
            </a:r>
          </a:p>
          <a:p>
            <a:r>
              <a:rPr lang="en-US" sz="2200" dirty="0"/>
              <a:t>Natural language processing:  generate human language, including tasks such as translation and text classification.</a:t>
            </a:r>
          </a:p>
          <a:p>
            <a:r>
              <a:rPr lang="en-US" sz="2200" dirty="0"/>
              <a:t>Recommendation systems: recommend products or content to users based on their past behavior and preferences.</a:t>
            </a:r>
          </a:p>
          <a:p>
            <a:r>
              <a:rPr lang="en-US" sz="2200" dirty="0"/>
              <a:t>Fraud detection: to identify fraudulent activity in areas such as credit card transactions and insurance claims.</a:t>
            </a:r>
          </a:p>
          <a:p>
            <a:r>
              <a:rPr lang="en-US" sz="2200" dirty="0"/>
              <a:t>Healthcare: to predict disease outbreaks, identify potential outbreaks, or predict patient outcomes.</a:t>
            </a:r>
          </a:p>
          <a:p>
            <a:r>
              <a:rPr lang="en-US" sz="2200" dirty="0"/>
              <a:t>Finance: to predict stock prices, identify fraudulent activity, or identify potential investment opportunities.</a:t>
            </a:r>
          </a:p>
        </p:txBody>
      </p:sp>
    </p:spTree>
    <p:extLst>
      <p:ext uri="{BB962C8B-B14F-4D97-AF65-F5344CB8AC3E}">
        <p14:creationId xmlns:p14="http://schemas.microsoft.com/office/powerpoint/2010/main" val="3741213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171DE-3DDD-23B0-C63C-6DF6F581D0CD}"/>
              </a:ext>
            </a:extLst>
          </p:cNvPr>
          <p:cNvSpPr>
            <a:spLocks noGrp="1"/>
          </p:cNvSpPr>
          <p:nvPr>
            <p:ph type="title"/>
          </p:nvPr>
        </p:nvSpPr>
        <p:spPr/>
        <p:txBody>
          <a:bodyPr/>
          <a:lstStyle/>
          <a:p>
            <a:r>
              <a:rPr lang="en-GB" dirty="0"/>
              <a:t>Common language for ml</a:t>
            </a:r>
            <a:endParaRPr lang="en-US" dirty="0"/>
          </a:p>
        </p:txBody>
      </p:sp>
      <p:sp>
        <p:nvSpPr>
          <p:cNvPr id="3" name="Text Placeholder 2">
            <a:extLst>
              <a:ext uri="{FF2B5EF4-FFF2-40B4-BE49-F238E27FC236}">
                <a16:creationId xmlns:a16="http://schemas.microsoft.com/office/drawing/2014/main" id="{07F56AF6-B565-4AFF-A870-81CA5E364BDA}"/>
              </a:ext>
            </a:extLst>
          </p:cNvPr>
          <p:cNvSpPr>
            <a:spLocks noGrp="1"/>
          </p:cNvSpPr>
          <p:nvPr>
            <p:ph type="body" sz="quarter" idx="10"/>
          </p:nvPr>
        </p:nvSpPr>
        <p:spPr>
          <a:xfrm>
            <a:off x="424543" y="1387929"/>
            <a:ext cx="11172100" cy="4457395"/>
          </a:xfrm>
        </p:spPr>
        <p:txBody>
          <a:bodyPr/>
          <a:lstStyle/>
          <a:p>
            <a:r>
              <a:rPr lang="en-GB" dirty="0"/>
              <a:t>Python</a:t>
            </a:r>
          </a:p>
          <a:p>
            <a:r>
              <a:rPr lang="en-GB" dirty="0"/>
              <a:t>Has libraries for data loading , visualization, statistics, natural language processing, image processing.</a:t>
            </a:r>
          </a:p>
          <a:p>
            <a:r>
              <a:rPr lang="en-GB" dirty="0"/>
              <a:t>Toolbox is vast and includes large array of general and specific purpose functionality for data scientists </a:t>
            </a:r>
          </a:p>
          <a:p>
            <a:r>
              <a:rPr lang="en-GB" dirty="0"/>
              <a:t>Another advantage is ability to interact directly with code using tools like </a:t>
            </a:r>
            <a:r>
              <a:rPr lang="en-GB" dirty="0" err="1"/>
              <a:t>Jupyter</a:t>
            </a:r>
            <a:r>
              <a:rPr lang="en-GB" dirty="0"/>
              <a:t> Notebook.</a:t>
            </a:r>
          </a:p>
          <a:p>
            <a:pPr marL="0" indent="0">
              <a:buNone/>
            </a:pPr>
            <a:endParaRPr lang="en-US" dirty="0"/>
          </a:p>
        </p:txBody>
      </p:sp>
      <p:sp>
        <p:nvSpPr>
          <p:cNvPr id="4" name="TextBox 3">
            <a:extLst>
              <a:ext uri="{FF2B5EF4-FFF2-40B4-BE49-F238E27FC236}">
                <a16:creationId xmlns:a16="http://schemas.microsoft.com/office/drawing/2014/main" id="{C42E24E1-45F0-6F31-F786-8EB13C81B49C}"/>
              </a:ext>
            </a:extLst>
          </p:cNvPr>
          <p:cNvSpPr txBox="1"/>
          <p:nvPr/>
        </p:nvSpPr>
        <p:spPr>
          <a:xfrm>
            <a:off x="595357" y="4592908"/>
            <a:ext cx="11334706" cy="923330"/>
          </a:xfrm>
          <a:prstGeom prst="rect">
            <a:avLst/>
          </a:prstGeom>
          <a:noFill/>
        </p:spPr>
        <p:txBody>
          <a:bodyPr wrap="square">
            <a:spAutoFit/>
          </a:bodyPr>
          <a:lstStyle/>
          <a:p>
            <a:r>
              <a:rPr lang="en-US" u="sng" dirty="0"/>
              <a:t>Why it is getting popular</a:t>
            </a:r>
          </a:p>
          <a:p>
            <a:r>
              <a:rPr lang="en-US" dirty="0"/>
              <a:t>Explosive growth of data in a great variety of fields, Cheaper storage devices with higher capacity, Faster </a:t>
            </a:r>
            <a:r>
              <a:rPr lang="en-US" dirty="0" err="1"/>
              <a:t>communication,Better</a:t>
            </a:r>
            <a:r>
              <a:rPr lang="en-US" dirty="0"/>
              <a:t> database management systems and Rapidly increasing computing power</a:t>
            </a:r>
          </a:p>
        </p:txBody>
      </p:sp>
    </p:spTree>
    <p:extLst>
      <p:ext uri="{BB962C8B-B14F-4D97-AF65-F5344CB8AC3E}">
        <p14:creationId xmlns:p14="http://schemas.microsoft.com/office/powerpoint/2010/main" val="649647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D4DDB-56F8-065D-0949-3F6C07A3BEE4}"/>
              </a:ext>
            </a:extLst>
          </p:cNvPr>
          <p:cNvSpPr>
            <a:spLocks noGrp="1"/>
          </p:cNvSpPr>
          <p:nvPr>
            <p:ph type="title"/>
          </p:nvPr>
        </p:nvSpPr>
        <p:spPr/>
        <p:txBody>
          <a:bodyPr/>
          <a:lstStyle/>
          <a:p>
            <a:r>
              <a:rPr lang="en-GB" dirty="0"/>
              <a:t>Scikit-learn</a:t>
            </a:r>
            <a:endParaRPr lang="en-US" dirty="0"/>
          </a:p>
        </p:txBody>
      </p:sp>
      <p:sp>
        <p:nvSpPr>
          <p:cNvPr id="3" name="Text Placeholder 2">
            <a:extLst>
              <a:ext uri="{FF2B5EF4-FFF2-40B4-BE49-F238E27FC236}">
                <a16:creationId xmlns:a16="http://schemas.microsoft.com/office/drawing/2014/main" id="{850FB247-DBBB-C9D4-6AD2-970AD3A6F70E}"/>
              </a:ext>
            </a:extLst>
          </p:cNvPr>
          <p:cNvSpPr>
            <a:spLocks noGrp="1"/>
          </p:cNvSpPr>
          <p:nvPr>
            <p:ph type="body" sz="quarter" idx="10"/>
          </p:nvPr>
        </p:nvSpPr>
        <p:spPr>
          <a:xfrm>
            <a:off x="374073" y="1330036"/>
            <a:ext cx="11554690" cy="4515288"/>
          </a:xfrm>
        </p:spPr>
        <p:txBody>
          <a:bodyPr/>
          <a:lstStyle/>
          <a:p>
            <a:r>
              <a:rPr lang="en-GB" dirty="0"/>
              <a:t>Is open source </a:t>
            </a:r>
          </a:p>
          <a:p>
            <a:r>
              <a:rPr lang="en-GB" dirty="0"/>
              <a:t>Is constantly being developed and improved as it has an active user community</a:t>
            </a:r>
          </a:p>
          <a:p>
            <a:r>
              <a:rPr lang="en-GB" dirty="0"/>
              <a:t>Contains various machine learning algorithms along with comprehensive documentation</a:t>
            </a:r>
          </a:p>
          <a:p>
            <a:r>
              <a:rPr lang="en-GB" dirty="0"/>
              <a:t>Scikit-learn is a popular tool</a:t>
            </a:r>
            <a:endParaRPr lang="en-US" dirty="0"/>
          </a:p>
        </p:txBody>
      </p:sp>
    </p:spTree>
    <p:extLst>
      <p:ext uri="{BB962C8B-B14F-4D97-AF65-F5344CB8AC3E}">
        <p14:creationId xmlns:p14="http://schemas.microsoft.com/office/powerpoint/2010/main" val="3408586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95091" y="3244334"/>
            <a:ext cx="5054717" cy="369332"/>
          </a:xfrm>
          <a:prstGeom prst="rect">
            <a:avLst/>
          </a:prstGeom>
        </p:spPr>
        <p:txBody>
          <a:bodyPr wrap="none">
            <a:spAutoFit/>
          </a:bodyPr>
          <a:lstStyle/>
          <a:p>
            <a:r>
              <a:rPr lang="en-GB" dirty="0">
                <a:hlinkClick r:id="rId2"/>
              </a:rPr>
              <a:t>https://</a:t>
            </a:r>
            <a:r>
              <a:rPr lang="en-GB" dirty="0" smtClean="0">
                <a:hlinkClick r:id="rId2"/>
              </a:rPr>
              <a:t>www.youtube.com/watch?v=h0e2HAPTGF4</a:t>
            </a:r>
            <a:r>
              <a:rPr lang="en-GB" dirty="0" smtClean="0"/>
              <a:t> </a:t>
            </a:r>
            <a:endParaRPr lang="en-GB" dirty="0"/>
          </a:p>
        </p:txBody>
      </p:sp>
      <p:sp>
        <p:nvSpPr>
          <p:cNvPr id="3" name="Title 1">
            <a:extLst>
              <a:ext uri="{FF2B5EF4-FFF2-40B4-BE49-F238E27FC236}">
                <a16:creationId xmlns:a16="http://schemas.microsoft.com/office/drawing/2014/main" id="{5CBD4DDB-56F8-065D-0949-3F6C07A3BEE4}"/>
              </a:ext>
            </a:extLst>
          </p:cNvPr>
          <p:cNvSpPr txBox="1">
            <a:spLocks/>
          </p:cNvSpPr>
          <p:nvPr/>
        </p:nvSpPr>
        <p:spPr>
          <a:xfrm>
            <a:off x="601791" y="555478"/>
            <a:ext cx="9097686" cy="1446317"/>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US" dirty="0" smtClean="0"/>
              <a:t>Introduction to machine learning: </a:t>
            </a:r>
          </a:p>
          <a:p>
            <a:endParaRPr lang="en-US" dirty="0"/>
          </a:p>
          <a:p>
            <a:r>
              <a:rPr lang="en-US" dirty="0" smtClean="0"/>
              <a:t>					mit</a:t>
            </a:r>
            <a:endParaRPr lang="en-US" dirty="0"/>
          </a:p>
        </p:txBody>
      </p:sp>
    </p:spTree>
    <p:extLst>
      <p:ext uri="{BB962C8B-B14F-4D97-AF65-F5344CB8AC3E}">
        <p14:creationId xmlns:p14="http://schemas.microsoft.com/office/powerpoint/2010/main" val="1363700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472C-708F-0AA1-0DAB-84CD38A974DC}"/>
              </a:ext>
            </a:extLst>
          </p:cNvPr>
          <p:cNvSpPr>
            <a:spLocks noGrp="1"/>
          </p:cNvSpPr>
          <p:nvPr>
            <p:ph type="title"/>
          </p:nvPr>
        </p:nvSpPr>
        <p:spPr/>
        <p:txBody>
          <a:bodyPr/>
          <a:lstStyle/>
          <a:p>
            <a:r>
              <a:rPr lang="en-GB" dirty="0"/>
              <a:t>references</a:t>
            </a:r>
            <a:endParaRPr lang="en-US" dirty="0"/>
          </a:p>
        </p:txBody>
      </p:sp>
      <p:sp>
        <p:nvSpPr>
          <p:cNvPr id="3" name="Text Placeholder 2">
            <a:extLst>
              <a:ext uri="{FF2B5EF4-FFF2-40B4-BE49-F238E27FC236}">
                <a16:creationId xmlns:a16="http://schemas.microsoft.com/office/drawing/2014/main" id="{AABBDD09-3F27-38FB-01DD-8766175B301C}"/>
              </a:ext>
            </a:extLst>
          </p:cNvPr>
          <p:cNvSpPr>
            <a:spLocks noGrp="1"/>
          </p:cNvSpPr>
          <p:nvPr>
            <p:ph type="body" sz="quarter" idx="10"/>
          </p:nvPr>
        </p:nvSpPr>
        <p:spPr>
          <a:xfrm>
            <a:off x="257174" y="1400175"/>
            <a:ext cx="11572875" cy="4445149"/>
          </a:xfrm>
        </p:spPr>
        <p:txBody>
          <a:bodyPr/>
          <a:lstStyle/>
          <a:p>
            <a:r>
              <a:rPr lang="en-US" sz="2200" dirty="0"/>
              <a:t>Müller, A. C., &amp; Guido, S. (2016). Introduction to machine learning with python : A guide for data scientists. O'Reilly Media, Incorporated. </a:t>
            </a:r>
          </a:p>
          <a:p>
            <a:r>
              <a:rPr lang="en-US" sz="2200" dirty="0"/>
              <a:t>Clarusway.com. 2020. Seaborn Cheat-Sheets. https://clarusway.com/wp-content/uploads/2020/12/Seaborn_CheatSheets.pdf</a:t>
            </a:r>
          </a:p>
          <a:p>
            <a:r>
              <a:rPr lang="en-US" sz="2200" dirty="0"/>
              <a:t>Google Cloud Tech. 2017.What is Machine Learning?.[Online].Available at: </a:t>
            </a:r>
            <a:r>
              <a:rPr lang="en-US" sz="2200" dirty="0">
                <a:hlinkClick r:id="rId2"/>
              </a:rPr>
              <a:t>https://www.youtube.com/watch?v=HcqpanDadyQ</a:t>
            </a:r>
            <a:endParaRPr lang="en-US" sz="2200" dirty="0"/>
          </a:p>
          <a:p>
            <a:r>
              <a:rPr lang="en-US" sz="2200" dirty="0">
                <a:effectLst/>
              </a:rPr>
              <a:t>Google Cloud Tech.2017.</a:t>
            </a:r>
            <a:r>
              <a:rPr lang="en-US" sz="2200" dirty="0"/>
              <a:t>The 7 steps of machine learning. ?.[Online].Available </a:t>
            </a:r>
            <a:r>
              <a:rPr lang="en-US" sz="2200" dirty="0" err="1"/>
              <a:t>at:https</a:t>
            </a:r>
            <a:r>
              <a:rPr lang="en-US" sz="2200" dirty="0"/>
              <a:t>://www.youtube.com/watch?v=nKW8Ndu7Mjw</a:t>
            </a:r>
          </a:p>
          <a:p>
            <a:r>
              <a:rPr lang="en-US" sz="2200" dirty="0"/>
              <a:t>Mohit </a:t>
            </a:r>
            <a:r>
              <a:rPr lang="en-US" sz="2200" dirty="0" err="1"/>
              <a:t>Gupta_OMG</a:t>
            </a:r>
            <a:r>
              <a:rPr lang="en-US" sz="2200" dirty="0"/>
              <a:t> :).2022.Introduction to Data in Machine Learning. ?.[Online].Available at: </a:t>
            </a:r>
            <a:r>
              <a:rPr lang="en-US" sz="2200" dirty="0">
                <a:hlinkClick r:id="rId3"/>
              </a:rPr>
              <a:t>https://www.geeksforgeeks.org/ml-introduction-data-machine-learning/</a:t>
            </a:r>
            <a:endParaRPr lang="en-US" sz="2200" dirty="0"/>
          </a:p>
          <a:p>
            <a:r>
              <a:rPr lang="en-US" sz="2200" dirty="0"/>
              <a:t>Jason’s Machine Learning 101. 2022.Machine Learning.[Online].Available at: https://docs.google.com/presentation/d/1kSuQyW5DTnkVaZEjGYCkfOxvzCqGEFzWBy4e9Uedd9k/edit#slide=id.g24521cd995_0_441</a:t>
            </a:r>
          </a:p>
          <a:p>
            <a:endParaRPr lang="en-US" sz="2200" dirty="0"/>
          </a:p>
          <a:p>
            <a:endParaRPr lang="en-US" sz="2200" dirty="0"/>
          </a:p>
          <a:p>
            <a:endParaRPr lang="en-US" sz="2200" dirty="0"/>
          </a:p>
          <a:p>
            <a:endParaRPr lang="en-US" sz="2200" dirty="0"/>
          </a:p>
        </p:txBody>
      </p:sp>
    </p:spTree>
    <p:extLst>
      <p:ext uri="{BB962C8B-B14F-4D97-AF65-F5344CB8AC3E}">
        <p14:creationId xmlns:p14="http://schemas.microsoft.com/office/powerpoint/2010/main" val="1158941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75ef6c9-0060-4440-9efa-3aae0a8a23a8">
      <Terms xmlns="http://schemas.microsoft.com/office/infopath/2007/PartnerControls"/>
    </lcf76f155ced4ddcb4097134ff3c332f>
    <TaxCatchAll xmlns="9d301abb-ba59-43ab-9a75-408870ab3cc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4DB369FD76D0546996D1DC1AD8E7EDB" ma:contentTypeVersion="15" ma:contentTypeDescription="Create a new document." ma:contentTypeScope="" ma:versionID="42f89f86421eea578d3a41c8eeed95be">
  <xsd:schema xmlns:xsd="http://www.w3.org/2001/XMLSchema" xmlns:xs="http://www.w3.org/2001/XMLSchema" xmlns:p="http://schemas.microsoft.com/office/2006/metadata/properties" xmlns:ns2="175ef6c9-0060-4440-9efa-3aae0a8a23a8" xmlns:ns3="9d301abb-ba59-43ab-9a75-408870ab3cc0" targetNamespace="http://schemas.microsoft.com/office/2006/metadata/properties" ma:root="true" ma:fieldsID="a6f5839cc4231ddfeadf4fcc49bc0cb9" ns2:_="" ns3:_="">
    <xsd:import namespace="175ef6c9-0060-4440-9efa-3aae0a8a23a8"/>
    <xsd:import namespace="9d301abb-ba59-43ab-9a75-408870ab3c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5ef6c9-0060-4440-9efa-3aae0a8a23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301abb-ba59-43ab-9a75-408870ab3cc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b33bba8-9c31-41b7-9cc8-b10a3e474c41}" ma:internalName="TaxCatchAll" ma:showField="CatchAllData" ma:web="9d301abb-ba59-43ab-9a75-408870ab3c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5A2CB0-47E0-4DC0-AAF0-6686CAAB33F6}">
  <ds:schemaRefs>
    <ds:schemaRef ds:uri="http://schemas.microsoft.com/sharepoint/v3/contenttype/forms"/>
  </ds:schemaRefs>
</ds:datastoreItem>
</file>

<file path=customXml/itemProps2.xml><?xml version="1.0" encoding="utf-8"?>
<ds:datastoreItem xmlns:ds="http://schemas.openxmlformats.org/officeDocument/2006/customXml" ds:itemID="{95095AC0-47A7-476C-8EC9-0A1510298FF6}">
  <ds:schemaRefs>
    <ds:schemaRef ds:uri="http://schemas.microsoft.com/office/2006/metadata/properties"/>
    <ds:schemaRef ds:uri="http://schemas.microsoft.com/office/infopath/2007/PartnerControls"/>
    <ds:schemaRef ds:uri="6b1a28a2-5857-4321-9bd8-c602fba5c8bc"/>
    <ds:schemaRef ds:uri="5086911d-6e48-4cf3-b087-1eb55996afa6"/>
    <ds:schemaRef ds:uri="175ef6c9-0060-4440-9efa-3aae0a8a23a8"/>
    <ds:schemaRef ds:uri="9d301abb-ba59-43ab-9a75-408870ab3cc0"/>
  </ds:schemaRefs>
</ds:datastoreItem>
</file>

<file path=customXml/itemProps3.xml><?xml version="1.0" encoding="utf-8"?>
<ds:datastoreItem xmlns:ds="http://schemas.openxmlformats.org/officeDocument/2006/customXml" ds:itemID="{AB36A3D6-02C1-437D-BFF0-90210209FF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5ef6c9-0060-4440-9efa-3aae0a8a23a8"/>
    <ds:schemaRef ds:uri="9d301abb-ba59-43ab-9a75-408870ab3c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blue-Cover</Template>
  <TotalTime>24</TotalTime>
  <Words>1966</Words>
  <Application>Microsoft Office PowerPoint</Application>
  <PresentationFormat>Widescreen</PresentationFormat>
  <Paragraphs>196</Paragraphs>
  <Slides>28</Slides>
  <Notes>16</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28</vt:i4>
      </vt:variant>
    </vt:vector>
  </HeadingPairs>
  <TitlesOfParts>
    <vt:vector size="36" baseType="lpstr">
      <vt:lpstr>Arial</vt:lpstr>
      <vt:lpstr>Calibri</vt:lpstr>
      <vt:lpstr>urw-din</vt:lpstr>
      <vt:lpstr>Light blue-Cover</vt:lpstr>
      <vt:lpstr>Pearson slide</vt:lpstr>
      <vt:lpstr>Light blue-inside slide</vt:lpstr>
      <vt:lpstr>With picture</vt:lpstr>
      <vt:lpstr>Back cover</vt:lpstr>
      <vt:lpstr>Machine learning</vt:lpstr>
      <vt:lpstr>Machine learning </vt:lpstr>
      <vt:lpstr>Machine learning</vt:lpstr>
      <vt:lpstr>PowerPoint Presentation</vt:lpstr>
      <vt:lpstr>Learning objectives</vt:lpstr>
      <vt:lpstr>Data</vt:lpstr>
      <vt:lpstr>Introduction</vt:lpstr>
      <vt:lpstr>Data &amp; information</vt:lpstr>
      <vt:lpstr>Forms of data</vt:lpstr>
      <vt:lpstr>How data is used in mL</vt:lpstr>
      <vt:lpstr>Example of ml</vt:lpstr>
      <vt:lpstr>Advantages and disadvantages of ml</vt:lpstr>
      <vt:lpstr>Why do we want machines to learn</vt:lpstr>
      <vt:lpstr>AI, ML, Dl?</vt:lpstr>
      <vt:lpstr>How programs use data</vt:lpstr>
      <vt:lpstr>Examples to try out</vt:lpstr>
      <vt:lpstr>Examples to try out</vt:lpstr>
      <vt:lpstr>Machine learning (ML) applications</vt:lpstr>
      <vt:lpstr>What is ML? A branch of ai</vt:lpstr>
      <vt:lpstr>PowerPoint Presentation</vt:lpstr>
      <vt:lpstr>Example of ML</vt:lpstr>
      <vt:lpstr>Other examples of ml</vt:lpstr>
      <vt:lpstr>APPLICATION OF ML</vt:lpstr>
      <vt:lpstr>Common language for ml</vt:lpstr>
      <vt:lpstr>Scikit-learn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Maksud</cp:lastModifiedBy>
  <cp:revision>63</cp:revision>
  <dcterms:created xsi:type="dcterms:W3CDTF">2021-07-24T10:34:01Z</dcterms:created>
  <dcterms:modified xsi:type="dcterms:W3CDTF">2024-01-18T12:40:51Z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0x01010064DB369FD76D0546996D1DC1AD8E7EDB</vt:lpwstr>
  </property>
  <property fmtid="{D5CDD505-2E9C-101B-9397-08002B2CF9AE}" pid="3" name="MediaServiceImageTags">
    <vt:lpwstr/>
  </property>
</Properties>
</file>