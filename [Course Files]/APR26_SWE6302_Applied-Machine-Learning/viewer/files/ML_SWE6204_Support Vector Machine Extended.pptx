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2" r:id="rId5"/>
    <p:sldMasterId id="2147483658" r:id="rId6"/>
    <p:sldMasterId id="2147483710" r:id="rId7"/>
    <p:sldMasterId id="2147483706" r:id="rId8"/>
  </p:sldMasterIdLst>
  <p:notesMasterIdLst>
    <p:notesMasterId r:id="rId42"/>
  </p:notesMasterIdLst>
  <p:sldIdLst>
    <p:sldId id="261" r:id="rId9"/>
    <p:sldId id="257" r:id="rId10"/>
    <p:sldId id="265" r:id="rId11"/>
    <p:sldId id="343" r:id="rId12"/>
    <p:sldId id="353" r:id="rId13"/>
    <p:sldId id="318" r:id="rId14"/>
    <p:sldId id="323" r:id="rId15"/>
    <p:sldId id="346" r:id="rId16"/>
    <p:sldId id="354" r:id="rId17"/>
    <p:sldId id="355" r:id="rId18"/>
    <p:sldId id="356" r:id="rId19"/>
    <p:sldId id="347" r:id="rId20"/>
    <p:sldId id="349" r:id="rId21"/>
    <p:sldId id="348" r:id="rId22"/>
    <p:sldId id="350" r:id="rId23"/>
    <p:sldId id="333" r:id="rId24"/>
    <p:sldId id="357" r:id="rId25"/>
    <p:sldId id="352" r:id="rId26"/>
    <p:sldId id="313" r:id="rId27"/>
    <p:sldId id="330" r:id="rId28"/>
    <p:sldId id="315" r:id="rId29"/>
    <p:sldId id="324" r:id="rId30"/>
    <p:sldId id="325" r:id="rId31"/>
    <p:sldId id="329" r:id="rId32"/>
    <p:sldId id="332" r:id="rId33"/>
    <p:sldId id="334" r:id="rId34"/>
    <p:sldId id="335" r:id="rId35"/>
    <p:sldId id="339" r:id="rId36"/>
    <p:sldId id="341" r:id="rId37"/>
    <p:sldId id="345" r:id="rId38"/>
    <p:sldId id="317" r:id="rId39"/>
    <p:sldId id="344" r:id="rId40"/>
    <p:sldId id="26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8704B3-CD18-47AA-B1DD-2FC8E33EE328}" v="1" dt="2023-05-03T09:19:09.045"/>
    <p1510:client id="{E1090FEB-3058-4AAD-9FD7-1A9D5A9D1E34}" v="52" dt="2023-05-02T22:57:30.5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85" autoAdjust="0"/>
    <p:restoredTop sz="85155" autoAdjust="0"/>
  </p:normalViewPr>
  <p:slideViewPr>
    <p:cSldViewPr snapToGrid="0">
      <p:cViewPr varScale="1">
        <p:scale>
          <a:sx n="95" d="100"/>
          <a:sy n="95" d="100"/>
        </p:scale>
        <p:origin x="870" y="8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mlata Sheoran" userId="622bcd2c-7b88-482c-87fa-3fb3dcfc9337" providerId="ADAL" clId="{D4AE2367-547C-4065-AF9B-81C7541FDBF4}"/>
    <pc:docChg chg="custSel addSld modSld">
      <pc:chgData name="Kusmlata Sheoran" userId="622bcd2c-7b88-482c-87fa-3fb3dcfc9337" providerId="ADAL" clId="{D4AE2367-547C-4065-AF9B-81C7541FDBF4}" dt="2023-04-04T11:27:51.274" v="2922" actId="20577"/>
      <pc:docMkLst>
        <pc:docMk/>
      </pc:docMkLst>
      <pc:sldChg chg="modSp new mod">
        <pc:chgData name="Kusmlata Sheoran" userId="622bcd2c-7b88-482c-87fa-3fb3dcfc9337" providerId="ADAL" clId="{D4AE2367-547C-4065-AF9B-81C7541FDBF4}" dt="2023-04-04T10:50:32.301" v="1410" actId="20577"/>
        <pc:sldMkLst>
          <pc:docMk/>
          <pc:sldMk cId="3972228344" sldId="318"/>
        </pc:sldMkLst>
        <pc:spChg chg="mod">
          <ac:chgData name="Kusmlata Sheoran" userId="622bcd2c-7b88-482c-87fa-3fb3dcfc9337" providerId="ADAL" clId="{D4AE2367-547C-4065-AF9B-81C7541FDBF4}" dt="2023-04-04T10:50:32.301" v="1410" actId="20577"/>
          <ac:spMkLst>
            <pc:docMk/>
            <pc:sldMk cId="3972228344" sldId="318"/>
            <ac:spMk id="3" creationId="{2B6211F5-3DF9-1850-E544-89D2E6513C29}"/>
          </ac:spMkLst>
        </pc:spChg>
      </pc:sldChg>
      <pc:sldChg chg="modSp new mod">
        <pc:chgData name="Kusmlata Sheoran" userId="622bcd2c-7b88-482c-87fa-3fb3dcfc9337" providerId="ADAL" clId="{D4AE2367-547C-4065-AF9B-81C7541FDBF4}" dt="2023-04-04T10:51:18.703" v="1500" actId="20577"/>
        <pc:sldMkLst>
          <pc:docMk/>
          <pc:sldMk cId="3805915645" sldId="319"/>
        </pc:sldMkLst>
        <pc:spChg chg="mod">
          <ac:chgData name="Kusmlata Sheoran" userId="622bcd2c-7b88-482c-87fa-3fb3dcfc9337" providerId="ADAL" clId="{D4AE2367-547C-4065-AF9B-81C7541FDBF4}" dt="2023-04-04T10:50:53.476" v="1421" actId="20577"/>
          <ac:spMkLst>
            <pc:docMk/>
            <pc:sldMk cId="3805915645" sldId="319"/>
            <ac:spMk id="2" creationId="{202EABF2-59B4-341F-618D-9A9A2DFD9384}"/>
          </ac:spMkLst>
        </pc:spChg>
        <pc:spChg chg="mod">
          <ac:chgData name="Kusmlata Sheoran" userId="622bcd2c-7b88-482c-87fa-3fb3dcfc9337" providerId="ADAL" clId="{D4AE2367-547C-4065-AF9B-81C7541FDBF4}" dt="2023-04-04T10:51:18.703" v="1500" actId="20577"/>
          <ac:spMkLst>
            <pc:docMk/>
            <pc:sldMk cId="3805915645" sldId="319"/>
            <ac:spMk id="3" creationId="{DBA1E140-044D-0434-1B63-938968DBCBB2}"/>
          </ac:spMkLst>
        </pc:spChg>
      </pc:sldChg>
      <pc:sldChg chg="modSp new mod modNotesTx">
        <pc:chgData name="Kusmlata Sheoran" userId="622bcd2c-7b88-482c-87fa-3fb3dcfc9337" providerId="ADAL" clId="{D4AE2367-547C-4065-AF9B-81C7541FDBF4}" dt="2023-04-04T11:07:42.302" v="1983" actId="20577"/>
        <pc:sldMkLst>
          <pc:docMk/>
          <pc:sldMk cId="2416035433" sldId="320"/>
        </pc:sldMkLst>
        <pc:spChg chg="mod">
          <ac:chgData name="Kusmlata Sheoran" userId="622bcd2c-7b88-482c-87fa-3fb3dcfc9337" providerId="ADAL" clId="{D4AE2367-547C-4065-AF9B-81C7541FDBF4}" dt="2023-04-04T11:06:41.373" v="1925" actId="20577"/>
          <ac:spMkLst>
            <pc:docMk/>
            <pc:sldMk cId="2416035433" sldId="320"/>
            <ac:spMk id="3" creationId="{E14CD1A3-0EBD-9C09-26CF-6BEA1DB47A17}"/>
          </ac:spMkLst>
        </pc:spChg>
      </pc:sldChg>
      <pc:sldChg chg="modSp new mod">
        <pc:chgData name="Kusmlata Sheoran" userId="622bcd2c-7b88-482c-87fa-3fb3dcfc9337" providerId="ADAL" clId="{D4AE2367-547C-4065-AF9B-81C7541FDBF4}" dt="2023-04-04T11:17:28.566" v="2343" actId="20577"/>
        <pc:sldMkLst>
          <pc:docMk/>
          <pc:sldMk cId="3121879941" sldId="321"/>
        </pc:sldMkLst>
        <pc:spChg chg="mod">
          <ac:chgData name="Kusmlata Sheoran" userId="622bcd2c-7b88-482c-87fa-3fb3dcfc9337" providerId="ADAL" clId="{D4AE2367-547C-4065-AF9B-81C7541FDBF4}" dt="2023-04-04T11:17:28.566" v="2343" actId="20577"/>
          <ac:spMkLst>
            <pc:docMk/>
            <pc:sldMk cId="3121879941" sldId="321"/>
            <ac:spMk id="3" creationId="{7661D962-8EA7-6745-AB00-784C91EA8147}"/>
          </ac:spMkLst>
        </pc:spChg>
      </pc:sldChg>
      <pc:sldChg chg="modSp add mod">
        <pc:chgData name="Kusmlata Sheoran" userId="622bcd2c-7b88-482c-87fa-3fb3dcfc9337" providerId="ADAL" clId="{D4AE2367-547C-4065-AF9B-81C7541FDBF4}" dt="2023-04-04T11:27:51.274" v="2922" actId="20577"/>
        <pc:sldMkLst>
          <pc:docMk/>
          <pc:sldMk cId="3565834034" sldId="322"/>
        </pc:sldMkLst>
        <pc:spChg chg="mod">
          <ac:chgData name="Kusmlata Sheoran" userId="622bcd2c-7b88-482c-87fa-3fb3dcfc9337" providerId="ADAL" clId="{D4AE2367-547C-4065-AF9B-81C7541FDBF4}" dt="2023-04-04T11:17:57.588" v="2351" actId="20577"/>
          <ac:spMkLst>
            <pc:docMk/>
            <pc:sldMk cId="3565834034" sldId="322"/>
            <ac:spMk id="2" creationId="{A66F0081-D114-9E1C-AF2D-9FD01266EC63}"/>
          </ac:spMkLst>
        </pc:spChg>
        <pc:spChg chg="mod">
          <ac:chgData name="Kusmlata Sheoran" userId="622bcd2c-7b88-482c-87fa-3fb3dcfc9337" providerId="ADAL" clId="{D4AE2367-547C-4065-AF9B-81C7541FDBF4}" dt="2023-04-04T11:27:51.274" v="2922" actId="20577"/>
          <ac:spMkLst>
            <pc:docMk/>
            <pc:sldMk cId="3565834034" sldId="322"/>
            <ac:spMk id="3" creationId="{7661D962-8EA7-6745-AB00-784C91EA8147}"/>
          </ac:spMkLst>
        </pc:spChg>
      </pc:sldChg>
    </pc:docChg>
  </pc:docChgLst>
  <pc:docChgLst>
    <pc:chgData name="Kusmlata Sheoran" userId="622bcd2c-7b88-482c-87fa-3fb3dcfc9337" providerId="ADAL" clId="{8F8704B3-CD18-47AA-B1DD-2FC8E33EE328}"/>
    <pc:docChg chg="addSld delSld modSld">
      <pc:chgData name="Kusmlata Sheoran" userId="622bcd2c-7b88-482c-87fa-3fb3dcfc9337" providerId="ADAL" clId="{8F8704B3-CD18-47AA-B1DD-2FC8E33EE328}" dt="2023-05-03T09:19:28.290" v="10" actId="20577"/>
      <pc:docMkLst>
        <pc:docMk/>
      </pc:docMkLst>
      <pc:sldChg chg="modSp mod">
        <pc:chgData name="Kusmlata Sheoran" userId="622bcd2c-7b88-482c-87fa-3fb3dcfc9337" providerId="ADAL" clId="{8F8704B3-CD18-47AA-B1DD-2FC8E33EE328}" dt="2023-04-05T14:04:36.741" v="1"/>
        <pc:sldMkLst>
          <pc:docMk/>
          <pc:sldMk cId="1752993917" sldId="311"/>
        </pc:sldMkLst>
        <pc:spChg chg="mod">
          <ac:chgData name="Kusmlata Sheoran" userId="622bcd2c-7b88-482c-87fa-3fb3dcfc9337" providerId="ADAL" clId="{8F8704B3-CD18-47AA-B1DD-2FC8E33EE328}" dt="2023-04-05T14:04:36.741" v="1"/>
          <ac:spMkLst>
            <pc:docMk/>
            <pc:sldMk cId="1752993917" sldId="311"/>
            <ac:spMk id="3" creationId="{03912611-42E7-6849-885B-99D97037DE6F}"/>
          </ac:spMkLst>
        </pc:spChg>
      </pc:sldChg>
      <pc:sldChg chg="add">
        <pc:chgData name="Kusmlata Sheoran" userId="622bcd2c-7b88-482c-87fa-3fb3dcfc9337" providerId="ADAL" clId="{8F8704B3-CD18-47AA-B1DD-2FC8E33EE328}" dt="2023-05-03T09:19:09.037" v="9"/>
        <pc:sldMkLst>
          <pc:docMk/>
          <pc:sldMk cId="3707805019" sldId="318"/>
        </pc:sldMkLst>
      </pc:sldChg>
      <pc:sldChg chg="del">
        <pc:chgData name="Kusmlata Sheoran" userId="622bcd2c-7b88-482c-87fa-3fb3dcfc9337" providerId="ADAL" clId="{8F8704B3-CD18-47AA-B1DD-2FC8E33EE328}" dt="2023-05-03T09:17:44.382" v="8" actId="2696"/>
        <pc:sldMkLst>
          <pc:docMk/>
          <pc:sldMk cId="3972228344" sldId="318"/>
        </pc:sldMkLst>
      </pc:sldChg>
      <pc:sldChg chg="del">
        <pc:chgData name="Kusmlata Sheoran" userId="622bcd2c-7b88-482c-87fa-3fb3dcfc9337" providerId="ADAL" clId="{8F8704B3-CD18-47AA-B1DD-2FC8E33EE328}" dt="2023-05-03T09:17:44.382" v="8" actId="2696"/>
        <pc:sldMkLst>
          <pc:docMk/>
          <pc:sldMk cId="2830115602" sldId="323"/>
        </pc:sldMkLst>
      </pc:sldChg>
      <pc:sldChg chg="modSp add mod">
        <pc:chgData name="Kusmlata Sheoran" userId="622bcd2c-7b88-482c-87fa-3fb3dcfc9337" providerId="ADAL" clId="{8F8704B3-CD18-47AA-B1DD-2FC8E33EE328}" dt="2023-05-03T09:19:28.290" v="10" actId="20577"/>
        <pc:sldMkLst>
          <pc:docMk/>
          <pc:sldMk cId="3513360499" sldId="323"/>
        </pc:sldMkLst>
        <pc:spChg chg="mod">
          <ac:chgData name="Kusmlata Sheoran" userId="622bcd2c-7b88-482c-87fa-3fb3dcfc9337" providerId="ADAL" clId="{8F8704B3-CD18-47AA-B1DD-2FC8E33EE328}" dt="2023-05-03T09:19:28.290" v="10" actId="20577"/>
          <ac:spMkLst>
            <pc:docMk/>
            <pc:sldMk cId="3513360499" sldId="323"/>
            <ac:spMk id="2" creationId="{E56C76B2-A10A-4C0F-3A38-79854EB2EB39}"/>
          </ac:spMkLst>
        </pc:spChg>
      </pc:sldChg>
      <pc:sldChg chg="modSp mod">
        <pc:chgData name="Kusmlata Sheoran" userId="622bcd2c-7b88-482c-87fa-3fb3dcfc9337" providerId="ADAL" clId="{8F8704B3-CD18-47AA-B1DD-2FC8E33EE328}" dt="2023-05-03T09:17:33.552" v="7" actId="20577"/>
        <pc:sldMkLst>
          <pc:docMk/>
          <pc:sldMk cId="889487427" sldId="335"/>
        </pc:sldMkLst>
        <pc:spChg chg="mod">
          <ac:chgData name="Kusmlata Sheoran" userId="622bcd2c-7b88-482c-87fa-3fb3dcfc9337" providerId="ADAL" clId="{8F8704B3-CD18-47AA-B1DD-2FC8E33EE328}" dt="2023-05-03T09:17:33.552" v="7" actId="20577"/>
          <ac:spMkLst>
            <pc:docMk/>
            <pc:sldMk cId="889487427" sldId="335"/>
            <ac:spMk id="2" creationId="{36EA75D5-1DF7-5318-F3BB-65F1831C3473}"/>
          </ac:spMkLst>
        </pc:spChg>
      </pc:sldChg>
    </pc:docChg>
  </pc:docChgLst>
  <pc:docChgLst>
    <pc:chgData name="Kusmlata Sheoran" userId="622bcd2c-7b88-482c-87fa-3fb3dcfc9337" providerId="ADAL" clId="{E1090FEB-3058-4AAD-9FD7-1A9D5A9D1E34}"/>
    <pc:docChg chg="undo custSel addSld delSld modSld sldOrd">
      <pc:chgData name="Kusmlata Sheoran" userId="622bcd2c-7b88-482c-87fa-3fb3dcfc9337" providerId="ADAL" clId="{E1090FEB-3058-4AAD-9FD7-1A9D5A9D1E34}" dt="2023-05-02T22:58:33.574" v="2830" actId="20577"/>
      <pc:docMkLst>
        <pc:docMk/>
      </pc:docMkLst>
      <pc:sldChg chg="del">
        <pc:chgData name="Kusmlata Sheoran" userId="622bcd2c-7b88-482c-87fa-3fb3dcfc9337" providerId="ADAL" clId="{E1090FEB-3058-4AAD-9FD7-1A9D5A9D1E34}" dt="2023-05-01T17:52:51.410" v="543" actId="47"/>
        <pc:sldMkLst>
          <pc:docMk/>
          <pc:sldMk cId="1741829112" sldId="306"/>
        </pc:sldMkLst>
      </pc:sldChg>
      <pc:sldChg chg="del">
        <pc:chgData name="Kusmlata Sheoran" userId="622bcd2c-7b88-482c-87fa-3fb3dcfc9337" providerId="ADAL" clId="{E1090FEB-3058-4AAD-9FD7-1A9D5A9D1E34}" dt="2023-05-02T10:13:34.238" v="1059" actId="47"/>
        <pc:sldMkLst>
          <pc:docMk/>
          <pc:sldMk cId="1752993917" sldId="311"/>
        </pc:sldMkLst>
      </pc:sldChg>
      <pc:sldChg chg="modSp mod">
        <pc:chgData name="Kusmlata Sheoran" userId="622bcd2c-7b88-482c-87fa-3fb3dcfc9337" providerId="ADAL" clId="{E1090FEB-3058-4AAD-9FD7-1A9D5A9D1E34}" dt="2023-05-02T22:34:22.206" v="2719" actId="20577"/>
        <pc:sldMkLst>
          <pc:docMk/>
          <pc:sldMk cId="2607557876" sldId="313"/>
        </pc:sldMkLst>
        <pc:spChg chg="mod">
          <ac:chgData name="Kusmlata Sheoran" userId="622bcd2c-7b88-482c-87fa-3fb3dcfc9337" providerId="ADAL" clId="{E1090FEB-3058-4AAD-9FD7-1A9D5A9D1E34}" dt="2023-05-02T22:34:22.206" v="2719" actId="20577"/>
          <ac:spMkLst>
            <pc:docMk/>
            <pc:sldMk cId="2607557876" sldId="313"/>
            <ac:spMk id="2" creationId="{50608F55-98AD-8544-9EDC-97F2BF248277}"/>
          </ac:spMkLst>
        </pc:spChg>
        <pc:spChg chg="mod">
          <ac:chgData name="Kusmlata Sheoran" userId="622bcd2c-7b88-482c-87fa-3fb3dcfc9337" providerId="ADAL" clId="{E1090FEB-3058-4AAD-9FD7-1A9D5A9D1E34}" dt="2023-05-01T17:53:20.577" v="547" actId="6549"/>
          <ac:spMkLst>
            <pc:docMk/>
            <pc:sldMk cId="2607557876" sldId="313"/>
            <ac:spMk id="3" creationId="{03912611-42E7-6849-885B-99D97037DE6F}"/>
          </ac:spMkLst>
        </pc:spChg>
      </pc:sldChg>
      <pc:sldChg chg="del">
        <pc:chgData name="Kusmlata Sheoran" userId="622bcd2c-7b88-482c-87fa-3fb3dcfc9337" providerId="ADAL" clId="{E1090FEB-3058-4AAD-9FD7-1A9D5A9D1E34}" dt="2023-05-02T14:40:27.652" v="2600" actId="47"/>
        <pc:sldMkLst>
          <pc:docMk/>
          <pc:sldMk cId="1009512573" sldId="314"/>
        </pc:sldMkLst>
      </pc:sldChg>
      <pc:sldChg chg="del">
        <pc:chgData name="Kusmlata Sheoran" userId="622bcd2c-7b88-482c-87fa-3fb3dcfc9337" providerId="ADAL" clId="{E1090FEB-3058-4AAD-9FD7-1A9D5A9D1E34}" dt="2023-05-02T14:40:44.959" v="2601" actId="2696"/>
        <pc:sldMkLst>
          <pc:docMk/>
          <pc:sldMk cId="1476343682" sldId="316"/>
        </pc:sldMkLst>
      </pc:sldChg>
      <pc:sldChg chg="add ord">
        <pc:chgData name="Kusmlata Sheoran" userId="622bcd2c-7b88-482c-87fa-3fb3dcfc9337" providerId="ADAL" clId="{E1090FEB-3058-4AAD-9FD7-1A9D5A9D1E34}" dt="2023-05-02T22:45:44.255" v="2786"/>
        <pc:sldMkLst>
          <pc:docMk/>
          <pc:sldMk cId="2314437870" sldId="316"/>
        </pc:sldMkLst>
      </pc:sldChg>
      <pc:sldChg chg="add">
        <pc:chgData name="Kusmlata Sheoran" userId="622bcd2c-7b88-482c-87fa-3fb3dcfc9337" providerId="ADAL" clId="{E1090FEB-3058-4AAD-9FD7-1A9D5A9D1E34}" dt="2023-05-02T14:40:53.536" v="2602"/>
        <pc:sldMkLst>
          <pc:docMk/>
          <pc:sldMk cId="2755234192" sldId="317"/>
        </pc:sldMkLst>
      </pc:sldChg>
      <pc:sldChg chg="del">
        <pc:chgData name="Kusmlata Sheoran" userId="622bcd2c-7b88-482c-87fa-3fb3dcfc9337" providerId="ADAL" clId="{E1090FEB-3058-4AAD-9FD7-1A9D5A9D1E34}" dt="2023-05-02T14:40:44.959" v="2601" actId="2696"/>
        <pc:sldMkLst>
          <pc:docMk/>
          <pc:sldMk cId="3859191292" sldId="317"/>
        </pc:sldMkLst>
      </pc:sldChg>
      <pc:sldChg chg="modSp mod">
        <pc:chgData name="Kusmlata Sheoran" userId="622bcd2c-7b88-482c-87fa-3fb3dcfc9337" providerId="ADAL" clId="{E1090FEB-3058-4AAD-9FD7-1A9D5A9D1E34}" dt="2023-04-27T15:32:23.402" v="250" actId="20577"/>
        <pc:sldMkLst>
          <pc:docMk/>
          <pc:sldMk cId="3972228344" sldId="318"/>
        </pc:sldMkLst>
        <pc:spChg chg="mod">
          <ac:chgData name="Kusmlata Sheoran" userId="622bcd2c-7b88-482c-87fa-3fb3dcfc9337" providerId="ADAL" clId="{E1090FEB-3058-4AAD-9FD7-1A9D5A9D1E34}" dt="2023-04-27T15:32:23.402" v="250" actId="20577"/>
          <ac:spMkLst>
            <pc:docMk/>
            <pc:sldMk cId="3972228344" sldId="318"/>
            <ac:spMk id="2" creationId="{E56C76B2-A10A-4C0F-3A38-79854EB2EB39}"/>
          </ac:spMkLst>
        </pc:spChg>
        <pc:spChg chg="mod">
          <ac:chgData name="Kusmlata Sheoran" userId="622bcd2c-7b88-482c-87fa-3fb3dcfc9337" providerId="ADAL" clId="{E1090FEB-3058-4AAD-9FD7-1A9D5A9D1E34}" dt="2023-04-26T15:06:54.837" v="23" actId="20577"/>
          <ac:spMkLst>
            <pc:docMk/>
            <pc:sldMk cId="3972228344" sldId="318"/>
            <ac:spMk id="3" creationId="{2B6211F5-3DF9-1850-E544-89D2E6513C29}"/>
          </ac:spMkLst>
        </pc:spChg>
      </pc:sldChg>
      <pc:sldChg chg="add del">
        <pc:chgData name="Kusmlata Sheoran" userId="622bcd2c-7b88-482c-87fa-3fb3dcfc9337" providerId="ADAL" clId="{E1090FEB-3058-4AAD-9FD7-1A9D5A9D1E34}" dt="2023-05-02T22:33:29.532" v="2706" actId="47"/>
        <pc:sldMkLst>
          <pc:docMk/>
          <pc:sldMk cId="180627081" sldId="319"/>
        </pc:sldMkLst>
      </pc:sldChg>
      <pc:sldChg chg="del">
        <pc:chgData name="Kusmlata Sheoran" userId="622bcd2c-7b88-482c-87fa-3fb3dcfc9337" providerId="ADAL" clId="{E1090FEB-3058-4AAD-9FD7-1A9D5A9D1E34}" dt="2023-05-02T15:04:42.353" v="2661" actId="2696"/>
        <pc:sldMkLst>
          <pc:docMk/>
          <pc:sldMk cId="3805915645" sldId="319"/>
        </pc:sldMkLst>
      </pc:sldChg>
      <pc:sldChg chg="modSp del mod">
        <pc:chgData name="Kusmlata Sheoran" userId="622bcd2c-7b88-482c-87fa-3fb3dcfc9337" providerId="ADAL" clId="{E1090FEB-3058-4AAD-9FD7-1A9D5A9D1E34}" dt="2023-05-02T22:55:13.847" v="2817" actId="47"/>
        <pc:sldMkLst>
          <pc:docMk/>
          <pc:sldMk cId="2416035433" sldId="320"/>
        </pc:sldMkLst>
        <pc:spChg chg="mod">
          <ac:chgData name="Kusmlata Sheoran" userId="622bcd2c-7b88-482c-87fa-3fb3dcfc9337" providerId="ADAL" clId="{E1090FEB-3058-4AAD-9FD7-1A9D5A9D1E34}" dt="2023-04-26T15:12:55.684" v="31" actId="14100"/>
          <ac:spMkLst>
            <pc:docMk/>
            <pc:sldMk cId="2416035433" sldId="320"/>
            <ac:spMk id="3" creationId="{E14CD1A3-0EBD-9C09-26CF-6BEA1DB47A17}"/>
          </ac:spMkLst>
        </pc:spChg>
      </pc:sldChg>
      <pc:sldChg chg="modSp del mod modNotesTx">
        <pc:chgData name="Kusmlata Sheoran" userId="622bcd2c-7b88-482c-87fa-3fb3dcfc9337" providerId="ADAL" clId="{E1090FEB-3058-4AAD-9FD7-1A9D5A9D1E34}" dt="2023-05-02T22:41:59.175" v="2776" actId="47"/>
        <pc:sldMkLst>
          <pc:docMk/>
          <pc:sldMk cId="3121879941" sldId="321"/>
        </pc:sldMkLst>
        <pc:spChg chg="mod">
          <ac:chgData name="Kusmlata Sheoran" userId="622bcd2c-7b88-482c-87fa-3fb3dcfc9337" providerId="ADAL" clId="{E1090FEB-3058-4AAD-9FD7-1A9D5A9D1E34}" dt="2023-04-26T15:13:04.250" v="33" actId="6549"/>
          <ac:spMkLst>
            <pc:docMk/>
            <pc:sldMk cId="3121879941" sldId="321"/>
            <ac:spMk id="3" creationId="{7661D962-8EA7-6745-AB00-784C91EA8147}"/>
          </ac:spMkLst>
        </pc:spChg>
      </pc:sldChg>
      <pc:sldChg chg="modSp del mod">
        <pc:chgData name="Kusmlata Sheoran" userId="622bcd2c-7b88-482c-87fa-3fb3dcfc9337" providerId="ADAL" clId="{E1090FEB-3058-4AAD-9FD7-1A9D5A9D1E34}" dt="2023-05-02T22:42:05.457" v="2777" actId="47"/>
        <pc:sldMkLst>
          <pc:docMk/>
          <pc:sldMk cId="3565834034" sldId="322"/>
        </pc:sldMkLst>
        <pc:spChg chg="mod">
          <ac:chgData name="Kusmlata Sheoran" userId="622bcd2c-7b88-482c-87fa-3fb3dcfc9337" providerId="ADAL" clId="{E1090FEB-3058-4AAD-9FD7-1A9D5A9D1E34}" dt="2023-05-02T22:41:32.550" v="2775" actId="6549"/>
          <ac:spMkLst>
            <pc:docMk/>
            <pc:sldMk cId="3565834034" sldId="322"/>
            <ac:spMk id="3" creationId="{7661D962-8EA7-6745-AB00-784C91EA8147}"/>
          </ac:spMkLst>
        </pc:spChg>
      </pc:sldChg>
      <pc:sldChg chg="modSp add mod">
        <pc:chgData name="Kusmlata Sheoran" userId="622bcd2c-7b88-482c-87fa-3fb3dcfc9337" providerId="ADAL" clId="{E1090FEB-3058-4AAD-9FD7-1A9D5A9D1E34}" dt="2023-04-26T15:11:55.319" v="30" actId="20577"/>
        <pc:sldMkLst>
          <pc:docMk/>
          <pc:sldMk cId="2830115602" sldId="323"/>
        </pc:sldMkLst>
        <pc:spChg chg="mod">
          <ac:chgData name="Kusmlata Sheoran" userId="622bcd2c-7b88-482c-87fa-3fb3dcfc9337" providerId="ADAL" clId="{E1090FEB-3058-4AAD-9FD7-1A9D5A9D1E34}" dt="2023-04-26T15:11:55.319" v="30" actId="20577"/>
          <ac:spMkLst>
            <pc:docMk/>
            <pc:sldMk cId="2830115602" sldId="323"/>
            <ac:spMk id="3" creationId="{2B6211F5-3DF9-1850-E544-89D2E6513C29}"/>
          </ac:spMkLst>
        </pc:spChg>
      </pc:sldChg>
      <pc:sldChg chg="addSp modSp new mod modNotesTx">
        <pc:chgData name="Kusmlata Sheoran" userId="622bcd2c-7b88-482c-87fa-3fb3dcfc9337" providerId="ADAL" clId="{E1090FEB-3058-4AAD-9FD7-1A9D5A9D1E34}" dt="2023-05-02T22:56:25.286" v="2820" actId="20577"/>
        <pc:sldMkLst>
          <pc:docMk/>
          <pc:sldMk cId="2931746633" sldId="324"/>
        </pc:sldMkLst>
        <pc:spChg chg="mod">
          <ac:chgData name="Kusmlata Sheoran" userId="622bcd2c-7b88-482c-87fa-3fb3dcfc9337" providerId="ADAL" clId="{E1090FEB-3058-4AAD-9FD7-1A9D5A9D1E34}" dt="2023-04-28T21:35:50.884" v="366" actId="20577"/>
          <ac:spMkLst>
            <pc:docMk/>
            <pc:sldMk cId="2931746633" sldId="324"/>
            <ac:spMk id="2" creationId="{12DE4A2B-E934-C2CC-F843-611F92A7DC67}"/>
          </ac:spMkLst>
        </pc:spChg>
        <pc:spChg chg="mod">
          <ac:chgData name="Kusmlata Sheoran" userId="622bcd2c-7b88-482c-87fa-3fb3dcfc9337" providerId="ADAL" clId="{E1090FEB-3058-4AAD-9FD7-1A9D5A9D1E34}" dt="2023-05-02T14:43:09.032" v="2608" actId="14100"/>
          <ac:spMkLst>
            <pc:docMk/>
            <pc:sldMk cId="2931746633" sldId="324"/>
            <ac:spMk id="3" creationId="{C71ADD8F-F1F9-83BF-F78D-9EF3A25E8544}"/>
          </ac:spMkLst>
        </pc:spChg>
        <pc:spChg chg="add mod">
          <ac:chgData name="Kusmlata Sheoran" userId="622bcd2c-7b88-482c-87fa-3fb3dcfc9337" providerId="ADAL" clId="{E1090FEB-3058-4AAD-9FD7-1A9D5A9D1E34}" dt="2023-04-27T14:10:57.898" v="41" actId="1076"/>
          <ac:spMkLst>
            <pc:docMk/>
            <pc:sldMk cId="2931746633" sldId="324"/>
            <ac:spMk id="6" creationId="{5EC21ED4-3919-B986-A9E6-86D1AEB46086}"/>
          </ac:spMkLst>
        </pc:spChg>
        <pc:spChg chg="add mod">
          <ac:chgData name="Kusmlata Sheoran" userId="622bcd2c-7b88-482c-87fa-3fb3dcfc9337" providerId="ADAL" clId="{E1090FEB-3058-4AAD-9FD7-1A9D5A9D1E34}" dt="2023-04-27T14:11:35.584" v="48" actId="14100"/>
          <ac:spMkLst>
            <pc:docMk/>
            <pc:sldMk cId="2931746633" sldId="324"/>
            <ac:spMk id="9" creationId="{8A4190CF-A841-DA80-13AB-44FF354128D8}"/>
          </ac:spMkLst>
        </pc:spChg>
        <pc:spChg chg="add mod">
          <ac:chgData name="Kusmlata Sheoran" userId="622bcd2c-7b88-482c-87fa-3fb3dcfc9337" providerId="ADAL" clId="{E1090FEB-3058-4AAD-9FD7-1A9D5A9D1E34}" dt="2023-04-27T14:12:32.213" v="54" actId="1076"/>
          <ac:spMkLst>
            <pc:docMk/>
            <pc:sldMk cId="2931746633" sldId="324"/>
            <ac:spMk id="12" creationId="{C4C53343-03DF-B4AC-3862-F0A36F87AFC0}"/>
          </ac:spMkLst>
        </pc:spChg>
        <pc:spChg chg="add mod">
          <ac:chgData name="Kusmlata Sheoran" userId="622bcd2c-7b88-482c-87fa-3fb3dcfc9337" providerId="ADAL" clId="{E1090FEB-3058-4AAD-9FD7-1A9D5A9D1E34}" dt="2023-05-02T14:41:54.834" v="2606" actId="14100"/>
          <ac:spMkLst>
            <pc:docMk/>
            <pc:sldMk cId="2931746633" sldId="324"/>
            <ac:spMk id="14" creationId="{A5E60E2D-FD63-5712-3858-ABA562154299}"/>
          </ac:spMkLst>
        </pc:spChg>
        <pc:spChg chg="add mod">
          <ac:chgData name="Kusmlata Sheoran" userId="622bcd2c-7b88-482c-87fa-3fb3dcfc9337" providerId="ADAL" clId="{E1090FEB-3058-4AAD-9FD7-1A9D5A9D1E34}" dt="2023-04-27T14:14:15.766" v="62" actId="1076"/>
          <ac:spMkLst>
            <pc:docMk/>
            <pc:sldMk cId="2931746633" sldId="324"/>
            <ac:spMk id="17" creationId="{73296E2B-13ED-2708-A018-7506E94AAACE}"/>
          </ac:spMkLst>
        </pc:spChg>
        <pc:spChg chg="add mod">
          <ac:chgData name="Kusmlata Sheoran" userId="622bcd2c-7b88-482c-87fa-3fb3dcfc9337" providerId="ADAL" clId="{E1090FEB-3058-4AAD-9FD7-1A9D5A9D1E34}" dt="2023-04-27T14:15:03.948" v="68" actId="1076"/>
          <ac:spMkLst>
            <pc:docMk/>
            <pc:sldMk cId="2931746633" sldId="324"/>
            <ac:spMk id="20" creationId="{EC7F671A-1A14-044C-C3CF-304AC6AEE787}"/>
          </ac:spMkLst>
        </pc:spChg>
        <pc:picChg chg="add mod">
          <ac:chgData name="Kusmlata Sheoran" userId="622bcd2c-7b88-482c-87fa-3fb3dcfc9337" providerId="ADAL" clId="{E1090FEB-3058-4AAD-9FD7-1A9D5A9D1E34}" dt="2023-04-27T14:10:44.867" v="38" actId="1076"/>
          <ac:picMkLst>
            <pc:docMk/>
            <pc:sldMk cId="2931746633" sldId="324"/>
            <ac:picMk id="4" creationId="{008434BB-AA77-BA7B-D9DF-52B8314C75A9}"/>
          </ac:picMkLst>
        </pc:picChg>
        <pc:picChg chg="add mod">
          <ac:chgData name="Kusmlata Sheoran" userId="622bcd2c-7b88-482c-87fa-3fb3dcfc9337" providerId="ADAL" clId="{E1090FEB-3058-4AAD-9FD7-1A9D5A9D1E34}" dt="2023-04-27T14:11:16.815" v="43" actId="1076"/>
          <ac:picMkLst>
            <pc:docMk/>
            <pc:sldMk cId="2931746633" sldId="324"/>
            <ac:picMk id="7" creationId="{4AED31E6-9F76-17D5-7D31-0DEE1F59D9E2}"/>
          </ac:picMkLst>
        </pc:picChg>
        <pc:picChg chg="add mod">
          <ac:chgData name="Kusmlata Sheoran" userId="622bcd2c-7b88-482c-87fa-3fb3dcfc9337" providerId="ADAL" clId="{E1090FEB-3058-4AAD-9FD7-1A9D5A9D1E34}" dt="2023-04-27T14:12:19.077" v="52" actId="1076"/>
          <ac:picMkLst>
            <pc:docMk/>
            <pc:sldMk cId="2931746633" sldId="324"/>
            <ac:picMk id="10" creationId="{89B0A08D-D457-7748-423D-F617D0320DE8}"/>
          </ac:picMkLst>
        </pc:picChg>
        <pc:picChg chg="add mod">
          <ac:chgData name="Kusmlata Sheoran" userId="622bcd2c-7b88-482c-87fa-3fb3dcfc9337" providerId="ADAL" clId="{E1090FEB-3058-4AAD-9FD7-1A9D5A9D1E34}" dt="2023-04-27T14:13:46.448" v="60" actId="1076"/>
          <ac:picMkLst>
            <pc:docMk/>
            <pc:sldMk cId="2931746633" sldId="324"/>
            <ac:picMk id="15" creationId="{1D0D2A67-94E5-1726-3EA0-1CB5F33CAB50}"/>
          </ac:picMkLst>
        </pc:picChg>
        <pc:picChg chg="add mod">
          <ac:chgData name="Kusmlata Sheoran" userId="622bcd2c-7b88-482c-87fa-3fb3dcfc9337" providerId="ADAL" clId="{E1090FEB-3058-4AAD-9FD7-1A9D5A9D1E34}" dt="2023-04-27T14:14:39.546" v="65" actId="1076"/>
          <ac:picMkLst>
            <pc:docMk/>
            <pc:sldMk cId="2931746633" sldId="324"/>
            <ac:picMk id="18" creationId="{1E50C081-4542-BF93-3C46-AF02E0080D16}"/>
          </ac:picMkLst>
        </pc:picChg>
      </pc:sldChg>
      <pc:sldChg chg="addSp delSp modSp new mod">
        <pc:chgData name="Kusmlata Sheoran" userId="622bcd2c-7b88-482c-87fa-3fb3dcfc9337" providerId="ADAL" clId="{E1090FEB-3058-4AAD-9FD7-1A9D5A9D1E34}" dt="2023-05-01T17:58:06.132" v="593" actId="1076"/>
        <pc:sldMkLst>
          <pc:docMk/>
          <pc:sldMk cId="1020263369" sldId="325"/>
        </pc:sldMkLst>
        <pc:spChg chg="mod">
          <ac:chgData name="Kusmlata Sheoran" userId="622bcd2c-7b88-482c-87fa-3fb3dcfc9337" providerId="ADAL" clId="{E1090FEB-3058-4AAD-9FD7-1A9D5A9D1E34}" dt="2023-04-28T21:36:49.345" v="391" actId="20577"/>
          <ac:spMkLst>
            <pc:docMk/>
            <pc:sldMk cId="1020263369" sldId="325"/>
            <ac:spMk id="2" creationId="{4223DE73-565A-3EB9-27CF-5D405420433F}"/>
          </ac:spMkLst>
        </pc:spChg>
        <pc:spChg chg="del mod">
          <ac:chgData name="Kusmlata Sheoran" userId="622bcd2c-7b88-482c-87fa-3fb3dcfc9337" providerId="ADAL" clId="{E1090FEB-3058-4AAD-9FD7-1A9D5A9D1E34}" dt="2023-04-28T21:36:57.103" v="394" actId="478"/>
          <ac:spMkLst>
            <pc:docMk/>
            <pc:sldMk cId="1020263369" sldId="325"/>
            <ac:spMk id="3" creationId="{3C8F0420-C9E0-7A9E-8795-35A967687D84}"/>
          </ac:spMkLst>
        </pc:spChg>
        <pc:spChg chg="add mod">
          <ac:chgData name="Kusmlata Sheoran" userId="622bcd2c-7b88-482c-87fa-3fb3dcfc9337" providerId="ADAL" clId="{E1090FEB-3058-4AAD-9FD7-1A9D5A9D1E34}" dt="2023-05-01T17:58:06.132" v="593" actId="1076"/>
          <ac:spMkLst>
            <pc:docMk/>
            <pc:sldMk cId="1020263369" sldId="325"/>
            <ac:spMk id="6" creationId="{92D26EB1-4137-DA8F-856A-540775BCC729}"/>
          </ac:spMkLst>
        </pc:spChg>
        <pc:spChg chg="add mod">
          <ac:chgData name="Kusmlata Sheoran" userId="622bcd2c-7b88-482c-87fa-3fb3dcfc9337" providerId="ADAL" clId="{E1090FEB-3058-4AAD-9FD7-1A9D5A9D1E34}" dt="2023-04-27T14:16:31.132" v="98" actId="1076"/>
          <ac:spMkLst>
            <pc:docMk/>
            <pc:sldMk cId="1020263369" sldId="325"/>
            <ac:spMk id="7" creationId="{DA567D4D-27F6-F05D-FEC0-469AC977B23F}"/>
          </ac:spMkLst>
        </pc:spChg>
        <pc:spChg chg="add mod">
          <ac:chgData name="Kusmlata Sheoran" userId="622bcd2c-7b88-482c-87fa-3fb3dcfc9337" providerId="ADAL" clId="{E1090FEB-3058-4AAD-9FD7-1A9D5A9D1E34}" dt="2023-04-28T21:37:20.719" v="402" actId="1076"/>
          <ac:spMkLst>
            <pc:docMk/>
            <pc:sldMk cId="1020263369" sldId="325"/>
            <ac:spMk id="10" creationId="{23D5E70E-382E-F43A-94F0-745D4B7129D5}"/>
          </ac:spMkLst>
        </pc:spChg>
        <pc:spChg chg="add mod">
          <ac:chgData name="Kusmlata Sheoran" userId="622bcd2c-7b88-482c-87fa-3fb3dcfc9337" providerId="ADAL" clId="{E1090FEB-3058-4AAD-9FD7-1A9D5A9D1E34}" dt="2023-04-28T21:37:16.652" v="401" actId="14100"/>
          <ac:spMkLst>
            <pc:docMk/>
            <pc:sldMk cId="1020263369" sldId="325"/>
            <ac:spMk id="12" creationId="{85AEF570-DAEC-450F-543C-9899AD6DA07E}"/>
          </ac:spMkLst>
        </pc:spChg>
        <pc:picChg chg="add mod">
          <ac:chgData name="Kusmlata Sheoran" userId="622bcd2c-7b88-482c-87fa-3fb3dcfc9337" providerId="ADAL" clId="{E1090FEB-3058-4AAD-9FD7-1A9D5A9D1E34}" dt="2023-04-28T21:36:58.616" v="395" actId="1076"/>
          <ac:picMkLst>
            <pc:docMk/>
            <pc:sldMk cId="1020263369" sldId="325"/>
            <ac:picMk id="4" creationId="{DF889F46-2FAF-FC31-82CC-AE561B246994}"/>
          </ac:picMkLst>
        </pc:picChg>
        <pc:picChg chg="add mod">
          <ac:chgData name="Kusmlata Sheoran" userId="622bcd2c-7b88-482c-87fa-3fb3dcfc9337" providerId="ADAL" clId="{E1090FEB-3058-4AAD-9FD7-1A9D5A9D1E34}" dt="2023-04-28T21:37:02.406" v="397" actId="1076"/>
          <ac:picMkLst>
            <pc:docMk/>
            <pc:sldMk cId="1020263369" sldId="325"/>
            <ac:picMk id="5" creationId="{528438A8-6759-BEF6-6ACD-24BB537769DF}"/>
          </ac:picMkLst>
        </pc:picChg>
        <pc:picChg chg="add mod">
          <ac:chgData name="Kusmlata Sheoran" userId="622bcd2c-7b88-482c-87fa-3fb3dcfc9337" providerId="ADAL" clId="{E1090FEB-3058-4AAD-9FD7-1A9D5A9D1E34}" dt="2023-04-28T21:37:00.445" v="396" actId="1076"/>
          <ac:picMkLst>
            <pc:docMk/>
            <pc:sldMk cId="1020263369" sldId="325"/>
            <ac:picMk id="8" creationId="{95B2AE1D-D6D2-A83D-2DD0-7CF43D656377}"/>
          </ac:picMkLst>
        </pc:picChg>
      </pc:sldChg>
      <pc:sldChg chg="addSp modSp new del mod">
        <pc:chgData name="Kusmlata Sheoran" userId="622bcd2c-7b88-482c-87fa-3fb3dcfc9337" providerId="ADAL" clId="{E1090FEB-3058-4AAD-9FD7-1A9D5A9D1E34}" dt="2023-05-02T22:35:49.092" v="2720" actId="47"/>
        <pc:sldMkLst>
          <pc:docMk/>
          <pc:sldMk cId="1915706513" sldId="326"/>
        </pc:sldMkLst>
        <pc:spChg chg="mod">
          <ac:chgData name="Kusmlata Sheoran" userId="622bcd2c-7b88-482c-87fa-3fb3dcfc9337" providerId="ADAL" clId="{E1090FEB-3058-4AAD-9FD7-1A9D5A9D1E34}" dt="2023-04-27T14:23:57.502" v="126" actId="20577"/>
          <ac:spMkLst>
            <pc:docMk/>
            <pc:sldMk cId="1915706513" sldId="326"/>
            <ac:spMk id="2" creationId="{19227DE7-3F9B-DF1D-3EEF-C0A9BD5B4412}"/>
          </ac:spMkLst>
        </pc:spChg>
        <pc:spChg chg="mod">
          <ac:chgData name="Kusmlata Sheoran" userId="622bcd2c-7b88-482c-87fa-3fb3dcfc9337" providerId="ADAL" clId="{E1090FEB-3058-4AAD-9FD7-1A9D5A9D1E34}" dt="2023-05-02T14:43:53.804" v="2612" actId="6549"/>
          <ac:spMkLst>
            <pc:docMk/>
            <pc:sldMk cId="1915706513" sldId="326"/>
            <ac:spMk id="3" creationId="{8F9B2004-0F75-916D-BA0F-1DE255D52015}"/>
          </ac:spMkLst>
        </pc:spChg>
        <pc:picChg chg="add mod">
          <ac:chgData name="Kusmlata Sheoran" userId="622bcd2c-7b88-482c-87fa-3fb3dcfc9337" providerId="ADAL" clId="{E1090FEB-3058-4AAD-9FD7-1A9D5A9D1E34}" dt="2023-04-28T21:37:56.301" v="410" actId="1076"/>
          <ac:picMkLst>
            <pc:docMk/>
            <pc:sldMk cId="1915706513" sldId="326"/>
            <ac:picMk id="4" creationId="{93272655-6DFB-18C3-D31D-B0B0F299B2A6}"/>
          </ac:picMkLst>
        </pc:picChg>
      </pc:sldChg>
      <pc:sldChg chg="addSp modSp new del mod">
        <pc:chgData name="Kusmlata Sheoran" userId="622bcd2c-7b88-482c-87fa-3fb3dcfc9337" providerId="ADAL" clId="{E1090FEB-3058-4AAD-9FD7-1A9D5A9D1E34}" dt="2023-05-02T22:35:49.092" v="2720" actId="47"/>
        <pc:sldMkLst>
          <pc:docMk/>
          <pc:sldMk cId="1146307819" sldId="327"/>
        </pc:sldMkLst>
        <pc:spChg chg="mod">
          <ac:chgData name="Kusmlata Sheoran" userId="622bcd2c-7b88-482c-87fa-3fb3dcfc9337" providerId="ADAL" clId="{E1090FEB-3058-4AAD-9FD7-1A9D5A9D1E34}" dt="2023-04-28T21:38:58.761" v="440" actId="14100"/>
          <ac:spMkLst>
            <pc:docMk/>
            <pc:sldMk cId="1146307819" sldId="327"/>
            <ac:spMk id="2" creationId="{C863A5A9-55E3-6EA2-3C46-E4B85A60C64B}"/>
          </ac:spMkLst>
        </pc:spChg>
        <pc:spChg chg="mod">
          <ac:chgData name="Kusmlata Sheoran" userId="622bcd2c-7b88-482c-87fa-3fb3dcfc9337" providerId="ADAL" clId="{E1090FEB-3058-4AAD-9FD7-1A9D5A9D1E34}" dt="2023-04-28T21:40:39.177" v="459" actId="6549"/>
          <ac:spMkLst>
            <pc:docMk/>
            <pc:sldMk cId="1146307819" sldId="327"/>
            <ac:spMk id="3" creationId="{1E808F2D-CAE9-AFCA-03B8-635A02E443CE}"/>
          </ac:spMkLst>
        </pc:spChg>
        <pc:picChg chg="add mod">
          <ac:chgData name="Kusmlata Sheoran" userId="622bcd2c-7b88-482c-87fa-3fb3dcfc9337" providerId="ADAL" clId="{E1090FEB-3058-4AAD-9FD7-1A9D5A9D1E34}" dt="2023-04-28T21:39:56.435" v="451" actId="1076"/>
          <ac:picMkLst>
            <pc:docMk/>
            <pc:sldMk cId="1146307819" sldId="327"/>
            <ac:picMk id="4" creationId="{D0332975-7B5D-9199-2A56-92250F0643FB}"/>
          </ac:picMkLst>
        </pc:picChg>
        <pc:picChg chg="add mod">
          <ac:chgData name="Kusmlata Sheoran" userId="622bcd2c-7b88-482c-87fa-3fb3dcfc9337" providerId="ADAL" clId="{E1090FEB-3058-4AAD-9FD7-1A9D5A9D1E34}" dt="2023-04-28T21:39:58.017" v="452" actId="1076"/>
          <ac:picMkLst>
            <pc:docMk/>
            <pc:sldMk cId="1146307819" sldId="327"/>
            <ac:picMk id="5" creationId="{D3008B90-E053-7B85-F31E-A7E7E93CF87E}"/>
          </ac:picMkLst>
        </pc:picChg>
      </pc:sldChg>
      <pc:sldChg chg="addSp modSp new del mod">
        <pc:chgData name="Kusmlata Sheoran" userId="622bcd2c-7b88-482c-87fa-3fb3dcfc9337" providerId="ADAL" clId="{E1090FEB-3058-4AAD-9FD7-1A9D5A9D1E34}" dt="2023-05-02T22:35:49.092" v="2720" actId="47"/>
        <pc:sldMkLst>
          <pc:docMk/>
          <pc:sldMk cId="2273225429" sldId="328"/>
        </pc:sldMkLst>
        <pc:spChg chg="mod">
          <ac:chgData name="Kusmlata Sheoran" userId="622bcd2c-7b88-482c-87fa-3fb3dcfc9337" providerId="ADAL" clId="{E1090FEB-3058-4AAD-9FD7-1A9D5A9D1E34}" dt="2023-04-28T21:41:40.566" v="474" actId="20577"/>
          <ac:spMkLst>
            <pc:docMk/>
            <pc:sldMk cId="2273225429" sldId="328"/>
            <ac:spMk id="2" creationId="{89D5C1CE-7FB9-6E1A-848A-9FDD7C827ED1}"/>
          </ac:spMkLst>
        </pc:spChg>
        <pc:spChg chg="mod">
          <ac:chgData name="Kusmlata Sheoran" userId="622bcd2c-7b88-482c-87fa-3fb3dcfc9337" providerId="ADAL" clId="{E1090FEB-3058-4AAD-9FD7-1A9D5A9D1E34}" dt="2023-04-28T21:41:12.485" v="467" actId="20577"/>
          <ac:spMkLst>
            <pc:docMk/>
            <pc:sldMk cId="2273225429" sldId="328"/>
            <ac:spMk id="3" creationId="{E67F3878-0D0F-4A86-0186-528D9C056705}"/>
          </ac:spMkLst>
        </pc:spChg>
        <pc:picChg chg="add mod">
          <ac:chgData name="Kusmlata Sheoran" userId="622bcd2c-7b88-482c-87fa-3fb3dcfc9337" providerId="ADAL" clId="{E1090FEB-3058-4AAD-9FD7-1A9D5A9D1E34}" dt="2023-04-28T21:40:50.535" v="460" actId="1076"/>
          <ac:picMkLst>
            <pc:docMk/>
            <pc:sldMk cId="2273225429" sldId="328"/>
            <ac:picMk id="4" creationId="{E14DB5BC-DD3A-046E-892B-9051A19C7628}"/>
          </ac:picMkLst>
        </pc:picChg>
      </pc:sldChg>
      <pc:sldChg chg="addSp delSp modSp new mod modNotesTx">
        <pc:chgData name="Kusmlata Sheoran" userId="622bcd2c-7b88-482c-87fa-3fb3dcfc9337" providerId="ADAL" clId="{E1090FEB-3058-4AAD-9FD7-1A9D5A9D1E34}" dt="2023-05-02T22:36:34.009" v="2733" actId="20577"/>
        <pc:sldMkLst>
          <pc:docMk/>
          <pc:sldMk cId="1724380412" sldId="329"/>
        </pc:sldMkLst>
        <pc:spChg chg="mod">
          <ac:chgData name="Kusmlata Sheoran" userId="622bcd2c-7b88-482c-87fa-3fb3dcfc9337" providerId="ADAL" clId="{E1090FEB-3058-4AAD-9FD7-1A9D5A9D1E34}" dt="2023-05-02T22:36:34.009" v="2733" actId="20577"/>
          <ac:spMkLst>
            <pc:docMk/>
            <pc:sldMk cId="1724380412" sldId="329"/>
            <ac:spMk id="2" creationId="{4F8ED356-0CA8-2C9D-984E-C5C84F499EAF}"/>
          </ac:spMkLst>
        </pc:spChg>
        <pc:spChg chg="mod">
          <ac:chgData name="Kusmlata Sheoran" userId="622bcd2c-7b88-482c-87fa-3fb3dcfc9337" providerId="ADAL" clId="{E1090FEB-3058-4AAD-9FD7-1A9D5A9D1E34}" dt="2023-05-02T22:36:18.161" v="2721" actId="6549"/>
          <ac:spMkLst>
            <pc:docMk/>
            <pc:sldMk cId="1724380412" sldId="329"/>
            <ac:spMk id="3" creationId="{ADE15656-126C-A15C-8643-FE91A1681B9F}"/>
          </ac:spMkLst>
        </pc:spChg>
        <pc:spChg chg="add mod">
          <ac:chgData name="Kusmlata Sheoran" userId="622bcd2c-7b88-482c-87fa-3fb3dcfc9337" providerId="ADAL" clId="{E1090FEB-3058-4AAD-9FD7-1A9D5A9D1E34}" dt="2023-05-02T14:45:04.954" v="2616" actId="1076"/>
          <ac:spMkLst>
            <pc:docMk/>
            <pc:sldMk cId="1724380412" sldId="329"/>
            <ac:spMk id="6" creationId="{17C5DE4E-2086-7D1A-0085-7595482E3703}"/>
          </ac:spMkLst>
        </pc:spChg>
        <pc:picChg chg="add mod">
          <ac:chgData name="Kusmlata Sheoran" userId="622bcd2c-7b88-482c-87fa-3fb3dcfc9337" providerId="ADAL" clId="{E1090FEB-3058-4AAD-9FD7-1A9D5A9D1E34}" dt="2023-05-02T14:45:10.808" v="2617" actId="14100"/>
          <ac:picMkLst>
            <pc:docMk/>
            <pc:sldMk cId="1724380412" sldId="329"/>
            <ac:picMk id="4" creationId="{E7407E36-A8CF-2C73-8D2C-9222F57596E1}"/>
          </ac:picMkLst>
        </pc:picChg>
        <pc:picChg chg="add del mod">
          <ac:chgData name="Kusmlata Sheoran" userId="622bcd2c-7b88-482c-87fa-3fb3dcfc9337" providerId="ADAL" clId="{E1090FEB-3058-4AAD-9FD7-1A9D5A9D1E34}" dt="2023-05-01T18:14:10.411" v="717" actId="21"/>
          <ac:picMkLst>
            <pc:docMk/>
            <pc:sldMk cId="1724380412" sldId="329"/>
            <ac:picMk id="1026" creationId="{ADF0F1F9-CB48-2370-9DB7-A5AC2B631FF5}"/>
          </ac:picMkLst>
        </pc:picChg>
      </pc:sldChg>
      <pc:sldChg chg="addSp modSp new mod ord modNotesTx">
        <pc:chgData name="Kusmlata Sheoran" userId="622bcd2c-7b88-482c-87fa-3fb3dcfc9337" providerId="ADAL" clId="{E1090FEB-3058-4AAD-9FD7-1A9D5A9D1E34}" dt="2023-05-02T22:37:22.740" v="2741"/>
        <pc:sldMkLst>
          <pc:docMk/>
          <pc:sldMk cId="1666405126" sldId="330"/>
        </pc:sldMkLst>
        <pc:spChg chg="mod">
          <ac:chgData name="Kusmlata Sheoran" userId="622bcd2c-7b88-482c-87fa-3fb3dcfc9337" providerId="ADAL" clId="{E1090FEB-3058-4AAD-9FD7-1A9D5A9D1E34}" dt="2023-05-02T22:37:01.234" v="2738" actId="20577"/>
          <ac:spMkLst>
            <pc:docMk/>
            <pc:sldMk cId="1666405126" sldId="330"/>
            <ac:spMk id="2" creationId="{C659B563-8076-EE30-C400-7C9D7F62EF26}"/>
          </ac:spMkLst>
        </pc:spChg>
        <pc:spChg chg="mod">
          <ac:chgData name="Kusmlata Sheoran" userId="622bcd2c-7b88-482c-87fa-3fb3dcfc9337" providerId="ADAL" clId="{E1090FEB-3058-4AAD-9FD7-1A9D5A9D1E34}" dt="2023-05-02T22:37:08.523" v="2739" actId="3626"/>
          <ac:spMkLst>
            <pc:docMk/>
            <pc:sldMk cId="1666405126" sldId="330"/>
            <ac:spMk id="3" creationId="{0018F751-5C98-AE1B-F07E-5232F74CC6BD}"/>
          </ac:spMkLst>
        </pc:spChg>
        <pc:picChg chg="add mod">
          <ac:chgData name="Kusmlata Sheoran" userId="622bcd2c-7b88-482c-87fa-3fb3dcfc9337" providerId="ADAL" clId="{E1090FEB-3058-4AAD-9FD7-1A9D5A9D1E34}" dt="2023-05-02T22:36:56.289" v="2735" actId="3626"/>
          <ac:picMkLst>
            <pc:docMk/>
            <pc:sldMk cId="1666405126" sldId="330"/>
            <ac:picMk id="4" creationId="{31FE9399-1111-EEC4-DC3E-9D30A3E00BEB}"/>
          </ac:picMkLst>
        </pc:picChg>
      </pc:sldChg>
      <pc:sldChg chg="addSp modSp new del mod">
        <pc:chgData name="Kusmlata Sheoran" userId="622bcd2c-7b88-482c-87fa-3fb3dcfc9337" providerId="ADAL" clId="{E1090FEB-3058-4AAD-9FD7-1A9D5A9D1E34}" dt="2023-05-02T14:47:35.294" v="2627" actId="47"/>
        <pc:sldMkLst>
          <pc:docMk/>
          <pc:sldMk cId="367337255" sldId="331"/>
        </pc:sldMkLst>
        <pc:spChg chg="mod">
          <ac:chgData name="Kusmlata Sheoran" userId="622bcd2c-7b88-482c-87fa-3fb3dcfc9337" providerId="ADAL" clId="{E1090FEB-3058-4AAD-9FD7-1A9D5A9D1E34}" dt="2023-04-27T15:21:53.722" v="175" actId="14100"/>
          <ac:spMkLst>
            <pc:docMk/>
            <pc:sldMk cId="367337255" sldId="331"/>
            <ac:spMk id="3" creationId="{F917FA3E-6F63-79B1-6383-D8882D1C07D6}"/>
          </ac:spMkLst>
        </pc:spChg>
        <pc:picChg chg="add mod">
          <ac:chgData name="Kusmlata Sheoran" userId="622bcd2c-7b88-482c-87fa-3fb3dcfc9337" providerId="ADAL" clId="{E1090FEB-3058-4AAD-9FD7-1A9D5A9D1E34}" dt="2023-04-27T15:21:56.829" v="177" actId="1076"/>
          <ac:picMkLst>
            <pc:docMk/>
            <pc:sldMk cId="367337255" sldId="331"/>
            <ac:picMk id="4" creationId="{4B626A45-9EC9-4E7B-9734-F970F097D718}"/>
          </ac:picMkLst>
        </pc:picChg>
      </pc:sldChg>
      <pc:sldChg chg="modSp new mod">
        <pc:chgData name="Kusmlata Sheoran" userId="622bcd2c-7b88-482c-87fa-3fb3dcfc9337" providerId="ADAL" clId="{E1090FEB-3058-4AAD-9FD7-1A9D5A9D1E34}" dt="2023-05-02T22:38:32.408" v="2757" actId="6549"/>
        <pc:sldMkLst>
          <pc:docMk/>
          <pc:sldMk cId="2796509578" sldId="332"/>
        </pc:sldMkLst>
        <pc:spChg chg="mod">
          <ac:chgData name="Kusmlata Sheoran" userId="622bcd2c-7b88-482c-87fa-3fb3dcfc9337" providerId="ADAL" clId="{E1090FEB-3058-4AAD-9FD7-1A9D5A9D1E34}" dt="2023-05-02T14:47:44.615" v="2634" actId="20577"/>
          <ac:spMkLst>
            <pc:docMk/>
            <pc:sldMk cId="2796509578" sldId="332"/>
            <ac:spMk id="2" creationId="{7DF1FFD3-F588-7649-4399-E9673C10B92D}"/>
          </ac:spMkLst>
        </pc:spChg>
        <pc:spChg chg="mod">
          <ac:chgData name="Kusmlata Sheoran" userId="622bcd2c-7b88-482c-87fa-3fb3dcfc9337" providerId="ADAL" clId="{E1090FEB-3058-4AAD-9FD7-1A9D5A9D1E34}" dt="2023-05-02T22:38:32.408" v="2757" actId="6549"/>
          <ac:spMkLst>
            <pc:docMk/>
            <pc:sldMk cId="2796509578" sldId="332"/>
            <ac:spMk id="3" creationId="{9FD08D62-AE99-1A08-1330-5A09191083E0}"/>
          </ac:spMkLst>
        </pc:spChg>
      </pc:sldChg>
      <pc:sldChg chg="modSp new mod ord">
        <pc:chgData name="Kusmlata Sheoran" userId="622bcd2c-7b88-482c-87fa-3fb3dcfc9337" providerId="ADAL" clId="{E1090FEB-3058-4AAD-9FD7-1A9D5A9D1E34}" dt="2023-05-02T22:58:33.574" v="2830" actId="20577"/>
        <pc:sldMkLst>
          <pc:docMk/>
          <pc:sldMk cId="3417659566" sldId="333"/>
        </pc:sldMkLst>
        <pc:spChg chg="mod">
          <ac:chgData name="Kusmlata Sheoran" userId="622bcd2c-7b88-482c-87fa-3fb3dcfc9337" providerId="ADAL" clId="{E1090FEB-3058-4AAD-9FD7-1A9D5A9D1E34}" dt="2023-05-02T22:39:08.655" v="2768" actId="20577"/>
          <ac:spMkLst>
            <pc:docMk/>
            <pc:sldMk cId="3417659566" sldId="333"/>
            <ac:spMk id="2" creationId="{7FAD772A-A562-0224-556B-A12CA0152641}"/>
          </ac:spMkLst>
        </pc:spChg>
        <pc:spChg chg="mod">
          <ac:chgData name="Kusmlata Sheoran" userId="622bcd2c-7b88-482c-87fa-3fb3dcfc9337" providerId="ADAL" clId="{E1090FEB-3058-4AAD-9FD7-1A9D5A9D1E34}" dt="2023-05-02T22:58:33.574" v="2830" actId="20577"/>
          <ac:spMkLst>
            <pc:docMk/>
            <pc:sldMk cId="3417659566" sldId="333"/>
            <ac:spMk id="3" creationId="{D7FAD9C2-61DC-6FC5-9E0E-33DCE0909011}"/>
          </ac:spMkLst>
        </pc:spChg>
      </pc:sldChg>
      <pc:sldChg chg="addSp modSp new mod">
        <pc:chgData name="Kusmlata Sheoran" userId="622bcd2c-7b88-482c-87fa-3fb3dcfc9337" providerId="ADAL" clId="{E1090FEB-3058-4AAD-9FD7-1A9D5A9D1E34}" dt="2023-05-02T22:40:05.193" v="2774" actId="14100"/>
        <pc:sldMkLst>
          <pc:docMk/>
          <pc:sldMk cId="3120734790" sldId="334"/>
        </pc:sldMkLst>
        <pc:spChg chg="mod">
          <ac:chgData name="Kusmlata Sheoran" userId="622bcd2c-7b88-482c-87fa-3fb3dcfc9337" providerId="ADAL" clId="{E1090FEB-3058-4AAD-9FD7-1A9D5A9D1E34}" dt="2023-05-02T14:47:59.844" v="2641" actId="20577"/>
          <ac:spMkLst>
            <pc:docMk/>
            <pc:sldMk cId="3120734790" sldId="334"/>
            <ac:spMk id="2" creationId="{2EEE7710-1338-801F-6443-0537DCA1599D}"/>
          </ac:spMkLst>
        </pc:spChg>
        <pc:spChg chg="mod">
          <ac:chgData name="Kusmlata Sheoran" userId="622bcd2c-7b88-482c-87fa-3fb3dcfc9337" providerId="ADAL" clId="{E1090FEB-3058-4AAD-9FD7-1A9D5A9D1E34}" dt="2023-05-02T22:40:05.193" v="2774" actId="14100"/>
          <ac:spMkLst>
            <pc:docMk/>
            <pc:sldMk cId="3120734790" sldId="334"/>
            <ac:spMk id="3" creationId="{7F7ED34A-F9FD-D8C0-EFFA-8E0179D8234A}"/>
          </ac:spMkLst>
        </pc:spChg>
        <pc:picChg chg="add mod">
          <ac:chgData name="Kusmlata Sheoran" userId="622bcd2c-7b88-482c-87fa-3fb3dcfc9337" providerId="ADAL" clId="{E1090FEB-3058-4AAD-9FD7-1A9D5A9D1E34}" dt="2023-05-02T22:40:02.712" v="2773" actId="3626"/>
          <ac:picMkLst>
            <pc:docMk/>
            <pc:sldMk cId="3120734790" sldId="334"/>
            <ac:picMk id="4" creationId="{F5C94216-2D10-5AA1-13C4-5CCC3AE003C5}"/>
          </ac:picMkLst>
        </pc:picChg>
      </pc:sldChg>
      <pc:sldChg chg="addSp modSp new mod">
        <pc:chgData name="Kusmlata Sheoran" userId="622bcd2c-7b88-482c-87fa-3fb3dcfc9337" providerId="ADAL" clId="{E1090FEB-3058-4AAD-9FD7-1A9D5A9D1E34}" dt="2023-05-02T14:48:45.955" v="2660" actId="6549"/>
        <pc:sldMkLst>
          <pc:docMk/>
          <pc:sldMk cId="889487427" sldId="335"/>
        </pc:sldMkLst>
        <pc:spChg chg="mod">
          <ac:chgData name="Kusmlata Sheoran" userId="622bcd2c-7b88-482c-87fa-3fb3dcfc9337" providerId="ADAL" clId="{E1090FEB-3058-4AAD-9FD7-1A9D5A9D1E34}" dt="2023-05-02T14:48:45.955" v="2660" actId="6549"/>
          <ac:spMkLst>
            <pc:docMk/>
            <pc:sldMk cId="889487427" sldId="335"/>
            <ac:spMk id="3" creationId="{E5E54F3D-9093-94AB-442D-C301DB347984}"/>
          </ac:spMkLst>
        </pc:spChg>
        <pc:picChg chg="add mod">
          <ac:chgData name="Kusmlata Sheoran" userId="622bcd2c-7b88-482c-87fa-3fb3dcfc9337" providerId="ADAL" clId="{E1090FEB-3058-4AAD-9FD7-1A9D5A9D1E34}" dt="2023-05-02T14:48:19.572" v="2645" actId="1076"/>
          <ac:picMkLst>
            <pc:docMk/>
            <pc:sldMk cId="889487427" sldId="335"/>
            <ac:picMk id="4" creationId="{3A06248F-7889-D136-CBBF-D74B3AC633AB}"/>
          </ac:picMkLst>
        </pc:picChg>
      </pc:sldChg>
      <pc:sldChg chg="modSp new mod ord modNotesTx">
        <pc:chgData name="Kusmlata Sheoran" userId="622bcd2c-7b88-482c-87fa-3fb3dcfc9337" providerId="ADAL" clId="{E1090FEB-3058-4AAD-9FD7-1A9D5A9D1E34}" dt="2023-05-02T22:56:08.845" v="2819"/>
        <pc:sldMkLst>
          <pc:docMk/>
          <pc:sldMk cId="2999000313" sldId="336"/>
        </pc:sldMkLst>
        <pc:spChg chg="mod">
          <ac:chgData name="Kusmlata Sheoran" userId="622bcd2c-7b88-482c-87fa-3fb3dcfc9337" providerId="ADAL" clId="{E1090FEB-3058-4AAD-9FD7-1A9D5A9D1E34}" dt="2023-04-27T15:31:37.743" v="207" actId="20577"/>
          <ac:spMkLst>
            <pc:docMk/>
            <pc:sldMk cId="2999000313" sldId="336"/>
            <ac:spMk id="2" creationId="{D3A2600F-06BA-22C5-840D-4C691E53BFC3}"/>
          </ac:spMkLst>
        </pc:spChg>
        <pc:spChg chg="mod">
          <ac:chgData name="Kusmlata Sheoran" userId="622bcd2c-7b88-482c-87fa-3fb3dcfc9337" providerId="ADAL" clId="{E1090FEB-3058-4AAD-9FD7-1A9D5A9D1E34}" dt="2023-04-27T15:32:02.968" v="249" actId="14100"/>
          <ac:spMkLst>
            <pc:docMk/>
            <pc:sldMk cId="2999000313" sldId="336"/>
            <ac:spMk id="3" creationId="{9724B150-C063-1054-4D47-8DFDDFBA179E}"/>
          </ac:spMkLst>
        </pc:spChg>
      </pc:sldChg>
      <pc:sldChg chg="modSp new del mod">
        <pc:chgData name="Kusmlata Sheoran" userId="622bcd2c-7b88-482c-87fa-3fb3dcfc9337" providerId="ADAL" clId="{E1090FEB-3058-4AAD-9FD7-1A9D5A9D1E34}" dt="2023-05-02T22:54:51.142" v="2816" actId="47"/>
        <pc:sldMkLst>
          <pc:docMk/>
          <pc:sldMk cId="3121406190" sldId="337"/>
        </pc:sldMkLst>
        <pc:spChg chg="mod">
          <ac:chgData name="Kusmlata Sheoran" userId="622bcd2c-7b88-482c-87fa-3fb3dcfc9337" providerId="ADAL" clId="{E1090FEB-3058-4AAD-9FD7-1A9D5A9D1E34}" dt="2023-05-02T22:42:50.006" v="2778" actId="21"/>
          <ac:spMkLst>
            <pc:docMk/>
            <pc:sldMk cId="3121406190" sldId="337"/>
            <ac:spMk id="3" creationId="{38AE90F1-A1DE-E432-8955-031DF4DCAD0F}"/>
          </ac:spMkLst>
        </pc:spChg>
      </pc:sldChg>
      <pc:sldChg chg="modSp new del mod">
        <pc:chgData name="Kusmlata Sheoran" userId="622bcd2c-7b88-482c-87fa-3fb3dcfc9337" providerId="ADAL" clId="{E1090FEB-3058-4AAD-9FD7-1A9D5A9D1E34}" dt="2023-05-02T22:54:35.847" v="2815" actId="47"/>
        <pc:sldMkLst>
          <pc:docMk/>
          <pc:sldMk cId="3010388532" sldId="338"/>
        </pc:sldMkLst>
        <pc:spChg chg="mod">
          <ac:chgData name="Kusmlata Sheoran" userId="622bcd2c-7b88-482c-87fa-3fb3dcfc9337" providerId="ADAL" clId="{E1090FEB-3058-4AAD-9FD7-1A9D5A9D1E34}" dt="2023-04-27T22:30:17.376" v="288" actId="6549"/>
          <ac:spMkLst>
            <pc:docMk/>
            <pc:sldMk cId="3010388532" sldId="338"/>
            <ac:spMk id="3" creationId="{C035ED81-A06D-1E69-2E6F-01D7C76BD50B}"/>
          </ac:spMkLst>
        </pc:spChg>
      </pc:sldChg>
      <pc:sldChg chg="modSp new mod modNotesTx">
        <pc:chgData name="Kusmlata Sheoran" userId="622bcd2c-7b88-482c-87fa-3fb3dcfc9337" providerId="ADAL" clId="{E1090FEB-3058-4AAD-9FD7-1A9D5A9D1E34}" dt="2023-05-02T22:54:20.834" v="2814" actId="14100"/>
        <pc:sldMkLst>
          <pc:docMk/>
          <pc:sldMk cId="1407789922" sldId="339"/>
        </pc:sldMkLst>
        <pc:spChg chg="mod">
          <ac:chgData name="Kusmlata Sheoran" userId="622bcd2c-7b88-482c-87fa-3fb3dcfc9337" providerId="ADAL" clId="{E1090FEB-3058-4AAD-9FD7-1A9D5A9D1E34}" dt="2023-05-02T22:54:16.821" v="2813" actId="20577"/>
          <ac:spMkLst>
            <pc:docMk/>
            <pc:sldMk cId="1407789922" sldId="339"/>
            <ac:spMk id="2" creationId="{E098CF9B-B661-9D94-2088-3FCEF5BADC62}"/>
          </ac:spMkLst>
        </pc:spChg>
        <pc:spChg chg="mod">
          <ac:chgData name="Kusmlata Sheoran" userId="622bcd2c-7b88-482c-87fa-3fb3dcfc9337" providerId="ADAL" clId="{E1090FEB-3058-4AAD-9FD7-1A9D5A9D1E34}" dt="2023-05-02T22:54:20.834" v="2814" actId="14100"/>
          <ac:spMkLst>
            <pc:docMk/>
            <pc:sldMk cId="1407789922" sldId="339"/>
            <ac:spMk id="3" creationId="{8F8C251E-421C-2918-6BE9-F55957B05FC9}"/>
          </ac:spMkLst>
        </pc:spChg>
      </pc:sldChg>
      <pc:sldChg chg="modSp new del mod">
        <pc:chgData name="Kusmlata Sheoran" userId="622bcd2c-7b88-482c-87fa-3fb3dcfc9337" providerId="ADAL" clId="{E1090FEB-3058-4AAD-9FD7-1A9D5A9D1E34}" dt="2023-05-02T22:50:07.696" v="2791" actId="47"/>
        <pc:sldMkLst>
          <pc:docMk/>
          <pc:sldMk cId="806870955" sldId="340"/>
        </pc:sldMkLst>
        <pc:spChg chg="mod">
          <ac:chgData name="Kusmlata Sheoran" userId="622bcd2c-7b88-482c-87fa-3fb3dcfc9337" providerId="ADAL" clId="{E1090FEB-3058-4AAD-9FD7-1A9D5A9D1E34}" dt="2023-04-27T22:38:51.026" v="310" actId="20577"/>
          <ac:spMkLst>
            <pc:docMk/>
            <pc:sldMk cId="806870955" sldId="340"/>
            <ac:spMk id="2" creationId="{74AA580C-F825-3625-375C-D7F35C3B6BB5}"/>
          </ac:spMkLst>
        </pc:spChg>
        <pc:spChg chg="mod">
          <ac:chgData name="Kusmlata Sheoran" userId="622bcd2c-7b88-482c-87fa-3fb3dcfc9337" providerId="ADAL" clId="{E1090FEB-3058-4AAD-9FD7-1A9D5A9D1E34}" dt="2023-04-27T22:38:46.535" v="296"/>
          <ac:spMkLst>
            <pc:docMk/>
            <pc:sldMk cId="806870955" sldId="340"/>
            <ac:spMk id="3" creationId="{D998FC71-75A6-47E2-2365-E30125F66601}"/>
          </ac:spMkLst>
        </pc:spChg>
      </pc:sldChg>
      <pc:sldChg chg="modSp new mod modNotesTx">
        <pc:chgData name="Kusmlata Sheoran" userId="622bcd2c-7b88-482c-87fa-3fb3dcfc9337" providerId="ADAL" clId="{E1090FEB-3058-4AAD-9FD7-1A9D5A9D1E34}" dt="2023-05-02T22:53:28.771" v="2804" actId="313"/>
        <pc:sldMkLst>
          <pc:docMk/>
          <pc:sldMk cId="2815254779" sldId="341"/>
        </pc:sldMkLst>
        <pc:spChg chg="mod">
          <ac:chgData name="Kusmlata Sheoran" userId="622bcd2c-7b88-482c-87fa-3fb3dcfc9337" providerId="ADAL" clId="{E1090FEB-3058-4AAD-9FD7-1A9D5A9D1E34}" dt="2023-05-02T22:52:50.135" v="2799" actId="6549"/>
          <ac:spMkLst>
            <pc:docMk/>
            <pc:sldMk cId="2815254779" sldId="341"/>
            <ac:spMk id="3" creationId="{D32376C5-BB61-5DF3-667F-24021A111D20}"/>
          </ac:spMkLst>
        </pc:spChg>
      </pc:sldChg>
      <pc:sldChg chg="modSp new del mod modNotesTx">
        <pc:chgData name="Kusmlata Sheoran" userId="622bcd2c-7b88-482c-87fa-3fb3dcfc9337" providerId="ADAL" clId="{E1090FEB-3058-4AAD-9FD7-1A9D5A9D1E34}" dt="2023-05-02T22:49:13.553" v="2790" actId="47"/>
        <pc:sldMkLst>
          <pc:docMk/>
          <pc:sldMk cId="3091676392" sldId="342"/>
        </pc:sldMkLst>
        <pc:spChg chg="mod">
          <ac:chgData name="Kusmlata Sheoran" userId="622bcd2c-7b88-482c-87fa-3fb3dcfc9337" providerId="ADAL" clId="{E1090FEB-3058-4AAD-9FD7-1A9D5A9D1E34}" dt="2023-04-27T22:57:07.099" v="325" actId="20577"/>
          <ac:spMkLst>
            <pc:docMk/>
            <pc:sldMk cId="3091676392" sldId="342"/>
            <ac:spMk id="2" creationId="{ED1DE51B-DC89-B1D9-70D3-818A8FEB74C6}"/>
          </ac:spMkLst>
        </pc:spChg>
        <pc:spChg chg="mod">
          <ac:chgData name="Kusmlata Sheoran" userId="622bcd2c-7b88-482c-87fa-3fb3dcfc9337" providerId="ADAL" clId="{E1090FEB-3058-4AAD-9FD7-1A9D5A9D1E34}" dt="2023-05-01T18:16:27.579" v="725" actId="6549"/>
          <ac:spMkLst>
            <pc:docMk/>
            <pc:sldMk cId="3091676392" sldId="342"/>
            <ac:spMk id="3" creationId="{476A71BD-FD64-F415-A0B8-3F0C7F991DFA}"/>
          </ac:spMkLst>
        </pc:spChg>
      </pc:sldChg>
      <pc:sldChg chg="modSp add mod">
        <pc:chgData name="Kusmlata Sheoran" userId="622bcd2c-7b88-482c-87fa-3fb3dcfc9337" providerId="ADAL" clId="{E1090FEB-3058-4AAD-9FD7-1A9D5A9D1E34}" dt="2023-05-02T22:30:59.840" v="2700" actId="6549"/>
        <pc:sldMkLst>
          <pc:docMk/>
          <pc:sldMk cId="3393484001" sldId="343"/>
        </pc:sldMkLst>
        <pc:spChg chg="mod">
          <ac:chgData name="Kusmlata Sheoran" userId="622bcd2c-7b88-482c-87fa-3fb3dcfc9337" providerId="ADAL" clId="{E1090FEB-3058-4AAD-9FD7-1A9D5A9D1E34}" dt="2023-05-02T22:30:59.840" v="2700" actId="6549"/>
          <ac:spMkLst>
            <pc:docMk/>
            <pc:sldMk cId="3393484001" sldId="343"/>
            <ac:spMk id="3" creationId="{03912611-42E7-6849-885B-99D97037DE6F}"/>
          </ac:spMkLst>
        </pc:spChg>
      </pc:sldChg>
      <pc:sldChg chg="modSp new mod modNotesTx">
        <pc:chgData name="Kusmlata Sheoran" userId="622bcd2c-7b88-482c-87fa-3fb3dcfc9337" providerId="ADAL" clId="{E1090FEB-3058-4AAD-9FD7-1A9D5A9D1E34}" dt="2023-05-02T22:48:27.972" v="2789"/>
        <pc:sldMkLst>
          <pc:docMk/>
          <pc:sldMk cId="2252234437" sldId="344"/>
        </pc:sldMkLst>
        <pc:spChg chg="mod">
          <ac:chgData name="Kusmlata Sheoran" userId="622bcd2c-7b88-482c-87fa-3fb3dcfc9337" providerId="ADAL" clId="{E1090FEB-3058-4AAD-9FD7-1A9D5A9D1E34}" dt="2023-05-01T17:54:11.855" v="557" actId="20577"/>
          <ac:spMkLst>
            <pc:docMk/>
            <pc:sldMk cId="2252234437" sldId="344"/>
            <ac:spMk id="2" creationId="{396A4C68-5DF4-5783-0F4A-420C412D2DDF}"/>
          </ac:spMkLst>
        </pc:spChg>
        <pc:spChg chg="mod">
          <ac:chgData name="Kusmlata Sheoran" userId="622bcd2c-7b88-482c-87fa-3fb3dcfc9337" providerId="ADAL" clId="{E1090FEB-3058-4AAD-9FD7-1A9D5A9D1E34}" dt="2023-05-02T22:48:27.972" v="2789"/>
          <ac:spMkLst>
            <pc:docMk/>
            <pc:sldMk cId="2252234437" sldId="344"/>
            <ac:spMk id="3" creationId="{C5F42D5C-2E0B-4B3F-F6AE-BE02B57756D4}"/>
          </ac:spMkLst>
        </pc:spChg>
      </pc:sldChg>
      <pc:sldChg chg="addSp delSp modSp new mod modNotesTx">
        <pc:chgData name="Kusmlata Sheoran" userId="622bcd2c-7b88-482c-87fa-3fb3dcfc9337" providerId="ADAL" clId="{E1090FEB-3058-4AAD-9FD7-1A9D5A9D1E34}" dt="2023-05-01T18:16:54.037" v="726" actId="6549"/>
        <pc:sldMkLst>
          <pc:docMk/>
          <pc:sldMk cId="3824135645" sldId="345"/>
        </pc:sldMkLst>
        <pc:spChg chg="mod">
          <ac:chgData name="Kusmlata Sheoran" userId="622bcd2c-7b88-482c-87fa-3fb3dcfc9337" providerId="ADAL" clId="{E1090FEB-3058-4AAD-9FD7-1A9D5A9D1E34}" dt="2023-05-01T18:00:03.823" v="621" actId="20577"/>
          <ac:spMkLst>
            <pc:docMk/>
            <pc:sldMk cId="3824135645" sldId="345"/>
            <ac:spMk id="2" creationId="{D6874758-C1A5-299C-C1E8-A7DB0AC24492}"/>
          </ac:spMkLst>
        </pc:spChg>
        <pc:spChg chg="mod">
          <ac:chgData name="Kusmlata Sheoran" userId="622bcd2c-7b88-482c-87fa-3fb3dcfc9337" providerId="ADAL" clId="{E1090FEB-3058-4AAD-9FD7-1A9D5A9D1E34}" dt="2023-05-01T18:12:48.123" v="710" actId="14100"/>
          <ac:spMkLst>
            <pc:docMk/>
            <pc:sldMk cId="3824135645" sldId="345"/>
            <ac:spMk id="3" creationId="{3B5DB4DB-4E04-4592-4DBE-6C9818E91111}"/>
          </ac:spMkLst>
        </pc:spChg>
        <pc:spChg chg="add del">
          <ac:chgData name="Kusmlata Sheoran" userId="622bcd2c-7b88-482c-87fa-3fb3dcfc9337" providerId="ADAL" clId="{E1090FEB-3058-4AAD-9FD7-1A9D5A9D1E34}" dt="2023-05-01T18:00:31.470" v="626" actId="22"/>
          <ac:spMkLst>
            <pc:docMk/>
            <pc:sldMk cId="3824135645" sldId="345"/>
            <ac:spMk id="5" creationId="{DE054AE7-B898-840F-8B3F-C4889D40B594}"/>
          </ac:spMkLst>
        </pc:spChg>
        <pc:spChg chg="add mod">
          <ac:chgData name="Kusmlata Sheoran" userId="622bcd2c-7b88-482c-87fa-3fb3dcfc9337" providerId="ADAL" clId="{E1090FEB-3058-4AAD-9FD7-1A9D5A9D1E34}" dt="2023-05-01T18:13:19.738" v="716" actId="14100"/>
          <ac:spMkLst>
            <pc:docMk/>
            <pc:sldMk cId="3824135645" sldId="345"/>
            <ac:spMk id="6" creationId="{7BFC21D4-E7AD-F664-41F4-DBADAE5AD315}"/>
          </ac:spMkLst>
        </pc:spChg>
        <pc:picChg chg="add mod">
          <ac:chgData name="Kusmlata Sheoran" userId="622bcd2c-7b88-482c-87fa-3fb3dcfc9337" providerId="ADAL" clId="{E1090FEB-3058-4AAD-9FD7-1A9D5A9D1E34}" dt="2023-05-01T18:14:25.884" v="719" actId="1076"/>
          <ac:picMkLst>
            <pc:docMk/>
            <pc:sldMk cId="3824135645" sldId="345"/>
            <ac:picMk id="7" creationId="{ED0498F7-BD2E-C39C-5837-6F89A9BBF758}"/>
          </ac:picMkLst>
        </pc:picChg>
      </pc:sldChg>
      <pc:sldChg chg="addSp modSp new mod modNotesTx">
        <pc:chgData name="Kusmlata Sheoran" userId="622bcd2c-7b88-482c-87fa-3fb3dcfc9337" providerId="ADAL" clId="{E1090FEB-3058-4AAD-9FD7-1A9D5A9D1E34}" dt="2023-05-02T10:16:36.964" v="1221" actId="1076"/>
        <pc:sldMkLst>
          <pc:docMk/>
          <pc:sldMk cId="3786692075" sldId="346"/>
        </pc:sldMkLst>
        <pc:spChg chg="mod">
          <ac:chgData name="Kusmlata Sheoran" userId="622bcd2c-7b88-482c-87fa-3fb3dcfc9337" providerId="ADAL" clId="{E1090FEB-3058-4AAD-9FD7-1A9D5A9D1E34}" dt="2023-05-02T10:14:25.744" v="1072" actId="20577"/>
          <ac:spMkLst>
            <pc:docMk/>
            <pc:sldMk cId="3786692075" sldId="346"/>
            <ac:spMk id="2" creationId="{531CCE5F-7F13-B330-5C56-E4C987C8431D}"/>
          </ac:spMkLst>
        </pc:spChg>
        <pc:spChg chg="mod">
          <ac:chgData name="Kusmlata Sheoran" userId="622bcd2c-7b88-482c-87fa-3fb3dcfc9337" providerId="ADAL" clId="{E1090FEB-3058-4AAD-9FD7-1A9D5A9D1E34}" dt="2023-05-02T10:16:26.088" v="1219" actId="255"/>
          <ac:spMkLst>
            <pc:docMk/>
            <pc:sldMk cId="3786692075" sldId="346"/>
            <ac:spMk id="3" creationId="{4E60B7CA-8539-8F57-8A3A-CA6A25705B29}"/>
          </ac:spMkLst>
        </pc:spChg>
        <pc:picChg chg="add mod">
          <ac:chgData name="Kusmlata Sheoran" userId="622bcd2c-7b88-482c-87fa-3fb3dcfc9337" providerId="ADAL" clId="{E1090FEB-3058-4AAD-9FD7-1A9D5A9D1E34}" dt="2023-05-02T10:16:36.964" v="1221" actId="1076"/>
          <ac:picMkLst>
            <pc:docMk/>
            <pc:sldMk cId="3786692075" sldId="346"/>
            <ac:picMk id="4" creationId="{5536F477-D384-6571-EB79-3DC6CD74703F}"/>
          </ac:picMkLst>
        </pc:picChg>
      </pc:sldChg>
      <pc:sldChg chg="modSp new mod modNotesTx">
        <pc:chgData name="Kusmlata Sheoran" userId="622bcd2c-7b88-482c-87fa-3fb3dcfc9337" providerId="ADAL" clId="{E1090FEB-3058-4AAD-9FD7-1A9D5A9D1E34}" dt="2023-05-02T22:33:26.816" v="2705" actId="20577"/>
        <pc:sldMkLst>
          <pc:docMk/>
          <pc:sldMk cId="3131829942" sldId="347"/>
        </pc:sldMkLst>
        <pc:spChg chg="mod">
          <ac:chgData name="Kusmlata Sheoran" userId="622bcd2c-7b88-482c-87fa-3fb3dcfc9337" providerId="ADAL" clId="{E1090FEB-3058-4AAD-9FD7-1A9D5A9D1E34}" dt="2023-05-02T10:17:37.485" v="1255" actId="20577"/>
          <ac:spMkLst>
            <pc:docMk/>
            <pc:sldMk cId="3131829942" sldId="347"/>
            <ac:spMk id="2" creationId="{F1CB72AB-F218-B922-79D2-78560660DA8F}"/>
          </ac:spMkLst>
        </pc:spChg>
        <pc:spChg chg="mod">
          <ac:chgData name="Kusmlata Sheoran" userId="622bcd2c-7b88-482c-87fa-3fb3dcfc9337" providerId="ADAL" clId="{E1090FEB-3058-4AAD-9FD7-1A9D5A9D1E34}" dt="2023-05-02T22:33:26.816" v="2705" actId="20577"/>
          <ac:spMkLst>
            <pc:docMk/>
            <pc:sldMk cId="3131829942" sldId="347"/>
            <ac:spMk id="3" creationId="{1F910CD0-9F4F-7499-9715-CDB66D7B2C66}"/>
          </ac:spMkLst>
        </pc:spChg>
      </pc:sldChg>
      <pc:sldChg chg="addSp modSp new mod">
        <pc:chgData name="Kusmlata Sheoran" userId="622bcd2c-7b88-482c-87fa-3fb3dcfc9337" providerId="ADAL" clId="{E1090FEB-3058-4AAD-9FD7-1A9D5A9D1E34}" dt="2023-05-02T10:26:02.063" v="1768" actId="14100"/>
        <pc:sldMkLst>
          <pc:docMk/>
          <pc:sldMk cId="4074951816" sldId="348"/>
        </pc:sldMkLst>
        <pc:spChg chg="mod">
          <ac:chgData name="Kusmlata Sheoran" userId="622bcd2c-7b88-482c-87fa-3fb3dcfc9337" providerId="ADAL" clId="{E1090FEB-3058-4AAD-9FD7-1A9D5A9D1E34}" dt="2023-05-02T10:20:28.968" v="1352" actId="20577"/>
          <ac:spMkLst>
            <pc:docMk/>
            <pc:sldMk cId="4074951816" sldId="348"/>
            <ac:spMk id="2" creationId="{4BA89D8A-F19E-28D2-2727-B8A0B670DD2E}"/>
          </ac:spMkLst>
        </pc:spChg>
        <pc:spChg chg="mod">
          <ac:chgData name="Kusmlata Sheoran" userId="622bcd2c-7b88-482c-87fa-3fb3dcfc9337" providerId="ADAL" clId="{E1090FEB-3058-4AAD-9FD7-1A9D5A9D1E34}" dt="2023-05-02T10:21:40.550" v="1388" actId="1076"/>
          <ac:spMkLst>
            <pc:docMk/>
            <pc:sldMk cId="4074951816" sldId="348"/>
            <ac:spMk id="3" creationId="{F23E7982-C268-3919-7482-8128ACB28A2A}"/>
          </ac:spMkLst>
        </pc:spChg>
        <pc:spChg chg="add mod">
          <ac:chgData name="Kusmlata Sheoran" userId="622bcd2c-7b88-482c-87fa-3fb3dcfc9337" providerId="ADAL" clId="{E1090FEB-3058-4AAD-9FD7-1A9D5A9D1E34}" dt="2023-05-02T10:26:02.063" v="1768" actId="14100"/>
          <ac:spMkLst>
            <pc:docMk/>
            <pc:sldMk cId="4074951816" sldId="348"/>
            <ac:spMk id="4" creationId="{A7DEFCC0-A18A-7921-8180-9D04A4F44208}"/>
          </ac:spMkLst>
        </pc:spChg>
      </pc:sldChg>
      <pc:sldChg chg="modSp add mod ord">
        <pc:chgData name="Kusmlata Sheoran" userId="622bcd2c-7b88-482c-87fa-3fb3dcfc9337" providerId="ADAL" clId="{E1090FEB-3058-4AAD-9FD7-1A9D5A9D1E34}" dt="2023-05-02T10:31:40.928" v="2061" actId="20577"/>
        <pc:sldMkLst>
          <pc:docMk/>
          <pc:sldMk cId="1627389390" sldId="349"/>
        </pc:sldMkLst>
        <pc:spChg chg="mod">
          <ac:chgData name="Kusmlata Sheoran" userId="622bcd2c-7b88-482c-87fa-3fb3dcfc9337" providerId="ADAL" clId="{E1090FEB-3058-4AAD-9FD7-1A9D5A9D1E34}" dt="2023-05-02T10:31:40.928" v="2061" actId="20577"/>
          <ac:spMkLst>
            <pc:docMk/>
            <pc:sldMk cId="1627389390" sldId="349"/>
            <ac:spMk id="4" creationId="{A7DEFCC0-A18A-7921-8180-9D04A4F44208}"/>
          </ac:spMkLst>
        </pc:spChg>
      </pc:sldChg>
      <pc:sldChg chg="modSp add mod">
        <pc:chgData name="Kusmlata Sheoran" userId="622bcd2c-7b88-482c-87fa-3fb3dcfc9337" providerId="ADAL" clId="{E1090FEB-3058-4AAD-9FD7-1A9D5A9D1E34}" dt="2023-05-02T10:29:21.038" v="2060" actId="6549"/>
        <pc:sldMkLst>
          <pc:docMk/>
          <pc:sldMk cId="2112053366" sldId="350"/>
        </pc:sldMkLst>
        <pc:spChg chg="mod">
          <ac:chgData name="Kusmlata Sheoran" userId="622bcd2c-7b88-482c-87fa-3fb3dcfc9337" providerId="ADAL" clId="{E1090FEB-3058-4AAD-9FD7-1A9D5A9D1E34}" dt="2023-05-02T10:29:21.038" v="2060" actId="6549"/>
          <ac:spMkLst>
            <pc:docMk/>
            <pc:sldMk cId="2112053366" sldId="350"/>
            <ac:spMk id="4" creationId="{A7DEFCC0-A18A-7921-8180-9D04A4F44208}"/>
          </ac:spMkLst>
        </pc:spChg>
      </pc:sldChg>
      <pc:sldChg chg="modSp new del mod">
        <pc:chgData name="Kusmlata Sheoran" userId="622bcd2c-7b88-482c-87fa-3fb3dcfc9337" providerId="ADAL" clId="{E1090FEB-3058-4AAD-9FD7-1A9D5A9D1E34}" dt="2023-05-02T22:45:57.527" v="2787" actId="47"/>
        <pc:sldMkLst>
          <pc:docMk/>
          <pc:sldMk cId="4034077722" sldId="351"/>
        </pc:sldMkLst>
        <pc:spChg chg="mod">
          <ac:chgData name="Kusmlata Sheoran" userId="622bcd2c-7b88-482c-87fa-3fb3dcfc9337" providerId="ADAL" clId="{E1090FEB-3058-4AAD-9FD7-1A9D5A9D1E34}" dt="2023-05-02T10:34:18.062" v="2079" actId="20577"/>
          <ac:spMkLst>
            <pc:docMk/>
            <pc:sldMk cId="4034077722" sldId="351"/>
            <ac:spMk id="2" creationId="{64C6D6F2-73F1-3AF0-93A4-FCECEA94A6AD}"/>
          </ac:spMkLst>
        </pc:spChg>
        <pc:spChg chg="mod">
          <ac:chgData name="Kusmlata Sheoran" userId="622bcd2c-7b88-482c-87fa-3fb3dcfc9337" providerId="ADAL" clId="{E1090FEB-3058-4AAD-9FD7-1A9D5A9D1E34}" dt="2023-05-02T15:53:12.294" v="2689"/>
          <ac:spMkLst>
            <pc:docMk/>
            <pc:sldMk cId="4034077722" sldId="351"/>
            <ac:spMk id="3" creationId="{1869B1BC-D44E-D9F5-616B-6EFAB62BC89F}"/>
          </ac:spMkLst>
        </pc:spChg>
      </pc:sldChg>
      <pc:sldChg chg="modSp new mod ord modNotesTx">
        <pc:chgData name="Kusmlata Sheoran" userId="622bcd2c-7b88-482c-87fa-3fb3dcfc9337" providerId="ADAL" clId="{E1090FEB-3058-4AAD-9FD7-1A9D5A9D1E34}" dt="2023-05-02T14:39:49.179" v="2599"/>
        <pc:sldMkLst>
          <pc:docMk/>
          <pc:sldMk cId="2724890426" sldId="352"/>
        </pc:sldMkLst>
        <pc:spChg chg="mod">
          <ac:chgData name="Kusmlata Sheoran" userId="622bcd2c-7b88-482c-87fa-3fb3dcfc9337" providerId="ADAL" clId="{E1090FEB-3058-4AAD-9FD7-1A9D5A9D1E34}" dt="2023-05-02T10:39:33.821" v="2128" actId="20577"/>
          <ac:spMkLst>
            <pc:docMk/>
            <pc:sldMk cId="2724890426" sldId="352"/>
            <ac:spMk id="2" creationId="{FF8C868D-CBEC-F1DE-4F2F-226F4EBC1A1C}"/>
          </ac:spMkLst>
        </pc:spChg>
        <pc:spChg chg="mod">
          <ac:chgData name="Kusmlata Sheoran" userId="622bcd2c-7b88-482c-87fa-3fb3dcfc9337" providerId="ADAL" clId="{E1090FEB-3058-4AAD-9FD7-1A9D5A9D1E34}" dt="2023-05-02T10:39:39.191" v="2130" actId="6549"/>
          <ac:spMkLst>
            <pc:docMk/>
            <pc:sldMk cId="2724890426" sldId="352"/>
            <ac:spMk id="3" creationId="{79C3EADF-09E7-3623-F6A9-91037F4BB909}"/>
          </ac:spMkLst>
        </pc:spChg>
      </pc:sldChg>
      <pc:sldChg chg="modSp new mod ord modNotesTx">
        <pc:chgData name="Kusmlata Sheoran" userId="622bcd2c-7b88-482c-87fa-3fb3dcfc9337" providerId="ADAL" clId="{E1090FEB-3058-4AAD-9FD7-1A9D5A9D1E34}" dt="2023-05-02T14:28:03.025" v="2286"/>
        <pc:sldMkLst>
          <pc:docMk/>
          <pc:sldMk cId="3484524983" sldId="353"/>
        </pc:sldMkLst>
        <pc:spChg chg="mod">
          <ac:chgData name="Kusmlata Sheoran" userId="622bcd2c-7b88-482c-87fa-3fb3dcfc9337" providerId="ADAL" clId="{E1090FEB-3058-4AAD-9FD7-1A9D5A9D1E34}" dt="2023-05-02T10:46:08.785" v="2179" actId="14100"/>
          <ac:spMkLst>
            <pc:docMk/>
            <pc:sldMk cId="3484524983" sldId="353"/>
            <ac:spMk id="2" creationId="{015DC565-3E5F-D880-1528-1B3EE2AAA7B5}"/>
          </ac:spMkLst>
        </pc:spChg>
        <pc:spChg chg="mod">
          <ac:chgData name="Kusmlata Sheoran" userId="622bcd2c-7b88-482c-87fa-3fb3dcfc9337" providerId="ADAL" clId="{E1090FEB-3058-4AAD-9FD7-1A9D5A9D1E34}" dt="2023-05-02T14:27:34.292" v="2284" actId="6549"/>
          <ac:spMkLst>
            <pc:docMk/>
            <pc:sldMk cId="3484524983" sldId="353"/>
            <ac:spMk id="3" creationId="{9CA17821-137C-35CE-DDFB-575495069A14}"/>
          </ac:spMkLst>
        </pc:spChg>
      </pc:sldChg>
      <pc:sldChg chg="addSp modSp new mod modNotesTx">
        <pc:chgData name="Kusmlata Sheoran" userId="622bcd2c-7b88-482c-87fa-3fb3dcfc9337" providerId="ADAL" clId="{E1090FEB-3058-4AAD-9FD7-1A9D5A9D1E34}" dt="2023-05-02T14:32:14.369" v="2472" actId="207"/>
        <pc:sldMkLst>
          <pc:docMk/>
          <pc:sldMk cId="2449277228" sldId="354"/>
        </pc:sldMkLst>
        <pc:spChg chg="mod">
          <ac:chgData name="Kusmlata Sheoran" userId="622bcd2c-7b88-482c-87fa-3fb3dcfc9337" providerId="ADAL" clId="{E1090FEB-3058-4AAD-9FD7-1A9D5A9D1E34}" dt="2023-05-02T14:28:22.653" v="2297" actId="20577"/>
          <ac:spMkLst>
            <pc:docMk/>
            <pc:sldMk cId="2449277228" sldId="354"/>
            <ac:spMk id="2" creationId="{D9991E8D-4FFD-5622-E077-881260610504}"/>
          </ac:spMkLst>
        </pc:spChg>
        <pc:spChg chg="mod">
          <ac:chgData name="Kusmlata Sheoran" userId="622bcd2c-7b88-482c-87fa-3fb3dcfc9337" providerId="ADAL" clId="{E1090FEB-3058-4AAD-9FD7-1A9D5A9D1E34}" dt="2023-05-02T14:31:53.033" v="2467" actId="14100"/>
          <ac:spMkLst>
            <pc:docMk/>
            <pc:sldMk cId="2449277228" sldId="354"/>
            <ac:spMk id="3" creationId="{D911ECD4-2063-E04F-DF76-2F170002945E}"/>
          </ac:spMkLst>
        </pc:spChg>
        <pc:spChg chg="add mod">
          <ac:chgData name="Kusmlata Sheoran" userId="622bcd2c-7b88-482c-87fa-3fb3dcfc9337" providerId="ADAL" clId="{E1090FEB-3058-4AAD-9FD7-1A9D5A9D1E34}" dt="2023-05-02T10:49:52.128" v="2229" actId="1076"/>
          <ac:spMkLst>
            <pc:docMk/>
            <pc:sldMk cId="2449277228" sldId="354"/>
            <ac:spMk id="5" creationId="{3F119CBB-008F-98E6-1704-37624C731C61}"/>
          </ac:spMkLst>
        </pc:spChg>
        <pc:spChg chg="add mod">
          <ac:chgData name="Kusmlata Sheoran" userId="622bcd2c-7b88-482c-87fa-3fb3dcfc9337" providerId="ADAL" clId="{E1090FEB-3058-4AAD-9FD7-1A9D5A9D1E34}" dt="2023-05-02T14:32:14.369" v="2472" actId="207"/>
          <ac:spMkLst>
            <pc:docMk/>
            <pc:sldMk cId="2449277228" sldId="354"/>
            <ac:spMk id="7" creationId="{FCDCF007-45DE-4D6A-E762-E02BFEA74717}"/>
          </ac:spMkLst>
        </pc:spChg>
        <pc:picChg chg="add mod">
          <ac:chgData name="Kusmlata Sheoran" userId="622bcd2c-7b88-482c-87fa-3fb3dcfc9337" providerId="ADAL" clId="{E1090FEB-3058-4AAD-9FD7-1A9D5A9D1E34}" dt="2023-05-02T14:31:59.057" v="2469" actId="1076"/>
          <ac:picMkLst>
            <pc:docMk/>
            <pc:sldMk cId="2449277228" sldId="354"/>
            <ac:picMk id="1026" creationId="{B9BB8495-C938-78F9-87DA-E1D227B86765}"/>
          </ac:picMkLst>
        </pc:picChg>
      </pc:sldChg>
      <pc:sldChg chg="modSp new mod modNotesTx">
        <pc:chgData name="Kusmlata Sheoran" userId="622bcd2c-7b88-482c-87fa-3fb3dcfc9337" providerId="ADAL" clId="{E1090FEB-3058-4AAD-9FD7-1A9D5A9D1E34}" dt="2023-05-02T14:37:20.057" v="2554" actId="20577"/>
        <pc:sldMkLst>
          <pc:docMk/>
          <pc:sldMk cId="3067504193" sldId="355"/>
        </pc:sldMkLst>
        <pc:spChg chg="mod">
          <ac:chgData name="Kusmlata Sheoran" userId="622bcd2c-7b88-482c-87fa-3fb3dcfc9337" providerId="ADAL" clId="{E1090FEB-3058-4AAD-9FD7-1A9D5A9D1E34}" dt="2023-05-02T10:57:13.088" v="2279" actId="20577"/>
          <ac:spMkLst>
            <pc:docMk/>
            <pc:sldMk cId="3067504193" sldId="355"/>
            <ac:spMk id="2" creationId="{3C415E7A-7707-3461-6B7A-5F3CE990F50A}"/>
          </ac:spMkLst>
        </pc:spChg>
        <pc:spChg chg="mod">
          <ac:chgData name="Kusmlata Sheoran" userId="622bcd2c-7b88-482c-87fa-3fb3dcfc9337" providerId="ADAL" clId="{E1090FEB-3058-4AAD-9FD7-1A9D5A9D1E34}" dt="2023-05-02T14:37:20.057" v="2554" actId="20577"/>
          <ac:spMkLst>
            <pc:docMk/>
            <pc:sldMk cId="3067504193" sldId="355"/>
            <ac:spMk id="3" creationId="{7476F2D7-65C2-A942-2D22-B99B186BC308}"/>
          </ac:spMkLst>
        </pc:spChg>
      </pc:sldChg>
      <pc:sldChg chg="add del">
        <pc:chgData name="Kusmlata Sheoran" userId="622bcd2c-7b88-482c-87fa-3fb3dcfc9337" providerId="ADAL" clId="{E1090FEB-3058-4AAD-9FD7-1A9D5A9D1E34}" dt="2023-05-02T14:32:29.676" v="2473" actId="47"/>
        <pc:sldMkLst>
          <pc:docMk/>
          <pc:sldMk cId="3078906513" sldId="356"/>
        </pc:sldMkLst>
      </pc:sldChg>
      <pc:sldChg chg="addSp modSp add mod">
        <pc:chgData name="Kusmlata Sheoran" userId="622bcd2c-7b88-482c-87fa-3fb3dcfc9337" providerId="ADAL" clId="{E1090FEB-3058-4AAD-9FD7-1A9D5A9D1E34}" dt="2023-05-02T14:39:15.342" v="2596" actId="6549"/>
        <pc:sldMkLst>
          <pc:docMk/>
          <pc:sldMk cId="3305274551" sldId="356"/>
        </pc:sldMkLst>
        <pc:spChg chg="mod">
          <ac:chgData name="Kusmlata Sheoran" userId="622bcd2c-7b88-482c-87fa-3fb3dcfc9337" providerId="ADAL" clId="{E1090FEB-3058-4AAD-9FD7-1A9D5A9D1E34}" dt="2023-05-02T14:36:28.511" v="2551" actId="20577"/>
          <ac:spMkLst>
            <pc:docMk/>
            <pc:sldMk cId="3305274551" sldId="356"/>
            <ac:spMk id="2" creationId="{3C415E7A-7707-3461-6B7A-5F3CE990F50A}"/>
          </ac:spMkLst>
        </pc:spChg>
        <pc:spChg chg="mod">
          <ac:chgData name="Kusmlata Sheoran" userId="622bcd2c-7b88-482c-87fa-3fb3dcfc9337" providerId="ADAL" clId="{E1090FEB-3058-4AAD-9FD7-1A9D5A9D1E34}" dt="2023-05-02T14:38:32.021" v="2588" actId="14100"/>
          <ac:spMkLst>
            <pc:docMk/>
            <pc:sldMk cId="3305274551" sldId="356"/>
            <ac:spMk id="3" creationId="{7476F2D7-65C2-A942-2D22-B99B186BC308}"/>
          </ac:spMkLst>
        </pc:spChg>
        <pc:spChg chg="add mod">
          <ac:chgData name="Kusmlata Sheoran" userId="622bcd2c-7b88-482c-87fa-3fb3dcfc9337" providerId="ADAL" clId="{E1090FEB-3058-4AAD-9FD7-1A9D5A9D1E34}" dt="2023-05-02T14:39:15.342" v="2596" actId="6549"/>
          <ac:spMkLst>
            <pc:docMk/>
            <pc:sldMk cId="3305274551" sldId="356"/>
            <ac:spMk id="5" creationId="{8DAAEE6F-43DE-FFE7-DEB8-13CA2C30916F}"/>
          </ac:spMkLst>
        </pc:spChg>
      </pc:sldChg>
      <pc:sldChg chg="modSp add mod">
        <pc:chgData name="Kusmlata Sheoran" userId="622bcd2c-7b88-482c-87fa-3fb3dcfc9337" providerId="ADAL" clId="{E1090FEB-3058-4AAD-9FD7-1A9D5A9D1E34}" dt="2023-05-02T22:58:15.452" v="2827" actId="255"/>
        <pc:sldMkLst>
          <pc:docMk/>
          <pc:sldMk cId="3439396156" sldId="357"/>
        </pc:sldMkLst>
        <pc:spChg chg="mod">
          <ac:chgData name="Kusmlata Sheoran" userId="622bcd2c-7b88-482c-87fa-3fb3dcfc9337" providerId="ADAL" clId="{E1090FEB-3058-4AAD-9FD7-1A9D5A9D1E34}" dt="2023-05-02T22:58:15.452" v="2827" actId="255"/>
          <ac:spMkLst>
            <pc:docMk/>
            <pc:sldMk cId="3439396156" sldId="357"/>
            <ac:spMk id="3" creationId="{D7FAD9C2-61DC-6FC5-9E0E-33DCE090901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8/5/2024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datacamp.com/tutorial/svm-classification-scikit-learn-python"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datacamp.com/tutorial/svm-classification-scikit-learn-python"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jeremyjordan.me/author/jeremy/"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Pycomates</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5</a:t>
            </a:fld>
            <a:endParaRPr lang="en-US" dirty="0"/>
          </a:p>
        </p:txBody>
      </p:sp>
    </p:spTree>
    <p:extLst>
      <p:ext uri="{BB962C8B-B14F-4D97-AF65-F5344CB8AC3E}">
        <p14:creationId xmlns:p14="http://schemas.microsoft.com/office/powerpoint/2010/main" val="1355795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sng" kern="1800" spc="-75" dirty="0">
                <a:solidFill>
                  <a:srgbClr val="05192D"/>
                </a:solidFill>
                <a:effectLst/>
                <a:latin typeface="Arial" panose="020B0604020202020204" pitchFamily="34" charset="0"/>
                <a:ea typeface="Times New Roman" panose="02020603050405020304" pitchFamily="18" charset="0"/>
                <a:cs typeface="Times New Roman" panose="02020603050405020304" pitchFamily="18" charset="0"/>
                <a:hlinkClick r:id="rId3"/>
              </a:rPr>
              <a:t>https://www.datacamp.com/tutorial/svm-classification-scikit-learn-python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extLst>
      <p:ext uri="{BB962C8B-B14F-4D97-AF65-F5344CB8AC3E}">
        <p14:creationId xmlns:p14="http://schemas.microsoft.com/office/powerpoint/2010/main" val="469215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Pycomates</a:t>
            </a:r>
            <a:endParaRPr lang="en-GB" dirty="0"/>
          </a:p>
          <a:p>
            <a:r>
              <a:rPr lang="en-GB" dirty="0"/>
              <a:t>(Siddarth,2022)</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9</a:t>
            </a:fld>
            <a:endParaRPr lang="en-US" dirty="0"/>
          </a:p>
        </p:txBody>
      </p:sp>
    </p:spTree>
    <p:extLst>
      <p:ext uri="{BB962C8B-B14F-4D97-AF65-F5344CB8AC3E}">
        <p14:creationId xmlns:p14="http://schemas.microsoft.com/office/powerpoint/2010/main" val="130757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pycomates</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10</a:t>
            </a:fld>
            <a:endParaRPr lang="en-US" dirty="0"/>
          </a:p>
        </p:txBody>
      </p:sp>
    </p:spTree>
    <p:extLst>
      <p:ext uri="{BB962C8B-B14F-4D97-AF65-F5344CB8AC3E}">
        <p14:creationId xmlns:p14="http://schemas.microsoft.com/office/powerpoint/2010/main" val="2629740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pycomates</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11</a:t>
            </a:fld>
            <a:endParaRPr lang="en-US" dirty="0"/>
          </a:p>
        </p:txBody>
      </p:sp>
    </p:spTree>
    <p:extLst>
      <p:ext uri="{BB962C8B-B14F-4D97-AF65-F5344CB8AC3E}">
        <p14:creationId xmlns:p14="http://schemas.microsoft.com/office/powerpoint/2010/main" val="3823816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kern="1800" spc="-75" dirty="0">
                <a:solidFill>
                  <a:srgbClr val="05192D"/>
                </a:solidFill>
                <a:effectLst/>
                <a:latin typeface="Arial" panose="020B0604020202020204" pitchFamily="34" charset="0"/>
                <a:ea typeface="Times New Roman" panose="02020603050405020304" pitchFamily="18" charset="0"/>
                <a:cs typeface="Times New Roman" panose="02020603050405020304" pitchFamily="18" charset="0"/>
                <a:hlinkClick r:id="rId3"/>
              </a:rPr>
              <a:t>https://www.datacamp.com/tutorial/svm-classification-scikit-learn-python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12</a:t>
            </a:fld>
            <a:endParaRPr lang="en-US" dirty="0"/>
          </a:p>
        </p:txBody>
      </p:sp>
    </p:spTree>
    <p:extLst>
      <p:ext uri="{BB962C8B-B14F-4D97-AF65-F5344CB8AC3E}">
        <p14:creationId xmlns:p14="http://schemas.microsoft.com/office/powerpoint/2010/main" val="287472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https://www.pycodemates.com/2022/07/support-vector-machines-detailed-overview.html</a:t>
            </a:r>
          </a:p>
        </p:txBody>
      </p:sp>
      <p:sp>
        <p:nvSpPr>
          <p:cNvPr id="4" name="Slide Number Placeholder 3"/>
          <p:cNvSpPr>
            <a:spLocks noGrp="1"/>
          </p:cNvSpPr>
          <p:nvPr>
            <p:ph type="sldNum" sz="quarter" idx="5"/>
          </p:nvPr>
        </p:nvSpPr>
        <p:spPr/>
        <p:txBody>
          <a:bodyPr/>
          <a:lstStyle/>
          <a:p>
            <a:fld id="{1FACCC11-19A3-4E27-AB70-5FB3E1779C6E}" type="slidenum">
              <a:rPr lang="en-US" smtClean="0"/>
              <a:t>18</a:t>
            </a:fld>
            <a:endParaRPr lang="en-US" dirty="0"/>
          </a:p>
        </p:txBody>
      </p:sp>
    </p:spTree>
    <p:extLst>
      <p:ext uri="{BB962C8B-B14F-4D97-AF65-F5344CB8AC3E}">
        <p14:creationId xmlns:p14="http://schemas.microsoft.com/office/powerpoint/2010/main" val="3040854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20</a:t>
            </a:fld>
            <a:endParaRPr lang="en-US" dirty="0"/>
          </a:p>
        </p:txBody>
      </p:sp>
    </p:spTree>
    <p:extLst>
      <p:ext uri="{BB962C8B-B14F-4D97-AF65-F5344CB8AC3E}">
        <p14:creationId xmlns:p14="http://schemas.microsoft.com/office/powerpoint/2010/main" val="1645124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fontAlgn="base">
              <a:lnSpc>
                <a:spcPts val="1680"/>
              </a:lnSpc>
              <a:spcBef>
                <a:spcPts val="0"/>
              </a:spcBef>
              <a:spcAft>
                <a:spcPts val="0"/>
              </a:spcAft>
            </a:pPr>
            <a:r>
              <a:rPr lang="en-US" sz="1200" u="sng" kern="0" dirty="0">
                <a:solidFill>
                  <a:srgbClr val="2B2F36"/>
                </a:solidFill>
                <a:effectLst/>
                <a:latin typeface="inherit"/>
                <a:ea typeface="Times New Roman" panose="02020603050405020304" pitchFamily="18" charset="0"/>
                <a:cs typeface="Times New Roman" panose="02020603050405020304" pitchFamily="18" charset="0"/>
                <a:hlinkClick r:id="rId3"/>
              </a:rPr>
              <a:t>JEREMY JORDAN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a:lnSpc>
                <a:spcPct val="107000"/>
              </a:lnSpc>
              <a:spcBef>
                <a:spcPts val="0"/>
              </a:spcBef>
              <a:spcAft>
                <a:spcPts val="0"/>
              </a:spcAft>
            </a:pPr>
            <a:r>
              <a:rPr lang="en-US" sz="1200" kern="0" dirty="0">
                <a:effectLst/>
                <a:latin typeface="inherit"/>
                <a:ea typeface="Times New Roman" panose="02020603050405020304" pitchFamily="18"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22</a:t>
            </a:fld>
            <a:endParaRPr lang="en-US" dirty="0"/>
          </a:p>
        </p:txBody>
      </p:sp>
    </p:spTree>
    <p:extLst>
      <p:ext uri="{BB962C8B-B14F-4D97-AF65-F5344CB8AC3E}">
        <p14:creationId xmlns:p14="http://schemas.microsoft.com/office/powerpoint/2010/main" val="177216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main idea behind SVM classifier is to find a hyperplane that maximally separates the data points of different classes. In other words, we are looking for the largest margin between the data points belonging to two classes. The hyperplane is selected such that it maximizes the distance between the hyperplane and the closest data points from each class, which are called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vectors</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These points have a direct impact on the position and orientation of the hyperplane. The rationale behind having decision boundaries with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large margins</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is that they tend to have a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lower generalization error</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whereas models with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small margins</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are more prone to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overfitting</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Hence, SVM classifier is also termed as </a:t>
            </a:r>
            <a:r>
              <a:rPr lang="en-US" sz="1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maximum margin classifier</a:t>
            </a:r>
            <a: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meaning that it finds the line or hyperplane that has the largest distance to the nearest training data points (support vectors) of any class. The following picture represents the same.</a:t>
            </a:r>
            <a:br>
              <a:rPr lang="en-US" sz="1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endParaRPr lang="en-US"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24</a:t>
            </a:fld>
            <a:endParaRPr lang="en-US" dirty="0"/>
          </a:p>
        </p:txBody>
      </p:sp>
    </p:spTree>
    <p:extLst>
      <p:ext uri="{BB962C8B-B14F-4D97-AF65-F5344CB8AC3E}">
        <p14:creationId xmlns:p14="http://schemas.microsoft.com/office/powerpoint/2010/main" val="1983464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https://www.pycodemates.com/2022/10/classification-of-iris-dataset-using-SVM-in-python.html</a:t>
            </a:r>
          </a:p>
        </p:txBody>
      </p:sp>
      <p:sp>
        <p:nvSpPr>
          <p:cNvPr id="4" name="Slide Number Placeholder 3"/>
          <p:cNvSpPr>
            <a:spLocks noGrp="1"/>
          </p:cNvSpPr>
          <p:nvPr>
            <p:ph type="sldNum" sz="quarter" idx="5"/>
          </p:nvPr>
        </p:nvSpPr>
        <p:spPr/>
        <p:txBody>
          <a:bodyPr/>
          <a:lstStyle/>
          <a:p>
            <a:fld id="{1FACCC11-19A3-4E27-AB70-5FB3E1779C6E}" type="slidenum">
              <a:rPr lang="en-US" smtClean="0"/>
              <a:t>28</a:t>
            </a:fld>
            <a:endParaRPr lang="en-US" dirty="0"/>
          </a:p>
        </p:txBody>
      </p:sp>
    </p:spTree>
    <p:extLst>
      <p:ext uri="{BB962C8B-B14F-4D97-AF65-F5344CB8AC3E}">
        <p14:creationId xmlns:p14="http://schemas.microsoft.com/office/powerpoint/2010/main" val="590958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https://www.shiksha.com/online-courses/articles/support-vector-machines-python-code/</a:t>
            </a:r>
          </a:p>
          <a:p>
            <a:r>
              <a:rPr lang="en-US" dirty="0" err="1">
                <a:solidFill>
                  <a:srgbClr val="F8F8F2"/>
                </a:solidFill>
                <a:effectLst/>
              </a:rPr>
              <a:t>svc_diag</a:t>
            </a:r>
            <a:r>
              <a:rPr lang="en-US" dirty="0">
                <a:solidFill>
                  <a:srgbClr val="66D9EF"/>
                </a:solidFill>
                <a:effectLst/>
              </a:rPr>
              <a:t>=</a:t>
            </a:r>
            <a:r>
              <a:rPr lang="en-US" dirty="0">
                <a:solidFill>
                  <a:srgbClr val="F8F8F2"/>
                </a:solidFill>
                <a:effectLst/>
              </a:rPr>
              <a:t>SVC(C</a:t>
            </a:r>
            <a:r>
              <a:rPr lang="en-US" dirty="0">
                <a:solidFill>
                  <a:srgbClr val="66D9EF"/>
                </a:solidFill>
                <a:effectLst/>
              </a:rPr>
              <a:t>=</a:t>
            </a:r>
            <a:r>
              <a:rPr lang="en-US" dirty="0">
                <a:solidFill>
                  <a:srgbClr val="AE81FF"/>
                </a:solidFill>
                <a:effectLst/>
              </a:rPr>
              <a:t>10</a:t>
            </a:r>
            <a:r>
              <a:rPr lang="en-US" dirty="0">
                <a:solidFill>
                  <a:srgbClr val="F8F8F2"/>
                </a:solidFill>
                <a:effectLst/>
              </a:rPr>
              <a:t>,kernel</a:t>
            </a:r>
            <a:r>
              <a:rPr lang="en-US" dirty="0">
                <a:solidFill>
                  <a:srgbClr val="66D9EF"/>
                </a:solidFill>
                <a:effectLst/>
              </a:rPr>
              <a:t>=</a:t>
            </a:r>
            <a:r>
              <a:rPr lang="en-US" dirty="0">
                <a:solidFill>
                  <a:srgbClr val="A6E22E"/>
                </a:solidFill>
                <a:effectLst/>
              </a:rPr>
              <a:t>'</a:t>
            </a:r>
            <a:r>
              <a:rPr lang="en-US" dirty="0" err="1">
                <a:solidFill>
                  <a:srgbClr val="A6E22E"/>
                </a:solidFill>
                <a:effectLst/>
              </a:rPr>
              <a:t>rbf</a:t>
            </a:r>
            <a:r>
              <a:rPr lang="en-US" dirty="0">
                <a:solidFill>
                  <a:srgbClr val="A6E22E"/>
                </a:solidFill>
                <a:effectLst/>
              </a:rPr>
              <a:t>'</a:t>
            </a:r>
            <a:r>
              <a:rPr lang="en-US" dirty="0">
                <a:solidFill>
                  <a:srgbClr val="F8F8F2"/>
                </a:solidFill>
                <a:effectLst/>
              </a:rPr>
              <a:t>,gamma</a:t>
            </a:r>
            <a:r>
              <a:rPr lang="en-US" dirty="0">
                <a:solidFill>
                  <a:srgbClr val="66D9EF"/>
                </a:solidFill>
                <a:effectLst/>
              </a:rPr>
              <a:t>=</a:t>
            </a:r>
            <a:r>
              <a:rPr lang="en-US" dirty="0">
                <a:solidFill>
                  <a:srgbClr val="AE81FF"/>
                </a:solidFill>
                <a:effectLst/>
              </a:rPr>
              <a:t>2</a:t>
            </a:r>
            <a:r>
              <a:rPr lang="en-US" dirty="0">
                <a:solidFill>
                  <a:srgbClr val="F8F8F2"/>
                </a:solidFill>
                <a:effectLst/>
              </a:rPr>
              <a:t>)</a:t>
            </a:r>
          </a:p>
          <a:p>
            <a:r>
              <a:rPr lang="en-US" dirty="0" err="1">
                <a:solidFill>
                  <a:srgbClr val="F8F8F2"/>
                </a:solidFill>
                <a:effectLst/>
              </a:rPr>
              <a:t>svc_diag.fit</a:t>
            </a:r>
            <a:r>
              <a:rPr lang="en-US" dirty="0">
                <a:solidFill>
                  <a:srgbClr val="F8F8F2"/>
                </a:solidFill>
                <a:effectLst/>
              </a:rPr>
              <a:t>(</a:t>
            </a:r>
            <a:r>
              <a:rPr lang="en-US" dirty="0" err="1">
                <a:solidFill>
                  <a:srgbClr val="F8F8F2"/>
                </a:solidFill>
                <a:effectLst/>
              </a:rPr>
              <a:t>X_train,y_train</a:t>
            </a:r>
            <a:r>
              <a:rPr lang="en-US" dirty="0">
                <a:solidFill>
                  <a:srgbClr val="F8F8F2"/>
                </a:solidFill>
                <a:effectLst/>
              </a:rPr>
              <a:t>)</a:t>
            </a:r>
          </a:p>
          <a:p>
            <a:endParaRPr lang="en-US" dirty="0">
              <a:solidFill>
                <a:srgbClr val="F8F8F2"/>
              </a:solidFill>
              <a:effectLst/>
            </a:endParaRPr>
          </a:p>
          <a:p>
            <a:br>
              <a:rPr lang="en-US" dirty="0">
                <a:solidFill>
                  <a:srgbClr val="F8F8F2"/>
                </a:solidFill>
                <a:effectLst/>
              </a:rPr>
            </a:br>
            <a:r>
              <a:rPr lang="en-US" dirty="0" err="1">
                <a:solidFill>
                  <a:srgbClr val="F8F8F2"/>
                </a:solidFill>
                <a:effectLst/>
              </a:rPr>
              <a:t>svc_diag</a:t>
            </a:r>
            <a:r>
              <a:rPr lang="en-US" dirty="0">
                <a:solidFill>
                  <a:srgbClr val="F8F8F2"/>
                </a:solidFill>
                <a:effectLst/>
              </a:rPr>
              <a:t> </a:t>
            </a:r>
            <a:r>
              <a:rPr lang="en-US" dirty="0">
                <a:solidFill>
                  <a:srgbClr val="66D9EF"/>
                </a:solidFill>
                <a:effectLst/>
              </a:rPr>
              <a:t>=</a:t>
            </a:r>
            <a:r>
              <a:rPr lang="en-US" dirty="0">
                <a:solidFill>
                  <a:srgbClr val="F8F8F2"/>
                </a:solidFill>
                <a:effectLst/>
              </a:rPr>
              <a:t> SVC(C</a:t>
            </a:r>
            <a:r>
              <a:rPr lang="en-US" dirty="0">
                <a:solidFill>
                  <a:srgbClr val="66D9EF"/>
                </a:solidFill>
                <a:effectLst/>
              </a:rPr>
              <a:t>=</a:t>
            </a:r>
            <a:r>
              <a:rPr lang="en-US" dirty="0">
                <a:solidFill>
                  <a:srgbClr val="AE81FF"/>
                </a:solidFill>
                <a:effectLst/>
              </a:rPr>
              <a:t>10</a:t>
            </a:r>
            <a:r>
              <a:rPr lang="en-US" dirty="0">
                <a:solidFill>
                  <a:srgbClr val="F8F8F2"/>
                </a:solidFill>
                <a:effectLst/>
              </a:rPr>
              <a:t>,kernel</a:t>
            </a:r>
            <a:r>
              <a:rPr lang="en-US" dirty="0">
                <a:solidFill>
                  <a:srgbClr val="66D9EF"/>
                </a:solidFill>
                <a:effectLst/>
              </a:rPr>
              <a:t>=</a:t>
            </a:r>
            <a:r>
              <a:rPr lang="en-US" dirty="0">
                <a:solidFill>
                  <a:srgbClr val="A6E22E"/>
                </a:solidFill>
                <a:effectLst/>
              </a:rPr>
              <a:t>'linear’</a:t>
            </a:r>
            <a:r>
              <a:rPr lang="en-US" dirty="0">
                <a:solidFill>
                  <a:srgbClr val="F8F8F2"/>
                </a:solidFill>
                <a:effectLst/>
              </a:rPr>
              <a:t>)</a:t>
            </a:r>
          </a:p>
          <a:p>
            <a:br>
              <a:rPr lang="en-US" dirty="0"/>
            </a:br>
            <a:endParaRPr lang="en-US" dirty="0">
              <a:solidFill>
                <a:srgbClr val="F8F8F2"/>
              </a:solidFill>
              <a:effectLst/>
            </a:endParaRPr>
          </a:p>
          <a:p>
            <a:endParaRPr lang="en-US" dirty="0">
              <a:solidFill>
                <a:srgbClr val="F8F8F2"/>
              </a:solidFill>
              <a:effectLst/>
            </a:endParaRPr>
          </a:p>
          <a:p>
            <a:endParaRPr lang="en-US"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29</a:t>
            </a:fld>
            <a:endParaRPr lang="en-US" dirty="0"/>
          </a:p>
        </p:txBody>
      </p:sp>
    </p:spTree>
    <p:extLst>
      <p:ext uri="{BB962C8B-B14F-4D97-AF65-F5344CB8AC3E}">
        <p14:creationId xmlns:p14="http://schemas.microsoft.com/office/powerpoint/2010/main" val="89030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https://www.shiksha.com/online-courses/articles/support-vector-machines-python-code/</a:t>
            </a:r>
          </a:p>
          <a:p>
            <a:pPr algn="l"/>
            <a:endParaRPr lang="en-US" b="0" i="0" dirty="0">
              <a:solidFill>
                <a:srgbClr val="1B2437"/>
              </a:solidFill>
              <a:effectLst/>
              <a:latin typeface="Inter"/>
            </a:endParaRPr>
          </a:p>
          <a:p>
            <a:pPr algn="l"/>
            <a:r>
              <a:rPr lang="en-US" b="0" i="0" dirty="0">
                <a:solidFill>
                  <a:srgbClr val="1B2437"/>
                </a:solidFill>
                <a:effectLst/>
                <a:latin typeface="Inter"/>
              </a:rPr>
              <a:t>1. </a:t>
            </a:r>
            <a:r>
              <a:rPr lang="en-US" b="1" i="0" dirty="0">
                <a:solidFill>
                  <a:srgbClr val="1B2437"/>
                </a:solidFill>
                <a:effectLst/>
                <a:latin typeface="Inter"/>
              </a:rPr>
              <a:t>Hyperplane</a:t>
            </a:r>
            <a:r>
              <a:rPr lang="en-US" b="0" i="0" dirty="0">
                <a:solidFill>
                  <a:srgbClr val="1B2437"/>
                </a:solidFill>
                <a:effectLst/>
                <a:latin typeface="Inter"/>
              </a:rPr>
              <a:t>:</a:t>
            </a:r>
          </a:p>
          <a:p>
            <a:pPr algn="l"/>
            <a:r>
              <a:rPr lang="en-US" b="0" i="0" dirty="0">
                <a:solidFill>
                  <a:srgbClr val="445578"/>
                </a:solidFill>
                <a:effectLst/>
                <a:latin typeface="Inter"/>
              </a:rPr>
              <a:t>Hyperplanes, also known as decision boundaries or decision planes, are the boundaries that aid in the classification of data points. The side of the hyperplane where a new data point lands can be divided into multiple groups. The hyperplane’s dimension is determined by the number of features assigned to a dataset. The hyperplane can be a simple line if the dataset only has two features. A hyperplane is a two-dimensional plane when a dataset comprises three features.</a:t>
            </a:r>
          </a:p>
          <a:p>
            <a:pPr algn="l"/>
            <a:r>
              <a:rPr lang="en-US" b="0" i="0" dirty="0">
                <a:solidFill>
                  <a:srgbClr val="1B2437"/>
                </a:solidFill>
                <a:effectLst/>
                <a:latin typeface="Inter"/>
              </a:rPr>
              <a:t>2. </a:t>
            </a:r>
            <a:r>
              <a:rPr lang="en-US" b="1" i="0" dirty="0">
                <a:solidFill>
                  <a:srgbClr val="1B2437"/>
                </a:solidFill>
                <a:effectLst/>
                <a:latin typeface="Inter"/>
              </a:rPr>
              <a:t>Support Vectors</a:t>
            </a:r>
            <a:r>
              <a:rPr lang="en-US" b="0" i="0" dirty="0">
                <a:solidFill>
                  <a:srgbClr val="1B2437"/>
                </a:solidFill>
                <a:effectLst/>
                <a:latin typeface="Inter"/>
              </a:rPr>
              <a:t>:</a:t>
            </a:r>
          </a:p>
          <a:p>
            <a:pPr algn="l"/>
            <a:r>
              <a:rPr lang="en-US" b="0" i="0" dirty="0">
                <a:solidFill>
                  <a:srgbClr val="445578"/>
                </a:solidFill>
                <a:effectLst/>
                <a:latin typeface="Inter"/>
              </a:rPr>
              <a:t>Support vectors are the data points closest to the hyperplane and affect its position. These vectors are called support vectors because they alter hyperplane location, hence the Support Vector Machine Algorithm.</a:t>
            </a:r>
          </a:p>
          <a:p>
            <a:pPr algn="l"/>
            <a:r>
              <a:rPr lang="en-US" b="0" i="0" dirty="0">
                <a:solidFill>
                  <a:srgbClr val="1B2437"/>
                </a:solidFill>
                <a:effectLst/>
                <a:latin typeface="Inter"/>
              </a:rPr>
              <a:t>3. </a:t>
            </a:r>
            <a:r>
              <a:rPr lang="en-US" b="1" i="0" dirty="0">
                <a:solidFill>
                  <a:srgbClr val="1B2437"/>
                </a:solidFill>
                <a:effectLst/>
                <a:latin typeface="Inter"/>
              </a:rPr>
              <a:t>Margin</a:t>
            </a:r>
            <a:r>
              <a:rPr lang="en-US" b="0" i="0" dirty="0">
                <a:solidFill>
                  <a:srgbClr val="1B2437"/>
                </a:solidFill>
                <a:effectLst/>
                <a:latin typeface="Inter"/>
              </a:rPr>
              <a:t>:</a:t>
            </a:r>
          </a:p>
          <a:p>
            <a:pPr algn="l"/>
            <a:r>
              <a:rPr lang="en-US" b="0" i="0" dirty="0">
                <a:solidFill>
                  <a:srgbClr val="445578"/>
                </a:solidFill>
                <a:effectLst/>
                <a:latin typeface="Inter"/>
              </a:rPr>
              <a:t>The distance between the hyperplane and the support vectors is the margin. The hyperplane that optimizes the margin is always chosen using SVM. The wider the margin, the more accurate the results are. There are two types of margins in SVM algorithms: hard and soft.</a:t>
            </a:r>
          </a:p>
          <a:p>
            <a:pPr algn="l"/>
            <a:r>
              <a:rPr lang="en-US" b="0" i="0" dirty="0">
                <a:solidFill>
                  <a:srgbClr val="445578"/>
                </a:solidFill>
                <a:effectLst/>
                <a:latin typeface="Inter"/>
              </a:rPr>
              <a:t>SVM can select two parallel lines that maximize the marginal distance when the training dataset is linearly separable; this is known as a hard margin. The SVM admits some margin violations when the training dataset is not linearly separable. A soft margin permits some data points to remain on the wrong side of the hyperplane or between the margin and the hyperplane while maintaining accuracy.</a:t>
            </a:r>
          </a:p>
          <a:p>
            <a:endParaRPr lang="en-US" dirty="0"/>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30</a:t>
            </a:fld>
            <a:endParaRPr lang="en-US" dirty="0"/>
          </a:p>
        </p:txBody>
      </p:sp>
    </p:spTree>
    <p:extLst>
      <p:ext uri="{BB962C8B-B14F-4D97-AF65-F5344CB8AC3E}">
        <p14:creationId xmlns:p14="http://schemas.microsoft.com/office/powerpoint/2010/main" val="10720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32</a:t>
            </a:fld>
            <a:endParaRPr lang="en-US" dirty="0"/>
          </a:p>
        </p:txBody>
      </p:sp>
    </p:spTree>
    <p:extLst>
      <p:ext uri="{BB962C8B-B14F-4D97-AF65-F5344CB8AC3E}">
        <p14:creationId xmlns:p14="http://schemas.microsoft.com/office/powerpoint/2010/main" val="3694761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868735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4.jp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 id="2147483734" r:id="rId2"/>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hyperlink" Target="http://i.imgur.com/kxWgh.png?ref=jeremyjordan.me" TargetMode="External"/><Relationship Id="rId3" Type="http://schemas.openxmlformats.org/officeDocument/2006/relationships/image" Target="../media/image18.png"/><Relationship Id="rId7" Type="http://schemas.openxmlformats.org/officeDocument/2006/relationships/image" Target="../media/image20.png"/><Relationship Id="rId12" Type="http://schemas.openxmlformats.org/officeDocument/2006/relationships/hyperlink" Target="http://i.imgur.com/BWYYZ.png?ref=jeremyjordan.me"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hyperlink" Target="http://i.imgur.com/aLZlG.png?ref=jeremyjordan.me" TargetMode="External"/><Relationship Id="rId11" Type="http://schemas.openxmlformats.org/officeDocument/2006/relationships/image" Target="../media/image22.png"/><Relationship Id="rId5" Type="http://schemas.openxmlformats.org/officeDocument/2006/relationships/image" Target="../media/image19.png"/><Relationship Id="rId10" Type="http://schemas.openxmlformats.org/officeDocument/2006/relationships/hyperlink" Target="http://i.imgur.com/ePy4V.png?ref=jeremyjordan.me" TargetMode="External"/><Relationship Id="rId4" Type="http://schemas.openxmlformats.org/officeDocument/2006/relationships/hyperlink" Target="http://i.imgur.com/zDBbD.png?ref=jeremyjordan.me" TargetMode="External"/><Relationship Id="rId9"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hyperlink" Target="http://i.imgur.com/gWdPX.png?ref=jeremyjordan.me" TargetMode="External"/><Relationship Id="rId5" Type="http://schemas.openxmlformats.org/officeDocument/2006/relationships/image" Target="../media/image25.png"/><Relationship Id="rId4" Type="http://schemas.openxmlformats.org/officeDocument/2006/relationships/hyperlink" Target="http://i.imgur.com/WuxyO.png?ref=jeremyjordan.me"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vitalflux.com/classification-model-svm-classifier-python-example/"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vitalflux.com/wp-content/uploads/2022/08/support-vector-machine-1.png"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https://www.youtube.com/watch?v=TtKF996oEl8" TargetMode="Externa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hyperlink" Target="https://www.kaggle.com/code/xopxesalmon/svm-2dimension-hyperplane-visualization" TargetMode="External"/><Relationship Id="rId3" Type="http://schemas.openxmlformats.org/officeDocument/2006/relationships/hyperlink" Target="https://www.pycodemates.com/2022/07/support-vector-machines-detailed-overview.html" TargetMode="External"/><Relationship Id="rId7" Type="http://schemas.openxmlformats.org/officeDocument/2006/relationships/hyperlink" Target="https://www.kaggle.com/code/arshid/support-vector-machine-on-iris-flower-dataset/notebook"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hyperlink" Target="https://www.youtube.com/watch?v=VB_OcBYh3bw" TargetMode="External"/><Relationship Id="rId5" Type="http://schemas.openxmlformats.org/officeDocument/2006/relationships/hyperlink" Target="https://www.shiksha.com/online-courses/articles/support-vector-machines-python-code/" TargetMode="External"/><Relationship Id="rId4" Type="http://schemas.openxmlformats.org/officeDocument/2006/relationships/hyperlink" Target="https://vitalflux.com/classification-model-svm-classifier-python-exampl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SUPPORT VECTOR MACHINE</a:t>
            </a:r>
          </a:p>
          <a:p>
            <a:r>
              <a:rPr lang="en-GB" dirty="0">
                <a:solidFill>
                  <a:schemeClr val="tx1">
                    <a:lumMod val="65000"/>
                    <a:lumOff val="35000"/>
                  </a:schemeClr>
                </a:solidFill>
                <a:latin typeface="Calibri" panose="020F0502020204030204" pitchFamily="34" charset="0"/>
              </a:rPr>
              <a:t>(SVM)</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306293"/>
            <a:ext cx="10712388" cy="4030258"/>
          </a:xfrm>
        </p:spPr>
        <p:txBody>
          <a:bodyPr/>
          <a:lstStyle/>
          <a:p>
            <a:r>
              <a:rPr lang="en-US" dirty="0">
                <a:solidFill>
                  <a:schemeClr val="tx1">
                    <a:lumMod val="75000"/>
                    <a:lumOff val="25000"/>
                  </a:schemeClr>
                </a:solidFill>
              </a:rPr>
              <a:t>Understand the concept of SVM</a:t>
            </a:r>
          </a:p>
          <a:p>
            <a:r>
              <a:rPr lang="en-US" dirty="0">
                <a:solidFill>
                  <a:schemeClr val="tx1">
                    <a:lumMod val="75000"/>
                    <a:lumOff val="25000"/>
                  </a:schemeClr>
                </a:solidFill>
              </a:rPr>
              <a:t>Application of SVM</a:t>
            </a:r>
          </a:p>
          <a:p>
            <a:r>
              <a:rPr lang="en-US" dirty="0">
                <a:solidFill>
                  <a:schemeClr val="tx1">
                    <a:lumMod val="75000"/>
                    <a:lumOff val="25000"/>
                  </a:schemeClr>
                </a:solidFill>
              </a:rPr>
              <a:t>Advantages and Disadvantages</a:t>
            </a:r>
          </a:p>
          <a:p>
            <a:r>
              <a:rPr lang="en-US" dirty="0">
                <a:solidFill>
                  <a:schemeClr val="tx1">
                    <a:lumMod val="75000"/>
                    <a:lumOff val="25000"/>
                  </a:schemeClr>
                </a:solidFill>
              </a:rPr>
              <a:t>Keywords: Margins, Hyperplane, SVM and Kernels</a:t>
            </a:r>
          </a:p>
          <a:p>
            <a:r>
              <a:rPr lang="en-US" dirty="0">
                <a:solidFill>
                  <a:schemeClr val="tx1">
                    <a:lumMod val="75000"/>
                    <a:lumOff val="25000"/>
                  </a:schemeClr>
                </a:solidFill>
              </a:rPr>
              <a:t>Tuning Hyperparameter  </a:t>
            </a:r>
          </a:p>
          <a:p>
            <a:r>
              <a:rPr lang="en-US" dirty="0">
                <a:solidFill>
                  <a:schemeClr val="tx1">
                    <a:lumMod val="75000"/>
                    <a:lumOff val="25000"/>
                  </a:schemeClr>
                </a:solidFill>
              </a:rPr>
              <a:t>C-</a:t>
            </a:r>
            <a:r>
              <a:rPr lang="en-US" dirty="0" err="1">
                <a:solidFill>
                  <a:schemeClr val="tx1">
                    <a:lumMod val="75000"/>
                    <a:lumOff val="25000"/>
                  </a:schemeClr>
                </a:solidFill>
              </a:rPr>
              <a:t>Reguliarisation</a:t>
            </a:r>
            <a:r>
              <a:rPr lang="en-US" dirty="0">
                <a:solidFill>
                  <a:schemeClr val="tx1">
                    <a:lumMod val="75000"/>
                    <a:lumOff val="25000"/>
                  </a:schemeClr>
                </a:solidFill>
              </a:rPr>
              <a:t> Parameter </a:t>
            </a:r>
          </a:p>
          <a:p>
            <a:r>
              <a:rPr lang="en-US" dirty="0">
                <a:solidFill>
                  <a:schemeClr val="tx1">
                    <a:lumMod val="75000"/>
                    <a:lumOff val="25000"/>
                  </a:schemeClr>
                </a:solidFill>
              </a:rPr>
              <a:t>Gamma-Non linear SVM </a:t>
            </a:r>
          </a:p>
          <a:p>
            <a:r>
              <a:rPr lang="en-US" dirty="0">
                <a:solidFill>
                  <a:schemeClr val="tx1">
                    <a:lumMod val="75000"/>
                    <a:lumOff val="25000"/>
                  </a:schemeClr>
                </a:solidFill>
              </a:rPr>
              <a:t>Kernel: Linear, Poly and E&amp;F</a:t>
            </a: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93484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DC565-3E5F-D880-1528-1B3EE2AAA7B5}"/>
              </a:ext>
            </a:extLst>
          </p:cNvPr>
          <p:cNvSpPr>
            <a:spLocks noGrp="1"/>
          </p:cNvSpPr>
          <p:nvPr>
            <p:ph type="title"/>
          </p:nvPr>
        </p:nvSpPr>
        <p:spPr>
          <a:xfrm>
            <a:off x="601791" y="555478"/>
            <a:ext cx="9097686" cy="659173"/>
          </a:xfrm>
        </p:spPr>
        <p:txBody>
          <a:bodyPr/>
          <a:lstStyle/>
          <a:p>
            <a:r>
              <a:rPr lang="en-GB" dirty="0"/>
              <a:t>introduction</a:t>
            </a:r>
            <a:endParaRPr lang="en-US" dirty="0"/>
          </a:p>
        </p:txBody>
      </p:sp>
      <p:sp>
        <p:nvSpPr>
          <p:cNvPr id="3" name="Text Placeholder 2">
            <a:extLst>
              <a:ext uri="{FF2B5EF4-FFF2-40B4-BE49-F238E27FC236}">
                <a16:creationId xmlns:a16="http://schemas.microsoft.com/office/drawing/2014/main" id="{9CA17821-137C-35CE-DDFB-575495069A14}"/>
              </a:ext>
            </a:extLst>
          </p:cNvPr>
          <p:cNvSpPr>
            <a:spLocks noGrp="1"/>
          </p:cNvSpPr>
          <p:nvPr>
            <p:ph type="body" sz="quarter" idx="10"/>
          </p:nvPr>
        </p:nvSpPr>
        <p:spPr>
          <a:xfrm>
            <a:off x="354842" y="1214651"/>
            <a:ext cx="11627892" cy="4630673"/>
          </a:xfrm>
        </p:spPr>
        <p:txBody>
          <a:bodyPr/>
          <a:lstStyle/>
          <a:p>
            <a:r>
              <a:rPr lang="en-US" sz="2600" dirty="0"/>
              <a:t>SVM was first introduced in the early 1980s by Vladimir </a:t>
            </a:r>
            <a:r>
              <a:rPr lang="en-US" sz="2600" dirty="0" err="1"/>
              <a:t>Vapnik</a:t>
            </a:r>
            <a:r>
              <a:rPr lang="en-US" sz="2600" dirty="0"/>
              <a:t> and Alexey </a:t>
            </a:r>
            <a:r>
              <a:rPr lang="en-US" sz="2600" dirty="0" err="1"/>
              <a:t>Chervonenkis</a:t>
            </a:r>
            <a:r>
              <a:rPr lang="en-US" sz="2600" dirty="0"/>
              <a:t>. </a:t>
            </a:r>
          </a:p>
          <a:p>
            <a:r>
              <a:rPr lang="en-US" sz="2600" dirty="0"/>
              <a:t>SVMs don't require any pre-processing or normalization of the data set. </a:t>
            </a:r>
          </a:p>
          <a:p>
            <a:r>
              <a:rPr lang="en-US" sz="2600" dirty="0"/>
              <a:t>The idea is that each observation is a point in space, so there are two different types of points: </a:t>
            </a:r>
            <a:r>
              <a:rPr lang="en-US" sz="2600" dirty="0">
                <a:solidFill>
                  <a:srgbClr val="FF0000"/>
                </a:solidFill>
              </a:rPr>
              <a:t>support vectors and non-support vectors. </a:t>
            </a:r>
          </a:p>
          <a:p>
            <a:r>
              <a:rPr lang="en-US" sz="2600" dirty="0"/>
              <a:t>The classification boundary line separates these two types of points on either side. </a:t>
            </a:r>
          </a:p>
          <a:p>
            <a:r>
              <a:rPr lang="en-US" sz="2600" dirty="0"/>
              <a:t>To classify an observation, it is simply determined if it lies closer to one type or another, which can be done by taking its distance from the boundary line for example</a:t>
            </a:r>
          </a:p>
          <a:p>
            <a:endParaRPr lang="en-US" sz="2600" dirty="0"/>
          </a:p>
        </p:txBody>
      </p:sp>
    </p:spTree>
    <p:extLst>
      <p:ext uri="{BB962C8B-B14F-4D97-AF65-F5344CB8AC3E}">
        <p14:creationId xmlns:p14="http://schemas.microsoft.com/office/powerpoint/2010/main" val="3484524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C76B2-A10A-4C0F-3A38-79854EB2EB39}"/>
              </a:ext>
            </a:extLst>
          </p:cNvPr>
          <p:cNvSpPr>
            <a:spLocks noGrp="1"/>
          </p:cNvSpPr>
          <p:nvPr>
            <p:ph type="title"/>
          </p:nvPr>
        </p:nvSpPr>
        <p:spPr/>
        <p:txBody>
          <a:bodyPr/>
          <a:lstStyle/>
          <a:p>
            <a:r>
              <a:rPr lang="en-GB" dirty="0"/>
              <a:t>introduction</a:t>
            </a:r>
          </a:p>
        </p:txBody>
      </p:sp>
      <p:sp>
        <p:nvSpPr>
          <p:cNvPr id="3" name="Text Placeholder 2">
            <a:extLst>
              <a:ext uri="{FF2B5EF4-FFF2-40B4-BE49-F238E27FC236}">
                <a16:creationId xmlns:a16="http://schemas.microsoft.com/office/drawing/2014/main" id="{2B6211F5-3DF9-1850-E544-89D2E6513C29}"/>
              </a:ext>
            </a:extLst>
          </p:cNvPr>
          <p:cNvSpPr>
            <a:spLocks noGrp="1"/>
          </p:cNvSpPr>
          <p:nvPr>
            <p:ph type="body" sz="quarter" idx="10"/>
          </p:nvPr>
        </p:nvSpPr>
        <p:spPr>
          <a:xfrm>
            <a:off x="242371" y="1288973"/>
            <a:ext cx="11611778" cy="4556351"/>
          </a:xfrm>
        </p:spPr>
        <p:txBody>
          <a:bodyPr/>
          <a:lstStyle/>
          <a:p>
            <a:r>
              <a:rPr lang="en-GB" sz="2200" dirty="0"/>
              <a:t>Support vector machine is a supervised model.</a:t>
            </a:r>
          </a:p>
          <a:p>
            <a:r>
              <a:rPr lang="en-GB" sz="2200" dirty="0"/>
              <a:t>It looks at data and ..how does predictions work.</a:t>
            </a:r>
          </a:p>
          <a:p>
            <a:r>
              <a:rPr lang="en-GB" sz="2200" dirty="0"/>
              <a:t>Labelled sample data, decision boundary, plotting the new data</a:t>
            </a:r>
          </a:p>
          <a:p>
            <a:r>
              <a:rPr lang="en-GB" sz="2200" dirty="0"/>
              <a:t>predicting the unknown</a:t>
            </a:r>
          </a:p>
          <a:p>
            <a:r>
              <a:rPr lang="en-GB" sz="2200" dirty="0"/>
              <a:t>We are given a set of people with heights and weight.</a:t>
            </a:r>
          </a:p>
          <a:p>
            <a:r>
              <a:rPr lang="en-GB" sz="2200" dirty="0"/>
              <a:t>Lets add new data point and figure out if its a male</a:t>
            </a:r>
          </a:p>
          <a:p>
            <a:r>
              <a:rPr lang="en-GB" sz="2200" dirty="0"/>
              <a:t>We can split two lines, but to predict the gender of a new data point we should split the data in the best possible way. The line which has the maximum space separates the two classes. That is why this lines , We can also say that the distance between the points and the line should be as far as possible. In technical terms, we can say that the distance between the support vector and the hyperplane should be as far as possible. </a:t>
            </a:r>
          </a:p>
          <a:p>
            <a:r>
              <a:rPr lang="en-GB" sz="2200" dirty="0"/>
              <a:t> </a:t>
            </a:r>
          </a:p>
        </p:txBody>
      </p:sp>
    </p:spTree>
    <p:extLst>
      <p:ext uri="{BB962C8B-B14F-4D97-AF65-F5344CB8AC3E}">
        <p14:creationId xmlns:p14="http://schemas.microsoft.com/office/powerpoint/2010/main" val="3707805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C76B2-A10A-4C0F-3A38-79854EB2EB39}"/>
              </a:ext>
            </a:extLst>
          </p:cNvPr>
          <p:cNvSpPr>
            <a:spLocks noGrp="1"/>
          </p:cNvSpPr>
          <p:nvPr>
            <p:ph type="title"/>
          </p:nvPr>
        </p:nvSpPr>
        <p:spPr/>
        <p:txBody>
          <a:bodyPr/>
          <a:lstStyle/>
          <a:p>
            <a:r>
              <a:rPr lang="en-GB" dirty="0" err="1"/>
              <a:t>introDuction</a:t>
            </a:r>
            <a:endParaRPr lang="en-GB" dirty="0"/>
          </a:p>
        </p:txBody>
      </p:sp>
      <p:sp>
        <p:nvSpPr>
          <p:cNvPr id="3" name="Text Placeholder 2">
            <a:extLst>
              <a:ext uri="{FF2B5EF4-FFF2-40B4-BE49-F238E27FC236}">
                <a16:creationId xmlns:a16="http://schemas.microsoft.com/office/drawing/2014/main" id="{2B6211F5-3DF9-1850-E544-89D2E6513C29}"/>
              </a:ext>
            </a:extLst>
          </p:cNvPr>
          <p:cNvSpPr>
            <a:spLocks noGrp="1"/>
          </p:cNvSpPr>
          <p:nvPr>
            <p:ph type="body" sz="quarter" idx="10"/>
          </p:nvPr>
        </p:nvSpPr>
        <p:spPr>
          <a:xfrm>
            <a:off x="242371" y="1288973"/>
            <a:ext cx="11611778" cy="4556351"/>
          </a:xfrm>
        </p:spPr>
        <p:txBody>
          <a:bodyPr/>
          <a:lstStyle/>
          <a:p>
            <a:r>
              <a:rPr lang="en-GB" sz="2200" dirty="0"/>
              <a:t> Where support vectors are the extreme points in the dataset. </a:t>
            </a:r>
          </a:p>
          <a:p>
            <a:r>
              <a:rPr lang="en-GB" sz="2200" dirty="0"/>
              <a:t>Here D+ is the shortest distance to the closest positive point.</a:t>
            </a:r>
          </a:p>
          <a:p>
            <a:r>
              <a:rPr lang="en-GB" sz="2200" dirty="0"/>
              <a:t>And D- is the shortest distance to the closest negative points. </a:t>
            </a:r>
          </a:p>
          <a:p>
            <a:r>
              <a:rPr lang="en-GB" sz="2200" dirty="0"/>
              <a:t>Sum of D+ and D- is called the distance margin. </a:t>
            </a:r>
          </a:p>
          <a:p>
            <a:r>
              <a:rPr lang="en-GB" sz="2200" dirty="0"/>
              <a:t>From the distance margin, we get the optimal hyperplane. </a:t>
            </a:r>
          </a:p>
          <a:p>
            <a:r>
              <a:rPr lang="en-GB" sz="2200" dirty="0"/>
              <a:t>Based on the hyperplane, we can say the new data point belongs to the male gender. </a:t>
            </a:r>
          </a:p>
          <a:p>
            <a:r>
              <a:rPr lang="en-GB" sz="2200" dirty="0"/>
              <a:t>As a scientist , we should also be asking, but what happens if the hyperplane is not optimal. If we select a hyperplane having low margin then there is a high chance of misclassification.</a:t>
            </a:r>
          </a:p>
          <a:p>
            <a:r>
              <a:rPr lang="en-GB" sz="2200" dirty="0"/>
              <a:t>But what if my dataset is not having any classification , then we must move from a 1-D view of the data to a 2-D view of the data. For the transformation, we use a kernel function . This will take the 1-D input and transfer it to a 2-D output. If the dataset is like a mixed circle. Then we can split by a line into two classes. So to do that we need to transform 2-D to a 3-D .</a:t>
            </a:r>
          </a:p>
          <a:p>
            <a:endParaRPr lang="en-GB" sz="2200" dirty="0"/>
          </a:p>
          <a:p>
            <a:endParaRPr lang="en-GB" sz="2200" dirty="0"/>
          </a:p>
          <a:p>
            <a:endParaRPr lang="en-GB" sz="2200" dirty="0"/>
          </a:p>
        </p:txBody>
      </p:sp>
    </p:spTree>
    <p:extLst>
      <p:ext uri="{BB962C8B-B14F-4D97-AF65-F5344CB8AC3E}">
        <p14:creationId xmlns:p14="http://schemas.microsoft.com/office/powerpoint/2010/main" val="3513360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CE5F-7F13-B330-5C56-E4C987C8431D}"/>
              </a:ext>
            </a:extLst>
          </p:cNvPr>
          <p:cNvSpPr>
            <a:spLocks noGrp="1"/>
          </p:cNvSpPr>
          <p:nvPr>
            <p:ph type="title"/>
          </p:nvPr>
        </p:nvSpPr>
        <p:spPr/>
        <p:txBody>
          <a:bodyPr/>
          <a:lstStyle/>
          <a:p>
            <a:r>
              <a:rPr lang="en-GB" dirty="0"/>
              <a:t>introduction</a:t>
            </a:r>
            <a:endParaRPr lang="en-US" dirty="0"/>
          </a:p>
        </p:txBody>
      </p:sp>
      <p:sp>
        <p:nvSpPr>
          <p:cNvPr id="3" name="Text Placeholder 2">
            <a:extLst>
              <a:ext uri="{FF2B5EF4-FFF2-40B4-BE49-F238E27FC236}">
                <a16:creationId xmlns:a16="http://schemas.microsoft.com/office/drawing/2014/main" id="{4E60B7CA-8539-8F57-8A3A-CA6A25705B29}"/>
              </a:ext>
            </a:extLst>
          </p:cNvPr>
          <p:cNvSpPr>
            <a:spLocks noGrp="1"/>
          </p:cNvSpPr>
          <p:nvPr>
            <p:ph type="body" sz="quarter" idx="10"/>
          </p:nvPr>
        </p:nvSpPr>
        <p:spPr>
          <a:xfrm>
            <a:off x="177421" y="1337481"/>
            <a:ext cx="7397086" cy="4507843"/>
          </a:xfrm>
        </p:spPr>
        <p:txBody>
          <a:bodyPr/>
          <a:lstStyle/>
          <a:p>
            <a:r>
              <a:rPr lang="en-GB" sz="2600" dirty="0"/>
              <a:t>Support vector machine is mostly considered as a Classification Algorithm but can be used for Regression as well. </a:t>
            </a:r>
          </a:p>
          <a:p>
            <a:r>
              <a:rPr lang="en-US" sz="2600" dirty="0"/>
              <a:t>SVM constructs a hyperplane in multidimensional space to separate different classes. </a:t>
            </a:r>
          </a:p>
          <a:p>
            <a:r>
              <a:rPr lang="en-US" sz="2600" dirty="0"/>
              <a:t>SVM generates optimal hyperplane in an iterative manner, which is used to minimize an error. </a:t>
            </a:r>
          </a:p>
          <a:p>
            <a:r>
              <a:rPr lang="en-US" sz="2600" dirty="0"/>
              <a:t>The core idea of SVM is to find a maximum marginal hyperplane(MMH) that best divides the dataset into classes.</a:t>
            </a:r>
          </a:p>
          <a:p>
            <a:endParaRPr lang="en-US" sz="2600" dirty="0"/>
          </a:p>
        </p:txBody>
      </p:sp>
      <p:pic>
        <p:nvPicPr>
          <p:cNvPr id="4" name="Picture 3" descr="Support Vectors">
            <a:extLst>
              <a:ext uri="{FF2B5EF4-FFF2-40B4-BE49-F238E27FC236}">
                <a16:creationId xmlns:a16="http://schemas.microsoft.com/office/drawing/2014/main" id="{5536F477-D384-6571-EB79-3DC6CD74703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74507" y="2015967"/>
            <a:ext cx="3875405" cy="3150870"/>
          </a:xfrm>
          <a:prstGeom prst="rect">
            <a:avLst/>
          </a:prstGeom>
          <a:noFill/>
          <a:ln>
            <a:noFill/>
          </a:ln>
        </p:spPr>
      </p:pic>
    </p:spTree>
    <p:extLst>
      <p:ext uri="{BB962C8B-B14F-4D97-AF65-F5344CB8AC3E}">
        <p14:creationId xmlns:p14="http://schemas.microsoft.com/office/powerpoint/2010/main" val="3786692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91E8D-4FFD-5622-E077-881260610504}"/>
              </a:ext>
            </a:extLst>
          </p:cNvPr>
          <p:cNvSpPr>
            <a:spLocks noGrp="1"/>
          </p:cNvSpPr>
          <p:nvPr>
            <p:ph type="title"/>
          </p:nvPr>
        </p:nvSpPr>
        <p:spPr>
          <a:xfrm>
            <a:off x="601791" y="555479"/>
            <a:ext cx="9097686" cy="713764"/>
          </a:xfrm>
        </p:spPr>
        <p:txBody>
          <a:bodyPr/>
          <a:lstStyle/>
          <a:p>
            <a:r>
              <a:rPr lang="en-GB" dirty="0"/>
              <a:t>Key terms</a:t>
            </a:r>
            <a:endParaRPr lang="en-US" dirty="0"/>
          </a:p>
        </p:txBody>
      </p:sp>
      <p:sp>
        <p:nvSpPr>
          <p:cNvPr id="3" name="Text Placeholder 2">
            <a:extLst>
              <a:ext uri="{FF2B5EF4-FFF2-40B4-BE49-F238E27FC236}">
                <a16:creationId xmlns:a16="http://schemas.microsoft.com/office/drawing/2014/main" id="{D911ECD4-2063-E04F-DF76-2F170002945E}"/>
              </a:ext>
            </a:extLst>
          </p:cNvPr>
          <p:cNvSpPr>
            <a:spLocks noGrp="1"/>
          </p:cNvSpPr>
          <p:nvPr>
            <p:ph type="body" sz="quarter" idx="10"/>
          </p:nvPr>
        </p:nvSpPr>
        <p:spPr>
          <a:xfrm>
            <a:off x="278297" y="1269242"/>
            <a:ext cx="6241774" cy="4576082"/>
          </a:xfrm>
        </p:spPr>
        <p:txBody>
          <a:bodyPr/>
          <a:lstStyle/>
          <a:p>
            <a:r>
              <a:rPr lang="en-US" sz="1800" dirty="0">
                <a:solidFill>
                  <a:srgbClr val="FF0000"/>
                </a:solidFill>
              </a:rPr>
              <a:t>Decision Boundary</a:t>
            </a:r>
            <a:r>
              <a:rPr lang="en-US" sz="1800" dirty="0"/>
              <a:t>: a line or surface that separates different regions in a data space. Each region is associated with a class label, and the decision boundary is used to predict the class label of new data points.</a:t>
            </a:r>
          </a:p>
          <a:p>
            <a:r>
              <a:rPr lang="en-US" sz="1800" dirty="0"/>
              <a:t>Decision boundary can be a line or plane that separates the data space into two regions, one associated with the class label +1 and the other with the class label -1.</a:t>
            </a:r>
          </a:p>
          <a:p>
            <a:r>
              <a:rPr lang="en-US" sz="1800" b="0" i="0" dirty="0">
                <a:solidFill>
                  <a:srgbClr val="08102B"/>
                </a:solidFill>
                <a:effectLst/>
                <a:latin typeface="Noto Sans" panose="020B0502040504020204" pitchFamily="34" charset="0"/>
              </a:rPr>
              <a:t>When the decision boundary is more than 2-dimensional, it is called a hyperplane.</a:t>
            </a:r>
          </a:p>
          <a:p>
            <a:pPr algn="l"/>
            <a:r>
              <a:rPr lang="en-US" sz="1800" b="1" i="0" dirty="0">
                <a:solidFill>
                  <a:srgbClr val="FF0000"/>
                </a:solidFill>
                <a:effectLst/>
                <a:latin typeface="Noto Sans" panose="020B0502040504020204" pitchFamily="34" charset="0"/>
              </a:rPr>
              <a:t>Support Vectors</a:t>
            </a:r>
            <a:r>
              <a:rPr lang="en-US" sz="1800" b="1" i="0" dirty="0">
                <a:solidFill>
                  <a:srgbClr val="08102B"/>
                </a:solidFill>
                <a:effectLst/>
                <a:latin typeface="Noto Sans" panose="020B0502040504020204" pitchFamily="34" charset="0"/>
              </a:rPr>
              <a:t>:</a:t>
            </a:r>
            <a:r>
              <a:rPr lang="en-US" sz="1800" b="0" i="0" dirty="0">
                <a:solidFill>
                  <a:srgbClr val="08102B"/>
                </a:solidFill>
                <a:effectLst/>
                <a:latin typeface="Noto Sans" panose="020B0502040504020204" pitchFamily="34" charset="0"/>
              </a:rPr>
              <a:t> data points that lie closest to the separating line between the two classes.</a:t>
            </a:r>
          </a:p>
          <a:p>
            <a:r>
              <a:rPr lang="en-US" sz="1800" dirty="0">
                <a:solidFill>
                  <a:srgbClr val="FF0000"/>
                </a:solidFill>
              </a:rPr>
              <a:t>Marginal Distance</a:t>
            </a:r>
            <a:r>
              <a:rPr lang="en-US" sz="1800" dirty="0"/>
              <a:t>: is the distance between the closest point in the training data set and the decision boundary. Increasing the margin distance can lead to improved generalization performance, </a:t>
            </a:r>
            <a:r>
              <a:rPr lang="en-US" sz="1800" dirty="0" err="1"/>
              <a:t>ie</a:t>
            </a:r>
            <a:r>
              <a:rPr lang="en-US" sz="1800" dirty="0"/>
              <a:t>,  better out-of-sample prediction.</a:t>
            </a:r>
            <a:endParaRPr lang="en-US" sz="1800" dirty="0">
              <a:solidFill>
                <a:srgbClr val="08102B"/>
              </a:solidFill>
              <a:latin typeface="Noto Sans" panose="020B0502040504020204" pitchFamily="34" charset="0"/>
            </a:endParaRPr>
          </a:p>
        </p:txBody>
      </p:sp>
      <p:pic>
        <p:nvPicPr>
          <p:cNvPr id="1026" name="Picture 2" descr="Support Vector Machine Representation">
            <a:extLst>
              <a:ext uri="{FF2B5EF4-FFF2-40B4-BE49-F238E27FC236}">
                <a16:creationId xmlns:a16="http://schemas.microsoft.com/office/drawing/2014/main" id="{B9BB8495-C938-78F9-87DA-E1D227B867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2513" y="2827281"/>
            <a:ext cx="3838857" cy="264816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119CBB-008F-98E6-1704-37624C731C61}"/>
              </a:ext>
            </a:extLst>
          </p:cNvPr>
          <p:cNvSpPr txBox="1"/>
          <p:nvPr/>
        </p:nvSpPr>
        <p:spPr>
          <a:xfrm>
            <a:off x="8841374" y="5367337"/>
            <a:ext cx="1716206" cy="382558"/>
          </a:xfrm>
          <a:prstGeom prst="rect">
            <a:avLst/>
          </a:prstGeom>
          <a:noFill/>
        </p:spPr>
        <p:txBody>
          <a:bodyPr wrap="square">
            <a:spAutoFit/>
          </a:bodyPr>
          <a:lstStyle/>
          <a:p>
            <a:r>
              <a:rPr lang="en-GB" dirty="0"/>
              <a:t>(Siddarth,2022)</a:t>
            </a:r>
            <a:endParaRPr lang="en-US" dirty="0"/>
          </a:p>
        </p:txBody>
      </p:sp>
      <p:sp>
        <p:nvSpPr>
          <p:cNvPr id="7" name="TextBox 6">
            <a:extLst>
              <a:ext uri="{FF2B5EF4-FFF2-40B4-BE49-F238E27FC236}">
                <a16:creationId xmlns:a16="http://schemas.microsoft.com/office/drawing/2014/main" id="{FCDCF007-45DE-4D6A-E762-E02BFEA74717}"/>
              </a:ext>
            </a:extLst>
          </p:cNvPr>
          <p:cNvSpPr txBox="1"/>
          <p:nvPr/>
        </p:nvSpPr>
        <p:spPr>
          <a:xfrm>
            <a:off x="6334539" y="1382558"/>
            <a:ext cx="5340626" cy="1200329"/>
          </a:xfrm>
          <a:prstGeom prst="rect">
            <a:avLst/>
          </a:prstGeom>
          <a:noFill/>
        </p:spPr>
        <p:txBody>
          <a:bodyPr wrap="square">
            <a:spAutoFit/>
          </a:bodyPr>
          <a:lstStyle/>
          <a:p>
            <a:r>
              <a:rPr lang="en-US" sz="1800" dirty="0">
                <a:solidFill>
                  <a:srgbClr val="FF0000"/>
                </a:solidFill>
              </a:rPr>
              <a:t>Linear Separability</a:t>
            </a:r>
            <a:r>
              <a:rPr lang="en-US" sz="1800" dirty="0"/>
              <a:t>: split into two groups using a single line.</a:t>
            </a:r>
            <a:endParaRPr lang="en-US" sz="1800" dirty="0">
              <a:solidFill>
                <a:srgbClr val="08102B"/>
              </a:solidFill>
              <a:latin typeface="Noto Sans" panose="020B0502040504020204" pitchFamily="34" charset="0"/>
            </a:endParaRPr>
          </a:p>
          <a:p>
            <a:r>
              <a:rPr lang="en-US" sz="1800" dirty="0">
                <a:solidFill>
                  <a:srgbClr val="FF0000"/>
                </a:solidFill>
              </a:rPr>
              <a:t>Non-linear separability</a:t>
            </a:r>
            <a:r>
              <a:rPr lang="en-US" sz="1800" dirty="0"/>
              <a:t>: Non-linear separable data is data that cannot be separated by a linear line.</a:t>
            </a:r>
          </a:p>
        </p:txBody>
      </p:sp>
    </p:spTree>
    <p:extLst>
      <p:ext uri="{BB962C8B-B14F-4D97-AF65-F5344CB8AC3E}">
        <p14:creationId xmlns:p14="http://schemas.microsoft.com/office/powerpoint/2010/main" val="2449277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15E7A-7707-3461-6B7A-5F3CE990F50A}"/>
              </a:ext>
            </a:extLst>
          </p:cNvPr>
          <p:cNvSpPr>
            <a:spLocks noGrp="1"/>
          </p:cNvSpPr>
          <p:nvPr>
            <p:ph type="title"/>
          </p:nvPr>
        </p:nvSpPr>
        <p:spPr/>
        <p:txBody>
          <a:bodyPr/>
          <a:lstStyle/>
          <a:p>
            <a:r>
              <a:rPr lang="en-GB" dirty="0"/>
              <a:t>SVM Working</a:t>
            </a:r>
            <a:endParaRPr lang="en-US" dirty="0"/>
          </a:p>
        </p:txBody>
      </p:sp>
      <p:sp>
        <p:nvSpPr>
          <p:cNvPr id="3" name="Text Placeholder 2">
            <a:extLst>
              <a:ext uri="{FF2B5EF4-FFF2-40B4-BE49-F238E27FC236}">
                <a16:creationId xmlns:a16="http://schemas.microsoft.com/office/drawing/2014/main" id="{7476F2D7-65C2-A942-2D22-B99B186BC308}"/>
              </a:ext>
            </a:extLst>
          </p:cNvPr>
          <p:cNvSpPr>
            <a:spLocks noGrp="1"/>
          </p:cNvSpPr>
          <p:nvPr>
            <p:ph type="body" sz="quarter" idx="10"/>
          </p:nvPr>
        </p:nvSpPr>
        <p:spPr>
          <a:xfrm>
            <a:off x="251791" y="1126435"/>
            <a:ext cx="11344852" cy="4718889"/>
          </a:xfrm>
        </p:spPr>
        <p:txBody>
          <a:bodyPr/>
          <a:lstStyle/>
          <a:p>
            <a:r>
              <a:rPr lang="en-US" sz="2200" dirty="0"/>
              <a:t>A hyperplane between the two classes of data, and then finding the best line that separates them. The best line that separates the data is the one that has the most distance from all the data points in one class and the least distance from all the data points in the other class.</a:t>
            </a:r>
          </a:p>
          <a:p>
            <a:r>
              <a:rPr lang="en-US" sz="2200" dirty="0"/>
              <a:t>To find this line:</a:t>
            </a:r>
          </a:p>
          <a:p>
            <a:r>
              <a:rPr lang="en-US" sz="2200" dirty="0"/>
              <a:t>SVM uses a technique called “linear regression”. Linear regression finds the best line that fits a set of data points. </a:t>
            </a:r>
          </a:p>
          <a:p>
            <a:r>
              <a:rPr lang="en-US" sz="2200" dirty="0"/>
              <a:t>to find the line that has the smallest “error”. Error is just a fancy word for the distance between a data point and the line. </a:t>
            </a:r>
          </a:p>
          <a:p>
            <a:r>
              <a:rPr lang="en-US" sz="2200" dirty="0"/>
              <a:t>SVM uses a technique called “support vectors”: Support vectors are data points that lie on the hyperplane. They are the most important data points because they help to define the hyperplane that can separate the data points. </a:t>
            </a:r>
          </a:p>
          <a:p>
            <a:r>
              <a:rPr lang="en-US" sz="2200" dirty="0"/>
              <a:t>The decision boundary or decision hyperplane including all the support vectors is the one that maximizes the margin between the two classes.  </a:t>
            </a:r>
          </a:p>
        </p:txBody>
      </p:sp>
    </p:spTree>
    <p:extLst>
      <p:ext uri="{BB962C8B-B14F-4D97-AF65-F5344CB8AC3E}">
        <p14:creationId xmlns:p14="http://schemas.microsoft.com/office/powerpoint/2010/main" val="3067504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15E7A-7707-3461-6B7A-5F3CE990F50A}"/>
              </a:ext>
            </a:extLst>
          </p:cNvPr>
          <p:cNvSpPr>
            <a:spLocks noGrp="1"/>
          </p:cNvSpPr>
          <p:nvPr>
            <p:ph type="title"/>
          </p:nvPr>
        </p:nvSpPr>
        <p:spPr/>
        <p:txBody>
          <a:bodyPr/>
          <a:lstStyle/>
          <a:p>
            <a:r>
              <a:rPr lang="en-GB" dirty="0"/>
              <a:t>SVM Working cont..</a:t>
            </a:r>
            <a:endParaRPr lang="en-US" dirty="0"/>
          </a:p>
        </p:txBody>
      </p:sp>
      <p:sp>
        <p:nvSpPr>
          <p:cNvPr id="3" name="Text Placeholder 2">
            <a:extLst>
              <a:ext uri="{FF2B5EF4-FFF2-40B4-BE49-F238E27FC236}">
                <a16:creationId xmlns:a16="http://schemas.microsoft.com/office/drawing/2014/main" id="{7476F2D7-65C2-A942-2D22-B99B186BC308}"/>
              </a:ext>
            </a:extLst>
          </p:cNvPr>
          <p:cNvSpPr>
            <a:spLocks noGrp="1"/>
          </p:cNvSpPr>
          <p:nvPr>
            <p:ph type="body" sz="quarter" idx="10"/>
          </p:nvPr>
        </p:nvSpPr>
        <p:spPr>
          <a:xfrm>
            <a:off x="251791" y="1126435"/>
            <a:ext cx="6573079" cy="4718889"/>
          </a:xfrm>
        </p:spPr>
        <p:txBody>
          <a:bodyPr/>
          <a:lstStyle/>
          <a:p>
            <a:r>
              <a:rPr lang="en-US" sz="2200" dirty="0"/>
              <a:t>Aim of SVM is to increase the marginal distance(as shown in the graph) as much as possible so as to reduce the generalization error. </a:t>
            </a:r>
          </a:p>
          <a:p>
            <a:r>
              <a:rPr lang="en-US" sz="2200" dirty="0"/>
              <a:t>Increasing the marginal distance will improve the performance of the model on unseen data. </a:t>
            </a:r>
          </a:p>
          <a:p>
            <a:r>
              <a:rPr lang="en-US" sz="2200" dirty="0"/>
              <a:t>So here what happens is that when the margin distance increases the possibility of predicting the wrong class will decrease since the decision boundary is now far from the points of the two separate classes.</a:t>
            </a:r>
          </a:p>
          <a:p>
            <a:r>
              <a:rPr lang="en-US" sz="2200" dirty="0"/>
              <a:t>So when considering a new data point, if it lies near to negative hyperplane(shown on the graph) it is more likely to belong to the negative class and if it lies near the positive hyperplane it is more likely to belong to the positive class.</a:t>
            </a:r>
          </a:p>
        </p:txBody>
      </p:sp>
      <p:sp>
        <p:nvSpPr>
          <p:cNvPr id="5" name="TextBox 4">
            <a:extLst>
              <a:ext uri="{FF2B5EF4-FFF2-40B4-BE49-F238E27FC236}">
                <a16:creationId xmlns:a16="http://schemas.microsoft.com/office/drawing/2014/main" id="{8DAAEE6F-43DE-FFE7-DEB8-13CA2C30916F}"/>
              </a:ext>
            </a:extLst>
          </p:cNvPr>
          <p:cNvSpPr txBox="1"/>
          <p:nvPr/>
        </p:nvSpPr>
        <p:spPr>
          <a:xfrm>
            <a:off x="7010400" y="1380022"/>
            <a:ext cx="4929809" cy="3170099"/>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FF0000"/>
                </a:solidFill>
              </a:rPr>
              <a:t>When training the SVM  model, we first need to find the support vectors.</a:t>
            </a:r>
          </a:p>
          <a:p>
            <a:pPr marL="285750" indent="-285750">
              <a:buFont typeface="Arial" panose="020B0604020202020204" pitchFamily="34" charset="0"/>
              <a:buChar char="•"/>
            </a:pPr>
            <a:r>
              <a:rPr lang="en-US" sz="2000" dirty="0">
                <a:solidFill>
                  <a:srgbClr val="FF0000"/>
                </a:solidFill>
              </a:rPr>
              <a:t>Then we need to find the line that maximizes the margin between the two classes. </a:t>
            </a:r>
          </a:p>
          <a:p>
            <a:pPr marL="285750" indent="-285750">
              <a:buFont typeface="Arial" panose="020B0604020202020204" pitchFamily="34" charset="0"/>
              <a:buChar char="•"/>
            </a:pPr>
            <a:r>
              <a:rPr lang="en-US" sz="2000" dirty="0">
                <a:solidFill>
                  <a:srgbClr val="FF0000"/>
                </a:solidFill>
              </a:rPr>
              <a:t>This line is the decision boundary.</a:t>
            </a:r>
          </a:p>
          <a:p>
            <a:pPr marL="285750" indent="-285750">
              <a:buFont typeface="Arial" panose="020B0604020202020204" pitchFamily="34" charset="0"/>
              <a:buChar char="•"/>
            </a:pPr>
            <a:r>
              <a:rPr lang="en-US" sz="2000" dirty="0">
                <a:solidFill>
                  <a:srgbClr val="FF0000"/>
                </a:solidFill>
              </a:rPr>
              <a:t>Once we have the decision boundary, we can use it to predict the class of new data points. </a:t>
            </a:r>
          </a:p>
          <a:p>
            <a:endParaRPr lang="en-US" sz="2000" dirty="0"/>
          </a:p>
        </p:txBody>
      </p:sp>
    </p:spTree>
    <p:extLst>
      <p:ext uri="{BB962C8B-B14F-4D97-AF65-F5344CB8AC3E}">
        <p14:creationId xmlns:p14="http://schemas.microsoft.com/office/powerpoint/2010/main" val="3305274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B72AB-F218-B922-79D2-78560660DA8F}"/>
              </a:ext>
            </a:extLst>
          </p:cNvPr>
          <p:cNvSpPr>
            <a:spLocks noGrp="1"/>
          </p:cNvSpPr>
          <p:nvPr>
            <p:ph type="title"/>
          </p:nvPr>
        </p:nvSpPr>
        <p:spPr/>
        <p:txBody>
          <a:bodyPr/>
          <a:lstStyle/>
          <a:p>
            <a:r>
              <a:rPr lang="en-GB" dirty="0"/>
              <a:t>Advantages and disadvantages</a:t>
            </a:r>
            <a:endParaRPr lang="en-US" dirty="0"/>
          </a:p>
        </p:txBody>
      </p:sp>
      <p:sp>
        <p:nvSpPr>
          <p:cNvPr id="3" name="Text Placeholder 2">
            <a:extLst>
              <a:ext uri="{FF2B5EF4-FFF2-40B4-BE49-F238E27FC236}">
                <a16:creationId xmlns:a16="http://schemas.microsoft.com/office/drawing/2014/main" id="{1F910CD0-9F4F-7499-9715-CDB66D7B2C66}"/>
              </a:ext>
            </a:extLst>
          </p:cNvPr>
          <p:cNvSpPr>
            <a:spLocks noGrp="1"/>
          </p:cNvSpPr>
          <p:nvPr>
            <p:ph type="body" sz="quarter" idx="10"/>
          </p:nvPr>
        </p:nvSpPr>
        <p:spPr>
          <a:xfrm>
            <a:off x="300251" y="1405719"/>
            <a:ext cx="11505062" cy="4896803"/>
          </a:xfrm>
        </p:spPr>
        <p:txBody>
          <a:bodyPr/>
          <a:lstStyle/>
          <a:p>
            <a:pPr marL="0" marR="0">
              <a:lnSpc>
                <a:spcPct val="107000"/>
              </a:lnSpc>
              <a:spcBef>
                <a:spcPts val="0"/>
              </a:spcBef>
              <a:spcAft>
                <a:spcPts val="1050"/>
              </a:spcAft>
            </a:pPr>
            <a:r>
              <a:rPr lang="en-US" sz="2000" kern="0" dirty="0">
                <a:solidFill>
                  <a:srgbClr val="92D050"/>
                </a:solidFill>
                <a:effectLst/>
                <a:latin typeface="Arial" panose="020B0604020202020204" pitchFamily="34" charset="0"/>
                <a:ea typeface="Times New Roman" panose="02020603050405020304" pitchFamily="18" charset="0"/>
                <a:cs typeface="Times New Roman" panose="02020603050405020304" pitchFamily="18" charset="0"/>
              </a:rPr>
              <a:t>SVM Classifiers offer good accuracy</a:t>
            </a:r>
          </a:p>
          <a:p>
            <a:pPr marL="0" marR="0">
              <a:lnSpc>
                <a:spcPct val="107000"/>
              </a:lnSpc>
              <a:spcBef>
                <a:spcPts val="0"/>
              </a:spcBef>
              <a:spcAft>
                <a:spcPts val="1050"/>
              </a:spcAft>
            </a:pPr>
            <a:r>
              <a:rPr lang="en-US" sz="2000" kern="0" dirty="0">
                <a:solidFill>
                  <a:srgbClr val="92D050"/>
                </a:solidFill>
                <a:latin typeface="Arial" panose="020B0604020202020204" pitchFamily="34" charset="0"/>
                <a:ea typeface="Times New Roman" panose="02020603050405020304" pitchFamily="18" charset="0"/>
                <a:cs typeface="Times New Roman" panose="02020603050405020304" pitchFamily="18" charset="0"/>
              </a:rPr>
              <a:t>P</a:t>
            </a:r>
            <a:r>
              <a:rPr lang="en-US" sz="2000" kern="0" dirty="0">
                <a:solidFill>
                  <a:srgbClr val="92D050"/>
                </a:solidFill>
                <a:effectLst/>
                <a:latin typeface="Arial" panose="020B0604020202020204" pitchFamily="34" charset="0"/>
                <a:ea typeface="Times New Roman" panose="02020603050405020304" pitchFamily="18" charset="0"/>
                <a:cs typeface="Times New Roman" panose="02020603050405020304" pitchFamily="18" charset="0"/>
              </a:rPr>
              <a:t>erform faster prediction compared to Naïve Bayes algorithm. </a:t>
            </a:r>
          </a:p>
          <a:p>
            <a:pPr marL="0" marR="0">
              <a:lnSpc>
                <a:spcPct val="107000"/>
              </a:lnSpc>
              <a:spcBef>
                <a:spcPts val="0"/>
              </a:spcBef>
              <a:spcAft>
                <a:spcPts val="1050"/>
              </a:spcAft>
            </a:pPr>
            <a:r>
              <a:rPr lang="en-US" sz="2000" kern="0" dirty="0">
                <a:solidFill>
                  <a:srgbClr val="92D050"/>
                </a:solidFill>
                <a:effectLst/>
                <a:latin typeface="Arial" panose="020B0604020202020204" pitchFamily="34" charset="0"/>
                <a:ea typeface="Times New Roman" panose="02020603050405020304" pitchFamily="18" charset="0"/>
                <a:cs typeface="Times New Roman" panose="02020603050405020304" pitchFamily="18" charset="0"/>
              </a:rPr>
              <a:t>Uses less memory because they use a subset of training points in the decision phase. </a:t>
            </a:r>
          </a:p>
          <a:p>
            <a:pPr marL="0" marR="0">
              <a:lnSpc>
                <a:spcPct val="107000"/>
              </a:lnSpc>
              <a:spcBef>
                <a:spcPts val="0"/>
              </a:spcBef>
              <a:spcAft>
                <a:spcPts val="1050"/>
              </a:spcAft>
            </a:pPr>
            <a:r>
              <a:rPr lang="en-US" sz="2000" kern="0" dirty="0">
                <a:solidFill>
                  <a:srgbClr val="92D050"/>
                </a:solidFill>
                <a:effectLst/>
                <a:latin typeface="Arial" panose="020B0604020202020204" pitchFamily="34" charset="0"/>
                <a:ea typeface="Times New Roman" panose="02020603050405020304" pitchFamily="18" charset="0"/>
                <a:cs typeface="Times New Roman" panose="02020603050405020304" pitchFamily="18" charset="0"/>
              </a:rPr>
              <a:t>SVM works well with a clear margin of separation and with high dimensional space.</a:t>
            </a:r>
          </a:p>
          <a:p>
            <a:pPr marL="0" marR="0">
              <a:lnSpc>
                <a:spcPct val="107000"/>
              </a:lnSpc>
              <a:spcBef>
                <a:spcPts val="0"/>
              </a:spcBef>
              <a:spcAft>
                <a:spcPts val="1050"/>
              </a:spcAft>
            </a:pPr>
            <a:endParaRPr lang="en-US" sz="2000" kern="0" dirty="0">
              <a:solidFill>
                <a:srgbClr val="05192D"/>
              </a:solidFill>
              <a:effectLst/>
              <a:latin typeface="Arial" panose="020B060402020202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1050"/>
              </a:spcAft>
            </a:pPr>
            <a:r>
              <a:rPr lang="en-US" sz="2000" kern="0" dirty="0">
                <a:solidFill>
                  <a:srgbClr val="05192D"/>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000"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Not suitable for large datasets because of its high training time and it also takes more time in training compared to Naïve Bayes. </a:t>
            </a:r>
          </a:p>
          <a:p>
            <a:pPr marL="0" marR="0">
              <a:lnSpc>
                <a:spcPct val="107000"/>
              </a:lnSpc>
              <a:spcBef>
                <a:spcPts val="0"/>
              </a:spcBef>
              <a:spcAft>
                <a:spcPts val="1050"/>
              </a:spcAft>
            </a:pPr>
            <a:r>
              <a:rPr lang="en-US" sz="2000"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It works poorly with overlapping classes </a:t>
            </a:r>
          </a:p>
          <a:p>
            <a:pPr marL="0" marR="0">
              <a:lnSpc>
                <a:spcPct val="107000"/>
              </a:lnSpc>
              <a:spcBef>
                <a:spcPts val="0"/>
              </a:spcBef>
              <a:spcAft>
                <a:spcPts val="1050"/>
              </a:spcAft>
            </a:pPr>
            <a:r>
              <a:rPr lang="en-US" sz="2000" kern="0" dirty="0">
                <a:solidFill>
                  <a:srgbClr val="FF0000"/>
                </a:solidFill>
                <a:latin typeface="Arial" panose="020B0604020202020204" pitchFamily="34" charset="0"/>
                <a:ea typeface="Times New Roman" panose="02020603050405020304" pitchFamily="18" charset="0"/>
                <a:cs typeface="Times New Roman" panose="02020603050405020304" pitchFamily="18" charset="0"/>
              </a:rPr>
              <a:t>.</a:t>
            </a:r>
            <a:r>
              <a:rPr lang="en-US" sz="2000" kern="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Sensitive to the type of kernel used.</a:t>
            </a:r>
            <a:endParaRPr lang="en-US" sz="20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3131829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9D8A-F19E-28D2-2727-B8A0B670DD2E}"/>
              </a:ext>
            </a:extLst>
          </p:cNvPr>
          <p:cNvSpPr>
            <a:spLocks noGrp="1"/>
          </p:cNvSpPr>
          <p:nvPr>
            <p:ph type="title"/>
          </p:nvPr>
        </p:nvSpPr>
        <p:spPr/>
        <p:txBody>
          <a:bodyPr/>
          <a:lstStyle/>
          <a:p>
            <a:r>
              <a:rPr lang="en-GB" dirty="0"/>
              <a:t>Tuning hyperparameters</a:t>
            </a:r>
            <a:endParaRPr lang="en-US" dirty="0"/>
          </a:p>
        </p:txBody>
      </p:sp>
      <p:sp>
        <p:nvSpPr>
          <p:cNvPr id="3" name="Text Placeholder 2">
            <a:extLst>
              <a:ext uri="{FF2B5EF4-FFF2-40B4-BE49-F238E27FC236}">
                <a16:creationId xmlns:a16="http://schemas.microsoft.com/office/drawing/2014/main" id="{F23E7982-C268-3919-7482-8128ACB28A2A}"/>
              </a:ext>
            </a:extLst>
          </p:cNvPr>
          <p:cNvSpPr>
            <a:spLocks noGrp="1"/>
          </p:cNvSpPr>
          <p:nvPr>
            <p:ph type="body" sz="quarter" idx="10"/>
          </p:nvPr>
        </p:nvSpPr>
        <p:spPr>
          <a:xfrm>
            <a:off x="601791" y="1307009"/>
            <a:ext cx="2646376" cy="4033348"/>
          </a:xfrm>
        </p:spPr>
        <p:txBody>
          <a:bodyPr/>
          <a:lstStyle/>
          <a:p>
            <a:r>
              <a:rPr lang="en-GB" dirty="0"/>
              <a:t>Kernel: </a:t>
            </a:r>
          </a:p>
          <a:p>
            <a:r>
              <a:rPr lang="en-GB" dirty="0"/>
              <a:t>Regularization</a:t>
            </a:r>
          </a:p>
          <a:p>
            <a:r>
              <a:rPr lang="en-GB" dirty="0"/>
              <a:t>Gamma</a:t>
            </a:r>
          </a:p>
          <a:p>
            <a:endParaRPr lang="en-US" dirty="0"/>
          </a:p>
        </p:txBody>
      </p:sp>
      <p:sp>
        <p:nvSpPr>
          <p:cNvPr id="4" name="Text Placeholder 2">
            <a:extLst>
              <a:ext uri="{FF2B5EF4-FFF2-40B4-BE49-F238E27FC236}">
                <a16:creationId xmlns:a16="http://schemas.microsoft.com/office/drawing/2014/main" id="{A7DEFCC0-A18A-7921-8180-9D04A4F44208}"/>
              </a:ext>
            </a:extLst>
          </p:cNvPr>
          <p:cNvSpPr txBox="1">
            <a:spLocks/>
          </p:cNvSpPr>
          <p:nvPr/>
        </p:nvSpPr>
        <p:spPr>
          <a:xfrm>
            <a:off x="3671248" y="1307009"/>
            <a:ext cx="7578646" cy="4376434"/>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FF0000"/>
                </a:solidFill>
              </a:rPr>
              <a:t>Kernel: </a:t>
            </a:r>
            <a:r>
              <a:rPr lang="en-GB" dirty="0"/>
              <a:t>To transform the dataset into the required form</a:t>
            </a:r>
          </a:p>
          <a:p>
            <a:r>
              <a:rPr lang="en-GB" dirty="0"/>
              <a:t>Functions: Linear, Polynomial and RBF- Radial basis function</a:t>
            </a:r>
          </a:p>
          <a:p>
            <a:endParaRPr lang="en-GB" dirty="0"/>
          </a:p>
          <a:p>
            <a:endParaRPr lang="en-GB" dirty="0"/>
          </a:p>
          <a:p>
            <a:endParaRPr lang="en-US" dirty="0"/>
          </a:p>
        </p:txBody>
      </p:sp>
    </p:spTree>
    <p:extLst>
      <p:ext uri="{BB962C8B-B14F-4D97-AF65-F5344CB8AC3E}">
        <p14:creationId xmlns:p14="http://schemas.microsoft.com/office/powerpoint/2010/main" val="1627389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9D8A-F19E-28D2-2727-B8A0B670DD2E}"/>
              </a:ext>
            </a:extLst>
          </p:cNvPr>
          <p:cNvSpPr>
            <a:spLocks noGrp="1"/>
          </p:cNvSpPr>
          <p:nvPr>
            <p:ph type="title"/>
          </p:nvPr>
        </p:nvSpPr>
        <p:spPr/>
        <p:txBody>
          <a:bodyPr/>
          <a:lstStyle/>
          <a:p>
            <a:r>
              <a:rPr lang="en-GB" dirty="0"/>
              <a:t>Tuning hyperparameters</a:t>
            </a:r>
            <a:endParaRPr lang="en-US" dirty="0"/>
          </a:p>
        </p:txBody>
      </p:sp>
      <p:sp>
        <p:nvSpPr>
          <p:cNvPr id="3" name="Text Placeholder 2">
            <a:extLst>
              <a:ext uri="{FF2B5EF4-FFF2-40B4-BE49-F238E27FC236}">
                <a16:creationId xmlns:a16="http://schemas.microsoft.com/office/drawing/2014/main" id="{F23E7982-C268-3919-7482-8128ACB28A2A}"/>
              </a:ext>
            </a:extLst>
          </p:cNvPr>
          <p:cNvSpPr>
            <a:spLocks noGrp="1"/>
          </p:cNvSpPr>
          <p:nvPr>
            <p:ph type="body" sz="quarter" idx="10"/>
          </p:nvPr>
        </p:nvSpPr>
        <p:spPr>
          <a:xfrm>
            <a:off x="601791" y="1307009"/>
            <a:ext cx="2646376" cy="4033348"/>
          </a:xfrm>
        </p:spPr>
        <p:txBody>
          <a:bodyPr/>
          <a:lstStyle/>
          <a:p>
            <a:r>
              <a:rPr lang="en-GB" dirty="0"/>
              <a:t>Kernel: </a:t>
            </a:r>
          </a:p>
          <a:p>
            <a:r>
              <a:rPr lang="en-GB" dirty="0"/>
              <a:t>Regularization</a:t>
            </a:r>
          </a:p>
          <a:p>
            <a:r>
              <a:rPr lang="en-GB" dirty="0"/>
              <a:t>Gamma</a:t>
            </a:r>
          </a:p>
          <a:p>
            <a:endParaRPr lang="en-US" dirty="0"/>
          </a:p>
        </p:txBody>
      </p:sp>
      <p:sp>
        <p:nvSpPr>
          <p:cNvPr id="4" name="Text Placeholder 2">
            <a:extLst>
              <a:ext uri="{FF2B5EF4-FFF2-40B4-BE49-F238E27FC236}">
                <a16:creationId xmlns:a16="http://schemas.microsoft.com/office/drawing/2014/main" id="{A7DEFCC0-A18A-7921-8180-9D04A4F44208}"/>
              </a:ext>
            </a:extLst>
          </p:cNvPr>
          <p:cNvSpPr txBox="1">
            <a:spLocks/>
          </p:cNvSpPr>
          <p:nvPr/>
        </p:nvSpPr>
        <p:spPr>
          <a:xfrm>
            <a:off x="3671247" y="1307009"/>
            <a:ext cx="7918961" cy="4376434"/>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FF0000"/>
                </a:solidFill>
              </a:rPr>
              <a:t>Regularization: </a:t>
            </a:r>
            <a:r>
              <a:rPr lang="en-GB" dirty="0">
                <a:solidFill>
                  <a:schemeClr val="tx1"/>
                </a:solidFill>
              </a:rPr>
              <a:t>To maintain regularization, C is the penalty parameter.</a:t>
            </a:r>
          </a:p>
          <a:p>
            <a:r>
              <a:rPr lang="en-GB" dirty="0">
                <a:solidFill>
                  <a:schemeClr val="tx1"/>
                </a:solidFill>
              </a:rPr>
              <a:t>C represents mis-classification or error term</a:t>
            </a:r>
          </a:p>
          <a:p>
            <a:r>
              <a:rPr lang="en-GB" dirty="0">
                <a:solidFill>
                  <a:schemeClr val="tx1"/>
                </a:solidFill>
              </a:rPr>
              <a:t>A small value of C creates Small-margin hyperplane</a:t>
            </a:r>
          </a:p>
          <a:p>
            <a:r>
              <a:rPr lang="en-GB" dirty="0">
                <a:solidFill>
                  <a:schemeClr val="tx1"/>
                </a:solidFill>
              </a:rPr>
              <a:t>Larger value of C creates a larger-margin hyperplane</a:t>
            </a:r>
          </a:p>
          <a:p>
            <a:endParaRPr lang="en-GB" dirty="0">
              <a:solidFill>
                <a:schemeClr val="tx1"/>
              </a:solidFill>
            </a:endParaRPr>
          </a:p>
          <a:p>
            <a:endParaRPr lang="en-GB" dirty="0">
              <a:solidFill>
                <a:schemeClr val="tx1"/>
              </a:solidFill>
            </a:endParaRPr>
          </a:p>
          <a:p>
            <a:endParaRPr lang="en-GB" dirty="0"/>
          </a:p>
          <a:p>
            <a:endParaRPr lang="en-US" dirty="0"/>
          </a:p>
        </p:txBody>
      </p:sp>
    </p:spTree>
    <p:extLst>
      <p:ext uri="{BB962C8B-B14F-4D97-AF65-F5344CB8AC3E}">
        <p14:creationId xmlns:p14="http://schemas.microsoft.com/office/powerpoint/2010/main" val="4074951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9D8A-F19E-28D2-2727-B8A0B670DD2E}"/>
              </a:ext>
            </a:extLst>
          </p:cNvPr>
          <p:cNvSpPr>
            <a:spLocks noGrp="1"/>
          </p:cNvSpPr>
          <p:nvPr>
            <p:ph type="title"/>
          </p:nvPr>
        </p:nvSpPr>
        <p:spPr/>
        <p:txBody>
          <a:bodyPr/>
          <a:lstStyle/>
          <a:p>
            <a:r>
              <a:rPr lang="en-GB" dirty="0"/>
              <a:t>Tuning hyperparameters</a:t>
            </a:r>
            <a:endParaRPr lang="en-US" dirty="0"/>
          </a:p>
        </p:txBody>
      </p:sp>
      <p:sp>
        <p:nvSpPr>
          <p:cNvPr id="3" name="Text Placeholder 2">
            <a:extLst>
              <a:ext uri="{FF2B5EF4-FFF2-40B4-BE49-F238E27FC236}">
                <a16:creationId xmlns:a16="http://schemas.microsoft.com/office/drawing/2014/main" id="{F23E7982-C268-3919-7482-8128ACB28A2A}"/>
              </a:ext>
            </a:extLst>
          </p:cNvPr>
          <p:cNvSpPr>
            <a:spLocks noGrp="1"/>
          </p:cNvSpPr>
          <p:nvPr>
            <p:ph type="body" sz="quarter" idx="10"/>
          </p:nvPr>
        </p:nvSpPr>
        <p:spPr>
          <a:xfrm>
            <a:off x="601791" y="1307009"/>
            <a:ext cx="2646376" cy="4033348"/>
          </a:xfrm>
        </p:spPr>
        <p:txBody>
          <a:bodyPr/>
          <a:lstStyle/>
          <a:p>
            <a:r>
              <a:rPr lang="en-GB" dirty="0"/>
              <a:t>Kernel: </a:t>
            </a:r>
          </a:p>
          <a:p>
            <a:r>
              <a:rPr lang="en-GB" dirty="0"/>
              <a:t>Regularization</a:t>
            </a:r>
          </a:p>
          <a:p>
            <a:r>
              <a:rPr lang="en-GB" dirty="0"/>
              <a:t>Gamma</a:t>
            </a:r>
          </a:p>
          <a:p>
            <a:endParaRPr lang="en-US" dirty="0"/>
          </a:p>
        </p:txBody>
      </p:sp>
      <p:sp>
        <p:nvSpPr>
          <p:cNvPr id="4" name="Text Placeholder 2">
            <a:extLst>
              <a:ext uri="{FF2B5EF4-FFF2-40B4-BE49-F238E27FC236}">
                <a16:creationId xmlns:a16="http://schemas.microsoft.com/office/drawing/2014/main" id="{A7DEFCC0-A18A-7921-8180-9D04A4F44208}"/>
              </a:ext>
            </a:extLst>
          </p:cNvPr>
          <p:cNvSpPr txBox="1">
            <a:spLocks/>
          </p:cNvSpPr>
          <p:nvPr/>
        </p:nvSpPr>
        <p:spPr>
          <a:xfrm>
            <a:off x="3671247" y="1307009"/>
            <a:ext cx="7918961" cy="4376434"/>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FF0000"/>
                </a:solidFill>
              </a:rPr>
              <a:t>Gamma: </a:t>
            </a:r>
            <a:r>
              <a:rPr lang="en-GB" dirty="0">
                <a:solidFill>
                  <a:schemeClr val="tx1"/>
                </a:solidFill>
              </a:rPr>
              <a:t>Small value loosely fit the training set</a:t>
            </a:r>
          </a:p>
          <a:p>
            <a:r>
              <a:rPr lang="en-GB" dirty="0">
                <a:solidFill>
                  <a:schemeClr val="tx1"/>
                </a:solidFill>
              </a:rPr>
              <a:t>Large value exactly fit the training set resulting in overfitting</a:t>
            </a:r>
          </a:p>
          <a:p>
            <a:r>
              <a:rPr lang="en-GB" dirty="0">
                <a:solidFill>
                  <a:schemeClr val="tx1"/>
                </a:solidFill>
              </a:rPr>
              <a:t>Low value of Gamma consider nearby points for separation of the line.</a:t>
            </a:r>
          </a:p>
          <a:p>
            <a:r>
              <a:rPr lang="en-GB" dirty="0">
                <a:solidFill>
                  <a:schemeClr val="tx1"/>
                </a:solidFill>
              </a:rPr>
              <a:t>High value of Gamma considers all data points for separation of the line.</a:t>
            </a:r>
            <a:endParaRPr lang="en-US" dirty="0"/>
          </a:p>
        </p:txBody>
      </p:sp>
    </p:spTree>
    <p:extLst>
      <p:ext uri="{BB962C8B-B14F-4D97-AF65-F5344CB8AC3E}">
        <p14:creationId xmlns:p14="http://schemas.microsoft.com/office/powerpoint/2010/main" val="2112053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D772A-A562-0224-556B-A12CA0152641}"/>
              </a:ext>
            </a:extLst>
          </p:cNvPr>
          <p:cNvSpPr>
            <a:spLocks noGrp="1"/>
          </p:cNvSpPr>
          <p:nvPr>
            <p:ph type="title"/>
          </p:nvPr>
        </p:nvSpPr>
        <p:spPr/>
        <p:txBody>
          <a:bodyPr/>
          <a:lstStyle/>
          <a:p>
            <a:r>
              <a:rPr lang="en-GB" dirty="0"/>
              <a:t>parameters</a:t>
            </a:r>
            <a:endParaRPr lang="en-US" dirty="0"/>
          </a:p>
        </p:txBody>
      </p:sp>
      <p:sp>
        <p:nvSpPr>
          <p:cNvPr id="3" name="Text Placeholder 2">
            <a:extLst>
              <a:ext uri="{FF2B5EF4-FFF2-40B4-BE49-F238E27FC236}">
                <a16:creationId xmlns:a16="http://schemas.microsoft.com/office/drawing/2014/main" id="{D7FAD9C2-61DC-6FC5-9E0E-33DCE0909011}"/>
              </a:ext>
            </a:extLst>
          </p:cNvPr>
          <p:cNvSpPr>
            <a:spLocks noGrp="1"/>
          </p:cNvSpPr>
          <p:nvPr>
            <p:ph type="body" sz="quarter" idx="10"/>
          </p:nvPr>
        </p:nvSpPr>
        <p:spPr>
          <a:xfrm>
            <a:off x="205740" y="1303020"/>
            <a:ext cx="11648006" cy="4542304"/>
          </a:xfrm>
        </p:spPr>
        <p:txBody>
          <a:bodyPr/>
          <a:lstStyle/>
          <a:p>
            <a:pPr marL="342900" marR="0" lvl="0" indent="-342900" fontAlgn="base">
              <a:lnSpc>
                <a:spcPct val="107000"/>
              </a:lnSpc>
              <a:spcBef>
                <a:spcPts val="0"/>
              </a:spcBef>
              <a:spcAft>
                <a:spcPts val="1200"/>
              </a:spcAft>
              <a:buSzPts val="1000"/>
              <a:buFont typeface="Symbol" panose="05050102010706020507" pitchFamily="18" charset="2"/>
              <a:buChar char=""/>
              <a:tabLst>
                <a:tab pos="4572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C</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is typically used as a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regularization parameter</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to control overfitting, allowing the algorithm to make more accurate predictions on new data points. The strength of the regularization is inversely proportional to C. C represents the penalty parameter for misclassifying data </a:t>
            </a:r>
            <a:r>
              <a:rPr lang="en-US" sz="1600" kern="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points.</a:t>
            </a:r>
          </a:p>
          <a:p>
            <a:pPr marL="342900" marR="0" lvl="0" indent="-342900" fontAlgn="base">
              <a:lnSpc>
                <a:spcPct val="107000"/>
              </a:lnSpc>
              <a:spcBef>
                <a:spcPts val="0"/>
              </a:spcBef>
              <a:spcAft>
                <a:spcPts val="1200"/>
              </a:spcAft>
              <a:buSzPts val="1000"/>
              <a:buFont typeface="Symbol" panose="05050102010706020507" pitchFamily="18" charset="2"/>
              <a:buChar char=""/>
              <a:tabLst>
                <a:tab pos="457200" algn="l"/>
              </a:tabLst>
            </a:pPr>
            <a:r>
              <a:rPr lang="en-US" sz="1600" kern="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Simply speaking, C controls the trade-off between maximizing the margin and minimizing training error. If C is set too low, the model will fail to accurately classify data points due to underfitting and can produce inaccurate results. A smaller value of C will result in a larger margin, but may lead to more misclassifications. If C is set too high, then the model will have difficulty correctly separating data points due to overfitting and can show poor accuracy scores. A larger value of C will result in a smaller margin, but may lead to better classification accuracy.</a:t>
            </a:r>
            <a:b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b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choice of C depends on the problem at hand and the characteristics of the dataset. In general, a smaller value of C is preferred when the dataset is noisy, or when the goal is to have a more generalizable model that can perform well on new, unseen data. A larger value of C is preferred when the dataset is clean and the goal is to maximize classification accuracy on the training data.</a:t>
            </a:r>
            <a:b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b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b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As a general guideline, it’s a good idea to start with a smaller value of C and gradually increase it until the desired level of classification accuracy is achieved. However, it’s important to keep in mind that a larger value of C may lead to overfitting, which means that the model performs well on the training data but poorly on new, unseen data. Therefore, it’s important to strike a balance between maximizing the margin and minimizing the classification error, and choose an appropriate value of C based on the specific problem and dataset.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1200"/>
              </a:spcAft>
              <a:buSzPts val="1000"/>
              <a:buFont typeface="Symbol" panose="05050102010706020507" pitchFamily="18" charset="2"/>
              <a:buChar char=""/>
              <a:tabLst>
                <a:tab pos="457200" algn="l"/>
              </a:tabLst>
            </a:pP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3417659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D772A-A562-0224-556B-A12CA0152641}"/>
              </a:ext>
            </a:extLst>
          </p:cNvPr>
          <p:cNvSpPr>
            <a:spLocks noGrp="1"/>
          </p:cNvSpPr>
          <p:nvPr>
            <p:ph type="title"/>
          </p:nvPr>
        </p:nvSpPr>
        <p:spPr/>
        <p:txBody>
          <a:bodyPr/>
          <a:lstStyle/>
          <a:p>
            <a:r>
              <a:rPr lang="en-GB" dirty="0"/>
              <a:t>parameters</a:t>
            </a:r>
            <a:endParaRPr lang="en-US" dirty="0"/>
          </a:p>
        </p:txBody>
      </p:sp>
      <p:sp>
        <p:nvSpPr>
          <p:cNvPr id="3" name="Text Placeholder 2">
            <a:extLst>
              <a:ext uri="{FF2B5EF4-FFF2-40B4-BE49-F238E27FC236}">
                <a16:creationId xmlns:a16="http://schemas.microsoft.com/office/drawing/2014/main" id="{D7FAD9C2-61DC-6FC5-9E0E-33DCE0909011}"/>
              </a:ext>
            </a:extLst>
          </p:cNvPr>
          <p:cNvSpPr>
            <a:spLocks noGrp="1"/>
          </p:cNvSpPr>
          <p:nvPr>
            <p:ph type="body" sz="quarter" idx="10"/>
          </p:nvPr>
        </p:nvSpPr>
        <p:spPr>
          <a:xfrm>
            <a:off x="205740" y="1303020"/>
            <a:ext cx="11390903" cy="4542304"/>
          </a:xfrm>
        </p:spPr>
        <p:txBody>
          <a:bodyPr/>
          <a:lstStyle/>
          <a:p>
            <a:pPr marL="342900" marR="0" lvl="0" indent="-342900" fontAlgn="base">
              <a:lnSpc>
                <a:spcPct val="107000"/>
              </a:lnSpc>
              <a:spcBef>
                <a:spcPts val="0"/>
              </a:spcBef>
              <a:spcAft>
                <a:spcPts val="1200"/>
              </a:spcAft>
              <a:buSzPts val="1000"/>
              <a:buFont typeface="Symbol" panose="05050102010706020507" pitchFamily="18" charset="2"/>
              <a:buChar char=""/>
              <a:tabLst>
                <a:tab pos="457200" algn="l"/>
              </a:tabLst>
            </a:pP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When training a support vector machine (SVM) model using </a:t>
            </a:r>
            <a:r>
              <a:rPr lang="en-US" sz="1600"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Sklearn</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SVC algorithm, the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gamma hyperparameter</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can take on two special values: ‘scale’, ‘auto’ or ‘float’. When gamma is set to ‘scale’, it means that the value of gamma is calculated as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1 / (number of features * variance in data)</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This ensures that all features are given equal importance in the model and produces consistent results no matter how many features are used.</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SVM kernel</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is a mathematical function that is used to map the data points from one space into another, usually higher dimensional space. When training a support vector machine (SVM) model using </a:t>
            </a:r>
            <a:r>
              <a:rPr lang="en-US" sz="1600"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Sklearn</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SVC algorithm, the kernel hyperparameter can take on several values: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linear’, ‘poly’, ‘</a:t>
            </a:r>
            <a:r>
              <a:rPr lang="en-US" sz="1600" b="1"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rbf</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‘sigmoid’</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fontAlgn="base">
              <a:lnSpc>
                <a:spcPct val="107000"/>
              </a:lnSpc>
              <a:spcBef>
                <a:spcPts val="0"/>
              </a:spcBef>
              <a:spcAft>
                <a:spcPts val="0"/>
              </a:spcAft>
              <a:buSzPts val="1000"/>
              <a:buFont typeface="Symbol" panose="05050102010706020507" pitchFamily="18" charset="2"/>
              <a:buChar char=""/>
              <a:tabLst>
                <a:tab pos="9144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When kernel is set to ‘linear’</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it means that the model will use a linear boundary for classification and regression. This is the simplest type of SVM and works best when data are linearly separable.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fontAlgn="base">
              <a:lnSpc>
                <a:spcPct val="107000"/>
              </a:lnSpc>
              <a:spcBef>
                <a:spcPts val="0"/>
              </a:spcBef>
              <a:spcAft>
                <a:spcPts val="0"/>
              </a:spcAft>
              <a:buSzPts val="1000"/>
              <a:buFont typeface="Symbol" panose="05050102010706020507" pitchFamily="18" charset="2"/>
              <a:buChar char=""/>
              <a:tabLst>
                <a:tab pos="9144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When kernel is set to ‘poly’,</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it means that the model will use polynomial functions of degree higher than 1 for classification. This type of SVM is more suitable for complex non-linear datasets.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fontAlgn="base">
              <a:lnSpc>
                <a:spcPct val="107000"/>
              </a:lnSpc>
              <a:spcBef>
                <a:spcPts val="0"/>
              </a:spcBef>
              <a:spcAft>
                <a:spcPts val="0"/>
              </a:spcAft>
              <a:buSzPts val="1000"/>
              <a:buFont typeface="Symbol" panose="05050102010706020507" pitchFamily="18" charset="2"/>
              <a:buChar char=""/>
              <a:tabLst>
                <a:tab pos="9144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When kernel is set to ‘</a:t>
            </a:r>
            <a:r>
              <a:rPr lang="en-US" sz="1600" b="1"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rbf</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it means that the model will use radial basis </a:t>
            </a:r>
            <a:r>
              <a:rPr lang="en-US" sz="1600" kern="0" dirty="0" err="1">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funcitons</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for classification or regression. RBF kernels are capable of dealing with complex multi-class datasets and have good generalization performance with noisy data points.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fontAlgn="base">
              <a:lnSpc>
                <a:spcPct val="107000"/>
              </a:lnSpc>
              <a:spcBef>
                <a:spcPts val="0"/>
              </a:spcBef>
              <a:spcAft>
                <a:spcPts val="0"/>
              </a:spcAft>
              <a:buSzPts val="1000"/>
              <a:buFont typeface="Symbol" panose="05050102010706020507" pitchFamily="18" charset="2"/>
              <a:buChar char=""/>
              <a:tabLst>
                <a:tab pos="914400" algn="l"/>
              </a:tabLst>
            </a:pP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3439396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C868D-CBEC-F1DE-4F2F-226F4EBC1A1C}"/>
              </a:ext>
            </a:extLst>
          </p:cNvPr>
          <p:cNvSpPr>
            <a:spLocks noGrp="1"/>
          </p:cNvSpPr>
          <p:nvPr>
            <p:ph type="title"/>
          </p:nvPr>
        </p:nvSpPr>
        <p:spPr/>
        <p:txBody>
          <a:bodyPr/>
          <a:lstStyle/>
          <a:p>
            <a:r>
              <a:rPr lang="en-GB" dirty="0"/>
              <a:t>Application of </a:t>
            </a:r>
            <a:r>
              <a:rPr lang="en-GB" dirty="0" err="1"/>
              <a:t>svm</a:t>
            </a:r>
            <a:endParaRPr lang="en-US" dirty="0"/>
          </a:p>
        </p:txBody>
      </p:sp>
      <p:sp>
        <p:nvSpPr>
          <p:cNvPr id="3" name="Text Placeholder 2">
            <a:extLst>
              <a:ext uri="{FF2B5EF4-FFF2-40B4-BE49-F238E27FC236}">
                <a16:creationId xmlns:a16="http://schemas.microsoft.com/office/drawing/2014/main" id="{79C3EADF-09E7-3623-F6A9-91037F4BB909}"/>
              </a:ext>
            </a:extLst>
          </p:cNvPr>
          <p:cNvSpPr>
            <a:spLocks noGrp="1"/>
          </p:cNvSpPr>
          <p:nvPr>
            <p:ph type="body" sz="quarter" idx="10"/>
          </p:nvPr>
        </p:nvSpPr>
        <p:spPr/>
        <p:txBody>
          <a:bodyPr/>
          <a:lstStyle/>
          <a:p>
            <a:r>
              <a:rPr lang="en-US" dirty="0"/>
              <a:t>Sentiment analysis: A support vector machine can be used to classify the sentiment of a text as positive, negative, or neutral.</a:t>
            </a:r>
          </a:p>
          <a:p>
            <a:r>
              <a:rPr lang="en-US" dirty="0"/>
              <a:t>Spam detection: Can be used to classify emails as spam or not spam.</a:t>
            </a:r>
          </a:p>
          <a:p>
            <a:r>
              <a:rPr lang="en-US" dirty="0"/>
              <a:t>Image recognition: Can be used to identify objects in images.</a:t>
            </a:r>
          </a:p>
          <a:p>
            <a:r>
              <a:rPr lang="en-US" dirty="0"/>
              <a:t>Fraud detection: Can be used to identify fraudulent activity.</a:t>
            </a:r>
          </a:p>
          <a:p>
            <a:r>
              <a:rPr lang="en-US" dirty="0"/>
              <a:t>Stock prediction: Can be used to predict future stock prices.</a:t>
            </a:r>
          </a:p>
          <a:p>
            <a:r>
              <a:rPr lang="en-US" dirty="0"/>
              <a:t>Weather prediction: Can be used to predict future weather patterns.</a:t>
            </a:r>
          </a:p>
          <a:p>
            <a:r>
              <a:rPr lang="en-US" dirty="0"/>
              <a:t>Disease diagnosis: Can be used to diagnose diseases like cancer.</a:t>
            </a:r>
          </a:p>
        </p:txBody>
      </p:sp>
    </p:spTree>
    <p:extLst>
      <p:ext uri="{BB962C8B-B14F-4D97-AF65-F5344CB8AC3E}">
        <p14:creationId xmlns:p14="http://schemas.microsoft.com/office/powerpoint/2010/main" val="2724890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Overview: </a:t>
            </a:r>
            <a:r>
              <a:rPr lang="en-GB" dirty="0" err="1">
                <a:solidFill>
                  <a:srgbClr val="942D6D"/>
                </a:solidFill>
              </a:rPr>
              <a:t>svm</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Works well for classifying higher-dimensional data (lots of features) </a:t>
            </a:r>
          </a:p>
          <a:p>
            <a:r>
              <a:rPr lang="en-GB" dirty="0">
                <a:solidFill>
                  <a:schemeClr val="tx1">
                    <a:lumMod val="75000"/>
                    <a:lumOff val="25000"/>
                  </a:schemeClr>
                </a:solidFill>
              </a:rPr>
              <a:t>Finds higher-dimensional </a:t>
            </a:r>
            <a:r>
              <a:rPr lang="en-GB" i="1" dirty="0">
                <a:solidFill>
                  <a:schemeClr val="tx1">
                    <a:lumMod val="75000"/>
                    <a:lumOff val="25000"/>
                  </a:schemeClr>
                </a:solidFill>
              </a:rPr>
              <a:t>support vectors </a:t>
            </a:r>
            <a:r>
              <a:rPr lang="en-GB" dirty="0">
                <a:solidFill>
                  <a:schemeClr val="tx1">
                    <a:lumMod val="75000"/>
                    <a:lumOff val="25000"/>
                  </a:schemeClr>
                </a:solidFill>
              </a:rPr>
              <a:t>across which to divide the data (mathematically, these support vectors define hyperplanes. Needless to say I’m not going to get into the mathematical details!) </a:t>
            </a:r>
          </a:p>
          <a:p>
            <a:r>
              <a:rPr lang="en-GB" dirty="0">
                <a:solidFill>
                  <a:schemeClr val="tx1">
                    <a:lumMod val="75000"/>
                    <a:lumOff val="25000"/>
                  </a:schemeClr>
                </a:solidFill>
              </a:rPr>
              <a:t>Uses something called the </a:t>
            </a:r>
            <a:r>
              <a:rPr lang="en-GB" i="1" dirty="0">
                <a:solidFill>
                  <a:schemeClr val="tx1">
                    <a:lumMod val="75000"/>
                    <a:lumOff val="25000"/>
                  </a:schemeClr>
                </a:solidFill>
              </a:rPr>
              <a:t>kernel trick </a:t>
            </a:r>
            <a:r>
              <a:rPr lang="en-GB" dirty="0">
                <a:solidFill>
                  <a:schemeClr val="tx1">
                    <a:lumMod val="75000"/>
                    <a:lumOff val="25000"/>
                  </a:schemeClr>
                </a:solidFill>
              </a:rPr>
              <a:t>to represent data in higher- dimensional spaces to find hyperplanes that might not be apparent in lower dimensions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07557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9B563-8076-EE30-C400-7C9D7F62EF26}"/>
              </a:ext>
            </a:extLst>
          </p:cNvPr>
          <p:cNvSpPr>
            <a:spLocks noGrp="1"/>
          </p:cNvSpPr>
          <p:nvPr>
            <p:ph type="title"/>
          </p:nvPr>
        </p:nvSpPr>
        <p:spPr/>
        <p:txBody>
          <a:bodyPr/>
          <a:lstStyle/>
          <a:p>
            <a:r>
              <a:rPr lang="en-GB" dirty="0"/>
              <a:t>SVM</a:t>
            </a:r>
            <a:endParaRPr lang="en-US" dirty="0"/>
          </a:p>
        </p:txBody>
      </p:sp>
      <p:sp>
        <p:nvSpPr>
          <p:cNvPr id="3" name="Text Placeholder 2">
            <a:extLst>
              <a:ext uri="{FF2B5EF4-FFF2-40B4-BE49-F238E27FC236}">
                <a16:creationId xmlns:a16="http://schemas.microsoft.com/office/drawing/2014/main" id="{0018F751-5C98-AE1B-F07E-5232F74CC6BD}"/>
              </a:ext>
            </a:extLst>
          </p:cNvPr>
          <p:cNvSpPr>
            <a:spLocks noGrp="1"/>
          </p:cNvSpPr>
          <p:nvPr>
            <p:ph type="body" sz="quarter" idx="10"/>
          </p:nvPr>
        </p:nvSpPr>
        <p:spPr>
          <a:xfrm>
            <a:off x="601791" y="1247770"/>
            <a:ext cx="7900183" cy="4705557"/>
          </a:xfrm>
        </p:spPr>
        <p:txBody>
          <a:bodyPr/>
          <a:lstStyle/>
          <a:p>
            <a:pPr algn="just"/>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 Machines (SVMs) are a powerful and versatile machine learning algorithm that has gained widespread popularity among data scientists in recent years. </a:t>
            </a:r>
          </a:p>
          <a:p>
            <a:pPr algn="just"/>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SVMs are widely used for classification, regression, and outlier detection (</a:t>
            </a:r>
            <a:r>
              <a:rPr lang="en-US" sz="2200" b="1" u="sng" kern="0" dirty="0">
                <a:solidFill>
                  <a:srgbClr val="62A6E4"/>
                </a:solidFill>
                <a:effectLst/>
                <a:latin typeface="Georgia" panose="02040502050405020303" pitchFamily="18" charset="0"/>
                <a:ea typeface="Times New Roman" panose="02020603050405020304" pitchFamily="18" charset="0"/>
                <a:cs typeface="Times New Roman" panose="02020603050405020304" pitchFamily="18" charset="0"/>
              </a:rPr>
              <a:t>one-class SVM</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have proven to be highly effective in solving complex problems in various fields, including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computer vision</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(image classification, object detection, etc.),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natural language processing</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(sentiment analysis, text classification, etc.), and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bioinformatics</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(gene expression analysis, protein classification, disease diagnosis, etc.).</a:t>
            </a:r>
          </a:p>
          <a:p>
            <a:pPr algn="just"/>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times, SVM for classification is termed as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 classification (SVC)</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SVM for regression is termed as </a:t>
            </a:r>
            <a:r>
              <a:rPr lang="en-US" sz="22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 regression (SVR)</a:t>
            </a:r>
            <a:r>
              <a:rPr lang="en-US" sz="22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endParaRPr lang="en-US" sz="2200" dirty="0"/>
          </a:p>
          <a:p>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200" dirty="0"/>
          </a:p>
        </p:txBody>
      </p:sp>
      <p:pic>
        <p:nvPicPr>
          <p:cNvPr id="4" name="Picture 3" descr="SVM algorithm visual representation 2">
            <a:extLst>
              <a:ext uri="{FF2B5EF4-FFF2-40B4-BE49-F238E27FC236}">
                <a16:creationId xmlns:a16="http://schemas.microsoft.com/office/drawing/2014/main" id="{31FE9399-1111-EEC4-DC3E-9D30A3E00BE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03531" y="2127852"/>
            <a:ext cx="3143885" cy="2446655"/>
          </a:xfrm>
          <a:prstGeom prst="rect">
            <a:avLst/>
          </a:prstGeom>
          <a:noFill/>
          <a:ln>
            <a:noFill/>
          </a:ln>
        </p:spPr>
      </p:pic>
    </p:spTree>
    <p:extLst>
      <p:ext uri="{BB962C8B-B14F-4D97-AF65-F5344CB8AC3E}">
        <p14:creationId xmlns:p14="http://schemas.microsoft.com/office/powerpoint/2010/main" val="1666405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Support vector classification (SVC)</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5909465" cy="3815101"/>
          </a:xfrm>
        </p:spPr>
        <p:txBody>
          <a:bodyPr/>
          <a:lstStyle/>
          <a:p>
            <a:r>
              <a:rPr lang="en-GB" dirty="0">
                <a:solidFill>
                  <a:schemeClr val="tx1">
                    <a:lumMod val="75000"/>
                    <a:lumOff val="25000"/>
                  </a:schemeClr>
                </a:solidFill>
              </a:rPr>
              <a:t>In practice you’ll use something called SVC to classify data using SVM. </a:t>
            </a:r>
          </a:p>
          <a:p>
            <a:endParaRPr lang="en-GB" dirty="0">
              <a:solidFill>
                <a:schemeClr val="tx1">
                  <a:lumMod val="75000"/>
                  <a:lumOff val="25000"/>
                </a:schemeClr>
              </a:solidFill>
            </a:endParaRPr>
          </a:p>
          <a:p>
            <a:r>
              <a:rPr lang="en-GB" dirty="0">
                <a:solidFill>
                  <a:schemeClr val="tx1">
                    <a:lumMod val="75000"/>
                    <a:lumOff val="25000"/>
                  </a:schemeClr>
                </a:solidFill>
              </a:rPr>
              <a:t>You can use different “kernels” with SVC. Some will work better than others for a given data set.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1" descr="page129image1787264">
            <a:extLst>
              <a:ext uri="{FF2B5EF4-FFF2-40B4-BE49-F238E27FC236}">
                <a16:creationId xmlns:a16="http://schemas.microsoft.com/office/drawing/2014/main" id="{4C9B68F0-4B0B-E047-8197-21F46922C7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9582" y="1592275"/>
            <a:ext cx="4843036" cy="3629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78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4A2B-E934-C2CC-F843-611F92A7DC67}"/>
              </a:ext>
            </a:extLst>
          </p:cNvPr>
          <p:cNvSpPr>
            <a:spLocks noGrp="1"/>
          </p:cNvSpPr>
          <p:nvPr>
            <p:ph type="title"/>
          </p:nvPr>
        </p:nvSpPr>
        <p:spPr/>
        <p:txBody>
          <a:bodyPr/>
          <a:lstStyle/>
          <a:p>
            <a:r>
              <a:rPr lang="en-GB" dirty="0"/>
              <a:t>How </a:t>
            </a:r>
            <a:r>
              <a:rPr lang="en-GB" dirty="0" err="1"/>
              <a:t>svm</a:t>
            </a:r>
            <a:r>
              <a:rPr lang="en-GB" dirty="0"/>
              <a:t> works</a:t>
            </a:r>
            <a:endParaRPr lang="en-US" dirty="0"/>
          </a:p>
        </p:txBody>
      </p:sp>
      <p:sp>
        <p:nvSpPr>
          <p:cNvPr id="3" name="Text Placeholder 2">
            <a:extLst>
              <a:ext uri="{FF2B5EF4-FFF2-40B4-BE49-F238E27FC236}">
                <a16:creationId xmlns:a16="http://schemas.microsoft.com/office/drawing/2014/main" id="{C71ADD8F-F1F9-83BF-F78D-9EF3A25E8544}"/>
              </a:ext>
            </a:extLst>
          </p:cNvPr>
          <p:cNvSpPr>
            <a:spLocks noGrp="1"/>
          </p:cNvSpPr>
          <p:nvPr>
            <p:ph type="body" sz="quarter" idx="10"/>
          </p:nvPr>
        </p:nvSpPr>
        <p:spPr>
          <a:xfrm>
            <a:off x="363251" y="1381049"/>
            <a:ext cx="3983461" cy="2219402"/>
          </a:xfrm>
        </p:spPr>
        <p:txBody>
          <a:bodyPr/>
          <a:lstStyle/>
          <a:p>
            <a:r>
              <a:rPr lang="en-US" sz="2000" kern="0" dirty="0">
                <a:effectLst/>
                <a:latin typeface="inherit"/>
                <a:ea typeface="Times New Roman" panose="02020603050405020304" pitchFamily="18" charset="0"/>
                <a:cs typeface="Times New Roman" panose="02020603050405020304" pitchFamily="18" charset="0"/>
              </a:rPr>
              <a:t>Support vector machines (SVM); this classifier works well in complicated feature domains, albeit requiring clear separation between classes. </a:t>
            </a:r>
          </a:p>
          <a:p>
            <a:r>
              <a:rPr lang="en-US" sz="2000" kern="0" dirty="0">
                <a:effectLst/>
                <a:latin typeface="inherit"/>
                <a:ea typeface="Times New Roman" panose="02020603050405020304" pitchFamily="18" charset="0"/>
                <a:cs typeface="Times New Roman" panose="02020603050405020304" pitchFamily="18" charset="0"/>
              </a:rPr>
              <a:t>SVMs don't work well with noisy data </a:t>
            </a:r>
            <a:endParaRPr lang="en-US" sz="2000" dirty="0"/>
          </a:p>
        </p:txBody>
      </p:sp>
      <p:pic>
        <p:nvPicPr>
          <p:cNvPr id="4" name="Picture 3" descr="Chart, bubble chart&#10;&#10;Description automatically generated">
            <a:extLst>
              <a:ext uri="{FF2B5EF4-FFF2-40B4-BE49-F238E27FC236}">
                <a16:creationId xmlns:a16="http://schemas.microsoft.com/office/drawing/2014/main" id="{008434BB-AA77-BA7B-D9DF-52B8314C75A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1547" y="1795780"/>
            <a:ext cx="2178050" cy="1633220"/>
          </a:xfrm>
          <a:prstGeom prst="rect">
            <a:avLst/>
          </a:prstGeom>
          <a:noFill/>
          <a:ln>
            <a:noFill/>
          </a:ln>
        </p:spPr>
      </p:pic>
      <p:sp>
        <p:nvSpPr>
          <p:cNvPr id="6" name="TextBox 5">
            <a:extLst>
              <a:ext uri="{FF2B5EF4-FFF2-40B4-BE49-F238E27FC236}">
                <a16:creationId xmlns:a16="http://schemas.microsoft.com/office/drawing/2014/main" id="{5EC21ED4-3919-B986-A9E6-86D1AEB46086}"/>
              </a:ext>
            </a:extLst>
          </p:cNvPr>
          <p:cNvSpPr txBox="1"/>
          <p:nvPr/>
        </p:nvSpPr>
        <p:spPr>
          <a:xfrm>
            <a:off x="4020911" y="3617275"/>
            <a:ext cx="2728686" cy="646331"/>
          </a:xfrm>
          <a:prstGeom prst="rect">
            <a:avLst/>
          </a:prstGeom>
          <a:noFill/>
        </p:spPr>
        <p:txBody>
          <a:bodyPr wrap="square">
            <a:spAutoFit/>
          </a:bodyPr>
          <a:lstStyle/>
          <a:p>
            <a:r>
              <a:rPr lang="en-US" sz="1800" i="1" kern="0" dirty="0">
                <a:solidFill>
                  <a:srgbClr val="15171A"/>
                </a:solidFill>
                <a:effectLst/>
                <a:latin typeface="inherit"/>
                <a:ea typeface="Times New Roman" panose="02020603050405020304" pitchFamily="18" charset="0"/>
                <a:cs typeface="Times New Roman" panose="02020603050405020304" pitchFamily="18" charset="0"/>
                <a:hlinkClick r:id="rId4"/>
              </a:rPr>
              <a:t>http://i.imgur.com/zDBbD.png</a:t>
            </a:r>
            <a:endParaRPr lang="en-US" dirty="0"/>
          </a:p>
        </p:txBody>
      </p:sp>
      <p:pic>
        <p:nvPicPr>
          <p:cNvPr id="7" name="Picture 6" descr="Chart, bubble chart&#10;&#10;Description automatically generated">
            <a:extLst>
              <a:ext uri="{FF2B5EF4-FFF2-40B4-BE49-F238E27FC236}">
                <a16:creationId xmlns:a16="http://schemas.microsoft.com/office/drawing/2014/main" id="{4AED31E6-9F76-17D5-7D31-0DEE1F59D9E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97841" y="1811976"/>
            <a:ext cx="2216150" cy="1661795"/>
          </a:xfrm>
          <a:prstGeom prst="rect">
            <a:avLst/>
          </a:prstGeom>
          <a:noFill/>
          <a:ln>
            <a:noFill/>
          </a:ln>
        </p:spPr>
      </p:pic>
      <p:sp>
        <p:nvSpPr>
          <p:cNvPr id="9" name="TextBox 8">
            <a:extLst>
              <a:ext uri="{FF2B5EF4-FFF2-40B4-BE49-F238E27FC236}">
                <a16:creationId xmlns:a16="http://schemas.microsoft.com/office/drawing/2014/main" id="{8A4190CF-A841-DA80-13AB-44FF354128D8}"/>
              </a:ext>
            </a:extLst>
          </p:cNvPr>
          <p:cNvSpPr txBox="1"/>
          <p:nvPr/>
        </p:nvSpPr>
        <p:spPr>
          <a:xfrm>
            <a:off x="7241572" y="3662046"/>
            <a:ext cx="3469971" cy="369332"/>
          </a:xfrm>
          <a:prstGeom prst="rect">
            <a:avLst/>
          </a:prstGeom>
          <a:noFill/>
        </p:spPr>
        <p:txBody>
          <a:bodyPr wrap="square">
            <a:spAutoFit/>
          </a:bodyPr>
          <a:lstStyle/>
          <a:p>
            <a:r>
              <a:rPr lang="en-US" sz="1800" i="1" kern="0" dirty="0">
                <a:solidFill>
                  <a:srgbClr val="15171A"/>
                </a:solidFill>
                <a:effectLst/>
                <a:latin typeface="inherit"/>
                <a:ea typeface="Times New Roman" panose="02020603050405020304" pitchFamily="18" charset="0"/>
                <a:cs typeface="Times New Roman" panose="02020603050405020304" pitchFamily="18" charset="0"/>
                <a:hlinkClick r:id="rId6"/>
              </a:rPr>
              <a:t>http://i.imgur.com/aLZlG.png</a:t>
            </a:r>
            <a:endParaRPr lang="en-US" dirty="0"/>
          </a:p>
        </p:txBody>
      </p:sp>
      <p:pic>
        <p:nvPicPr>
          <p:cNvPr id="10" name="Picture 9" descr="Background pattern&#10;&#10;Description automatically generated">
            <a:extLst>
              <a:ext uri="{FF2B5EF4-FFF2-40B4-BE49-F238E27FC236}">
                <a16:creationId xmlns:a16="http://schemas.microsoft.com/office/drawing/2014/main" id="{89B0A08D-D457-7748-423D-F617D0320DE8}"/>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39834" y="4263606"/>
            <a:ext cx="1641475" cy="1231106"/>
          </a:xfrm>
          <a:prstGeom prst="rect">
            <a:avLst/>
          </a:prstGeom>
          <a:noFill/>
          <a:ln>
            <a:noFill/>
          </a:ln>
        </p:spPr>
      </p:pic>
      <p:sp>
        <p:nvSpPr>
          <p:cNvPr id="12" name="TextBox 11">
            <a:extLst>
              <a:ext uri="{FF2B5EF4-FFF2-40B4-BE49-F238E27FC236}">
                <a16:creationId xmlns:a16="http://schemas.microsoft.com/office/drawing/2014/main" id="{C4C53343-03DF-B4AC-3862-F0A36F87AFC0}"/>
              </a:ext>
            </a:extLst>
          </p:cNvPr>
          <p:cNvSpPr txBox="1"/>
          <p:nvPr/>
        </p:nvSpPr>
        <p:spPr>
          <a:xfrm>
            <a:off x="3933371" y="5675402"/>
            <a:ext cx="6096000" cy="369332"/>
          </a:xfrm>
          <a:prstGeom prst="rect">
            <a:avLst/>
          </a:prstGeom>
          <a:noFill/>
        </p:spPr>
        <p:txBody>
          <a:bodyPr wrap="square">
            <a:spAutoFit/>
          </a:bodyPr>
          <a:lstStyle/>
          <a:p>
            <a:r>
              <a:rPr lang="en-US" sz="1800" i="1" kern="0" dirty="0">
                <a:solidFill>
                  <a:srgbClr val="15171A"/>
                </a:solidFill>
                <a:effectLst/>
                <a:latin typeface="inherit"/>
                <a:ea typeface="Times New Roman" panose="02020603050405020304" pitchFamily="18" charset="0"/>
                <a:cs typeface="Times New Roman" panose="02020603050405020304" pitchFamily="18" charset="0"/>
                <a:hlinkClick r:id="rId8"/>
              </a:rPr>
              <a:t>http://i.imgur.com/kxWgh.png</a:t>
            </a:r>
            <a:endParaRPr lang="en-US" dirty="0"/>
          </a:p>
        </p:txBody>
      </p:sp>
      <p:sp>
        <p:nvSpPr>
          <p:cNvPr id="14" name="TextBox 13">
            <a:extLst>
              <a:ext uri="{FF2B5EF4-FFF2-40B4-BE49-F238E27FC236}">
                <a16:creationId xmlns:a16="http://schemas.microsoft.com/office/drawing/2014/main" id="{A5E60E2D-FD63-5712-3858-ABA562154299}"/>
              </a:ext>
            </a:extLst>
          </p:cNvPr>
          <p:cNvSpPr txBox="1"/>
          <p:nvPr/>
        </p:nvSpPr>
        <p:spPr>
          <a:xfrm>
            <a:off x="204285" y="4532790"/>
            <a:ext cx="3188272" cy="1200329"/>
          </a:xfrm>
          <a:prstGeom prst="rect">
            <a:avLst/>
          </a:prstGeom>
          <a:noFill/>
        </p:spPr>
        <p:txBody>
          <a:bodyPr wrap="square">
            <a:spAutoFit/>
          </a:bodyPr>
          <a:lstStyle/>
          <a:p>
            <a:r>
              <a:rPr lang="en-US" sz="1800" i="1" kern="0" dirty="0">
                <a:effectLst/>
                <a:latin typeface="inherit"/>
                <a:ea typeface="Times New Roman" panose="02020603050405020304" pitchFamily="18" charset="0"/>
                <a:cs typeface="Times New Roman" panose="02020603050405020304" pitchFamily="18" charset="0"/>
              </a:rPr>
              <a:t>SVMs try to put the stick in the best possible place by having as big a gap on either side of the stick as possible.</a:t>
            </a:r>
            <a:endParaRPr lang="en-US" dirty="0"/>
          </a:p>
        </p:txBody>
      </p:sp>
      <p:pic>
        <p:nvPicPr>
          <p:cNvPr id="15" name="Picture 14" descr="Bubble chart&#10;&#10;Description automatically generated with medium confidence">
            <a:extLst>
              <a:ext uri="{FF2B5EF4-FFF2-40B4-BE49-F238E27FC236}">
                <a16:creationId xmlns:a16="http://schemas.microsoft.com/office/drawing/2014/main" id="{1D0D2A67-94E5-1726-3EA0-1CB5F33CAB50}"/>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712183" y="4473635"/>
            <a:ext cx="1787465" cy="1340710"/>
          </a:xfrm>
          <a:prstGeom prst="rect">
            <a:avLst/>
          </a:prstGeom>
          <a:noFill/>
          <a:ln>
            <a:noFill/>
          </a:ln>
        </p:spPr>
      </p:pic>
      <p:sp>
        <p:nvSpPr>
          <p:cNvPr id="17" name="TextBox 16">
            <a:extLst>
              <a:ext uri="{FF2B5EF4-FFF2-40B4-BE49-F238E27FC236}">
                <a16:creationId xmlns:a16="http://schemas.microsoft.com/office/drawing/2014/main" id="{73296E2B-13ED-2708-A018-7506E94AAACE}"/>
              </a:ext>
            </a:extLst>
          </p:cNvPr>
          <p:cNvSpPr txBox="1"/>
          <p:nvPr/>
        </p:nvSpPr>
        <p:spPr>
          <a:xfrm>
            <a:off x="7466017" y="6155628"/>
            <a:ext cx="6096000" cy="369332"/>
          </a:xfrm>
          <a:prstGeom prst="rect">
            <a:avLst/>
          </a:prstGeom>
          <a:noFill/>
        </p:spPr>
        <p:txBody>
          <a:bodyPr wrap="square">
            <a:spAutoFit/>
          </a:bodyPr>
          <a:lstStyle/>
          <a:p>
            <a:r>
              <a:rPr lang="en-US" sz="1800" i="1" kern="0" dirty="0">
                <a:solidFill>
                  <a:srgbClr val="15171A"/>
                </a:solidFill>
                <a:effectLst/>
                <a:latin typeface="inherit"/>
                <a:ea typeface="Times New Roman" panose="02020603050405020304" pitchFamily="18" charset="0"/>
                <a:cs typeface="Times New Roman" panose="02020603050405020304" pitchFamily="18" charset="0"/>
                <a:hlinkClick r:id="rId10"/>
              </a:rPr>
              <a:t>http://i.imgur.com/ePy4V.png</a:t>
            </a:r>
            <a:endParaRPr lang="en-US" dirty="0"/>
          </a:p>
        </p:txBody>
      </p:sp>
      <p:pic>
        <p:nvPicPr>
          <p:cNvPr id="18" name="Picture 17" descr="Background pattern&#10;&#10;Description automatically generated">
            <a:extLst>
              <a:ext uri="{FF2B5EF4-FFF2-40B4-BE49-F238E27FC236}">
                <a16:creationId xmlns:a16="http://schemas.microsoft.com/office/drawing/2014/main" id="{1E50C081-4542-BF93-3C46-AF02E0080D16}"/>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026967" y="4527995"/>
            <a:ext cx="1642653" cy="1231990"/>
          </a:xfrm>
          <a:prstGeom prst="rect">
            <a:avLst/>
          </a:prstGeom>
          <a:noFill/>
          <a:ln>
            <a:noFill/>
          </a:ln>
        </p:spPr>
      </p:pic>
      <p:sp>
        <p:nvSpPr>
          <p:cNvPr id="20" name="TextBox 19">
            <a:extLst>
              <a:ext uri="{FF2B5EF4-FFF2-40B4-BE49-F238E27FC236}">
                <a16:creationId xmlns:a16="http://schemas.microsoft.com/office/drawing/2014/main" id="{EC7F671A-1A14-044C-C3CF-304AC6AEE787}"/>
              </a:ext>
            </a:extLst>
          </p:cNvPr>
          <p:cNvSpPr txBox="1"/>
          <p:nvPr/>
        </p:nvSpPr>
        <p:spPr>
          <a:xfrm>
            <a:off x="9541150" y="5634087"/>
            <a:ext cx="3092223" cy="375552"/>
          </a:xfrm>
          <a:prstGeom prst="rect">
            <a:avLst/>
          </a:prstGeom>
          <a:noFill/>
        </p:spPr>
        <p:txBody>
          <a:bodyPr wrap="square">
            <a:spAutoFit/>
          </a:bodyPr>
          <a:lstStyle/>
          <a:p>
            <a:pPr marL="0" marR="0" fontAlgn="base">
              <a:lnSpc>
                <a:spcPct val="107000"/>
              </a:lnSpc>
              <a:spcBef>
                <a:spcPts val="0"/>
              </a:spcBef>
              <a:spcAft>
                <a:spcPts val="800"/>
              </a:spcAft>
            </a:pPr>
            <a:r>
              <a:rPr lang="en-US" sz="1800" i="1" kern="0" dirty="0">
                <a:solidFill>
                  <a:srgbClr val="15171A"/>
                </a:solidFill>
                <a:effectLst/>
                <a:latin typeface="inherit"/>
                <a:ea typeface="Times New Roman" panose="02020603050405020304" pitchFamily="18" charset="0"/>
                <a:cs typeface="Times New Roman" panose="02020603050405020304" pitchFamily="18" charset="0"/>
                <a:hlinkClick r:id="rId12"/>
              </a:rPr>
              <a:t>http://i.imgur.com/BWYYZ.png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31746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DE73-565A-3EB9-27CF-5D405420433F}"/>
              </a:ext>
            </a:extLst>
          </p:cNvPr>
          <p:cNvSpPr>
            <a:spLocks noGrp="1"/>
          </p:cNvSpPr>
          <p:nvPr>
            <p:ph type="title"/>
          </p:nvPr>
        </p:nvSpPr>
        <p:spPr/>
        <p:txBody>
          <a:bodyPr/>
          <a:lstStyle/>
          <a:p>
            <a:r>
              <a:rPr lang="en-GB" dirty="0"/>
              <a:t>Another challenge</a:t>
            </a:r>
            <a:endParaRPr lang="en-US" dirty="0"/>
          </a:p>
        </p:txBody>
      </p:sp>
      <p:pic>
        <p:nvPicPr>
          <p:cNvPr id="4" name="Picture 3" descr="Chart, bubble chart&#10;&#10;Description automatically generated">
            <a:extLst>
              <a:ext uri="{FF2B5EF4-FFF2-40B4-BE49-F238E27FC236}">
                <a16:creationId xmlns:a16="http://schemas.microsoft.com/office/drawing/2014/main" id="{DF889F46-2FAF-FC31-82CC-AE561B24699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7976" y="1621756"/>
            <a:ext cx="2268855" cy="1701800"/>
          </a:xfrm>
          <a:prstGeom prst="rect">
            <a:avLst/>
          </a:prstGeom>
          <a:noFill/>
          <a:ln>
            <a:noFill/>
          </a:ln>
        </p:spPr>
      </p:pic>
      <p:pic>
        <p:nvPicPr>
          <p:cNvPr id="5" name="Picture 4" descr="Diagram&#10;&#10;Description automatically generated">
            <a:extLst>
              <a:ext uri="{FF2B5EF4-FFF2-40B4-BE49-F238E27FC236}">
                <a16:creationId xmlns:a16="http://schemas.microsoft.com/office/drawing/2014/main" id="{528438A8-6759-BEF6-6ACD-24BB537769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88423" y="1539196"/>
            <a:ext cx="3878850" cy="2170683"/>
          </a:xfrm>
          <a:prstGeom prst="rect">
            <a:avLst/>
          </a:prstGeom>
          <a:noFill/>
          <a:ln>
            <a:noFill/>
          </a:ln>
        </p:spPr>
      </p:pic>
      <p:sp>
        <p:nvSpPr>
          <p:cNvPr id="7" name="TextBox 6">
            <a:extLst>
              <a:ext uri="{FF2B5EF4-FFF2-40B4-BE49-F238E27FC236}">
                <a16:creationId xmlns:a16="http://schemas.microsoft.com/office/drawing/2014/main" id="{DA567D4D-27F6-F05D-FEC0-469AC977B23F}"/>
              </a:ext>
            </a:extLst>
          </p:cNvPr>
          <p:cNvSpPr txBox="1"/>
          <p:nvPr/>
        </p:nvSpPr>
        <p:spPr>
          <a:xfrm>
            <a:off x="5494209" y="4539733"/>
            <a:ext cx="6096000" cy="369332"/>
          </a:xfrm>
          <a:prstGeom prst="rect">
            <a:avLst/>
          </a:prstGeom>
          <a:noFill/>
        </p:spPr>
        <p:txBody>
          <a:bodyPr wrap="square">
            <a:spAutoFit/>
          </a:bodyPr>
          <a:lstStyle/>
          <a:p>
            <a:r>
              <a:rPr lang="en-US" sz="1800" i="1" kern="0" dirty="0">
                <a:solidFill>
                  <a:srgbClr val="15171A"/>
                </a:solidFill>
                <a:effectLst/>
                <a:latin typeface="inherit"/>
                <a:ea typeface="Times New Roman" panose="02020603050405020304" pitchFamily="18" charset="0"/>
                <a:cs typeface="Times New Roman" panose="02020603050405020304" pitchFamily="18" charset="0"/>
                <a:hlinkClick r:id="rId4"/>
              </a:rPr>
              <a:t>http://i.imgur.com/WuxyO.png</a:t>
            </a:r>
            <a:endParaRPr lang="en-US" dirty="0"/>
          </a:p>
        </p:txBody>
      </p:sp>
      <p:pic>
        <p:nvPicPr>
          <p:cNvPr id="8" name="Picture 7" descr="Icon&#10;&#10;Description automatically generated with medium confidence">
            <a:extLst>
              <a:ext uri="{FF2B5EF4-FFF2-40B4-BE49-F238E27FC236}">
                <a16:creationId xmlns:a16="http://schemas.microsoft.com/office/drawing/2014/main" id="{95B2AE1D-D6D2-A83D-2DD0-7CF43D65637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71659" y="3776172"/>
            <a:ext cx="1730964" cy="1298428"/>
          </a:xfrm>
          <a:prstGeom prst="rect">
            <a:avLst/>
          </a:prstGeom>
          <a:noFill/>
          <a:ln>
            <a:noFill/>
          </a:ln>
        </p:spPr>
      </p:pic>
      <p:sp>
        <p:nvSpPr>
          <p:cNvPr id="10" name="TextBox 9">
            <a:extLst>
              <a:ext uri="{FF2B5EF4-FFF2-40B4-BE49-F238E27FC236}">
                <a16:creationId xmlns:a16="http://schemas.microsoft.com/office/drawing/2014/main" id="{23D5E70E-382E-F43A-94F0-745D4B7129D5}"/>
              </a:ext>
            </a:extLst>
          </p:cNvPr>
          <p:cNvSpPr txBox="1"/>
          <p:nvPr/>
        </p:nvSpPr>
        <p:spPr>
          <a:xfrm>
            <a:off x="985169" y="5425250"/>
            <a:ext cx="3234953" cy="369332"/>
          </a:xfrm>
          <a:prstGeom prst="rect">
            <a:avLst/>
          </a:prstGeom>
          <a:noFill/>
        </p:spPr>
        <p:txBody>
          <a:bodyPr wrap="square">
            <a:spAutoFit/>
          </a:bodyPr>
          <a:lstStyle/>
          <a:p>
            <a:r>
              <a:rPr lang="en-US" sz="1800" i="1" kern="0" dirty="0">
                <a:solidFill>
                  <a:srgbClr val="15171A"/>
                </a:solidFill>
                <a:effectLst/>
                <a:latin typeface="inherit"/>
                <a:ea typeface="Times New Roman" panose="02020603050405020304" pitchFamily="18" charset="0"/>
                <a:cs typeface="Times New Roman" panose="02020603050405020304" pitchFamily="18" charset="0"/>
                <a:hlinkClick r:id="rId6"/>
              </a:rPr>
              <a:t>http://i.imgur.com/gWdPX.png</a:t>
            </a:r>
            <a:endParaRPr lang="en-US" dirty="0"/>
          </a:p>
        </p:txBody>
      </p:sp>
      <p:sp>
        <p:nvSpPr>
          <p:cNvPr id="12" name="TextBox 11">
            <a:extLst>
              <a:ext uri="{FF2B5EF4-FFF2-40B4-BE49-F238E27FC236}">
                <a16:creationId xmlns:a16="http://schemas.microsoft.com/office/drawing/2014/main" id="{85AEF570-DAEC-450F-543C-9899AD6DA07E}"/>
              </a:ext>
            </a:extLst>
          </p:cNvPr>
          <p:cNvSpPr txBox="1"/>
          <p:nvPr/>
        </p:nvSpPr>
        <p:spPr>
          <a:xfrm>
            <a:off x="5003893" y="5023412"/>
            <a:ext cx="6966434" cy="968278"/>
          </a:xfrm>
          <a:prstGeom prst="rect">
            <a:avLst/>
          </a:prstGeom>
          <a:noFill/>
        </p:spPr>
        <p:txBody>
          <a:bodyPr wrap="square">
            <a:spAutoFit/>
          </a:bodyPr>
          <a:lstStyle/>
          <a:p>
            <a:pPr marL="0" marR="0" fontAlgn="base">
              <a:lnSpc>
                <a:spcPct val="107000"/>
              </a:lnSpc>
              <a:spcBef>
                <a:spcPts val="0"/>
              </a:spcBef>
              <a:spcAft>
                <a:spcPts val="800"/>
              </a:spcAft>
            </a:pPr>
            <a:r>
              <a:rPr lang="en-US" sz="1800" i="1" kern="0" dirty="0">
                <a:effectLst/>
                <a:latin typeface="inherit"/>
                <a:ea typeface="Times New Roman" panose="02020603050405020304" pitchFamily="18" charset="0"/>
                <a:cs typeface="Times New Roman" panose="02020603050405020304" pitchFamily="18" charset="0"/>
              </a:rPr>
              <a:t>Balls </a:t>
            </a:r>
            <a:r>
              <a:rPr lang="en-US" sz="1800" b="1" i="1" kern="0" dirty="0">
                <a:solidFill>
                  <a:srgbClr val="090A0B"/>
                </a:solidFill>
                <a:effectLst/>
                <a:latin typeface="inherit"/>
                <a:ea typeface="Times New Roman" panose="02020603050405020304" pitchFamily="18" charset="0"/>
                <a:cs typeface="Times New Roman" panose="02020603050405020304" pitchFamily="18" charset="0"/>
              </a:rPr>
              <a:t>data</a:t>
            </a:r>
            <a:r>
              <a:rPr lang="en-US" sz="1800" i="1" kern="0" dirty="0">
                <a:effectLst/>
                <a:latin typeface="inherit"/>
                <a:ea typeface="Times New Roman" panose="02020603050405020304" pitchFamily="18" charset="0"/>
                <a:cs typeface="Times New Roman" panose="02020603050405020304" pitchFamily="18" charset="0"/>
              </a:rPr>
              <a:t>, the stick is a </a:t>
            </a:r>
            <a:r>
              <a:rPr lang="en-US" sz="1800" b="1" i="1" kern="0" dirty="0">
                <a:solidFill>
                  <a:srgbClr val="090A0B"/>
                </a:solidFill>
                <a:effectLst/>
                <a:latin typeface="inherit"/>
                <a:ea typeface="Times New Roman" panose="02020603050405020304" pitchFamily="18" charset="0"/>
                <a:cs typeface="Times New Roman" panose="02020603050405020304" pitchFamily="18" charset="0"/>
              </a:rPr>
              <a:t>classifier</a:t>
            </a:r>
            <a:r>
              <a:rPr lang="en-US" sz="1800" i="1" kern="0" dirty="0">
                <a:effectLst/>
                <a:latin typeface="inherit"/>
                <a:ea typeface="Times New Roman" panose="02020603050405020304" pitchFamily="18" charset="0"/>
                <a:cs typeface="Times New Roman" panose="02020603050405020304" pitchFamily="18" charset="0"/>
              </a:rPr>
              <a:t>, the biggest gap trick is called </a:t>
            </a:r>
            <a:r>
              <a:rPr lang="en-US" sz="1800" b="1" i="1" kern="0" dirty="0">
                <a:solidFill>
                  <a:srgbClr val="090A0B"/>
                </a:solidFill>
                <a:effectLst/>
                <a:latin typeface="inherit"/>
                <a:ea typeface="Times New Roman" panose="02020603050405020304" pitchFamily="18" charset="0"/>
                <a:cs typeface="Times New Roman" panose="02020603050405020304" pitchFamily="18" charset="0"/>
              </a:rPr>
              <a:t>optimization</a:t>
            </a:r>
            <a:r>
              <a:rPr lang="en-US" sz="1800" i="1" kern="0" dirty="0">
                <a:effectLst/>
                <a:latin typeface="inherit"/>
                <a:ea typeface="Times New Roman" panose="02020603050405020304" pitchFamily="18" charset="0"/>
                <a:cs typeface="Times New Roman" panose="02020603050405020304" pitchFamily="18" charset="0"/>
              </a:rPr>
              <a:t>, flipping the table is called </a:t>
            </a:r>
            <a:r>
              <a:rPr lang="en-US" sz="1800" b="1" i="1" kern="0" dirty="0">
                <a:solidFill>
                  <a:srgbClr val="090A0B"/>
                </a:solidFill>
                <a:effectLst/>
                <a:latin typeface="inherit"/>
                <a:ea typeface="Times New Roman" panose="02020603050405020304" pitchFamily="18" charset="0"/>
                <a:cs typeface="Times New Roman" panose="02020603050405020304" pitchFamily="18" charset="0"/>
              </a:rPr>
              <a:t>kernelling</a:t>
            </a:r>
            <a:r>
              <a:rPr lang="en-US" sz="1800" i="1" kern="0" dirty="0">
                <a:effectLst/>
                <a:latin typeface="inherit"/>
                <a:ea typeface="Times New Roman" panose="02020603050405020304" pitchFamily="18" charset="0"/>
                <a:cs typeface="Times New Roman" panose="02020603050405020304" pitchFamily="18" charset="0"/>
              </a:rPr>
              <a:t> and the piece of paper a </a:t>
            </a:r>
            <a:r>
              <a:rPr lang="en-US" sz="1800" b="1" i="1" kern="0" dirty="0">
                <a:solidFill>
                  <a:srgbClr val="090A0B"/>
                </a:solidFill>
                <a:effectLst/>
                <a:latin typeface="inherit"/>
                <a:ea typeface="Times New Roman" panose="02020603050405020304" pitchFamily="18" charset="0"/>
                <a:cs typeface="Times New Roman" panose="02020603050405020304" pitchFamily="18" charset="0"/>
              </a:rPr>
              <a:t>hyperplane</a:t>
            </a:r>
            <a:r>
              <a:rPr lang="en-US" sz="1800" i="1" kern="0" dirty="0">
                <a:effectLst/>
                <a:latin typeface="inherit"/>
                <a:ea typeface="Times New Roman" panose="02020603050405020304" pitchFamily="18" charset="0"/>
                <a:cs typeface="Times New Roman" panose="02020603050405020304" pitchFamily="18" charset="0"/>
              </a:rPr>
              <a: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92D26EB1-4137-DA8F-856A-540775BCC729}"/>
              </a:ext>
            </a:extLst>
          </p:cNvPr>
          <p:cNvSpPr txBox="1"/>
          <p:nvPr/>
        </p:nvSpPr>
        <p:spPr>
          <a:xfrm>
            <a:off x="3371273" y="1126877"/>
            <a:ext cx="6096000" cy="369332"/>
          </a:xfrm>
          <a:prstGeom prst="rect">
            <a:avLst/>
          </a:prstGeom>
          <a:noFill/>
        </p:spPr>
        <p:txBody>
          <a:bodyPr wrap="square">
            <a:spAutoFit/>
          </a:bodyPr>
          <a:lstStyle/>
          <a:p>
            <a:pPr algn="l"/>
            <a:r>
              <a:rPr lang="en-US" b="0" i="0" dirty="0">
                <a:solidFill>
                  <a:srgbClr val="1B2437"/>
                </a:solidFill>
                <a:effectLst/>
                <a:latin typeface="Inter"/>
              </a:rPr>
              <a:t> </a:t>
            </a:r>
            <a:r>
              <a:rPr lang="en-US" b="1" i="0" dirty="0">
                <a:solidFill>
                  <a:srgbClr val="1B2437"/>
                </a:solidFill>
                <a:effectLst/>
                <a:latin typeface="Inter"/>
              </a:rPr>
              <a:t>Non-linear SVM</a:t>
            </a:r>
            <a:r>
              <a:rPr lang="en-US" b="0" i="0" dirty="0">
                <a:solidFill>
                  <a:srgbClr val="1B2437"/>
                </a:solidFill>
                <a:effectLst/>
                <a:latin typeface="Inter"/>
              </a:rPr>
              <a:t>:</a:t>
            </a:r>
          </a:p>
        </p:txBody>
      </p:sp>
    </p:spTree>
    <p:extLst>
      <p:ext uri="{BB962C8B-B14F-4D97-AF65-F5344CB8AC3E}">
        <p14:creationId xmlns:p14="http://schemas.microsoft.com/office/powerpoint/2010/main" val="1020263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ED356-0CA8-2C9D-984E-C5C84F499EAF}"/>
              </a:ext>
            </a:extLst>
          </p:cNvPr>
          <p:cNvSpPr>
            <a:spLocks noGrp="1"/>
          </p:cNvSpPr>
          <p:nvPr>
            <p:ph type="title"/>
          </p:nvPr>
        </p:nvSpPr>
        <p:spPr/>
        <p:txBody>
          <a:bodyPr/>
          <a:lstStyle/>
          <a:p>
            <a:r>
              <a:rPr lang="en-GB" dirty="0"/>
              <a:t>Visual view</a:t>
            </a:r>
            <a:endParaRPr lang="en-US" dirty="0"/>
          </a:p>
        </p:txBody>
      </p:sp>
      <p:sp>
        <p:nvSpPr>
          <p:cNvPr id="3" name="Text Placeholder 2">
            <a:extLst>
              <a:ext uri="{FF2B5EF4-FFF2-40B4-BE49-F238E27FC236}">
                <a16:creationId xmlns:a16="http://schemas.microsoft.com/office/drawing/2014/main" id="{ADE15656-126C-A15C-8643-FE91A1681B9F}"/>
              </a:ext>
            </a:extLst>
          </p:cNvPr>
          <p:cNvSpPr>
            <a:spLocks noGrp="1"/>
          </p:cNvSpPr>
          <p:nvPr>
            <p:ph type="body" sz="quarter" idx="10"/>
          </p:nvPr>
        </p:nvSpPr>
        <p:spPr>
          <a:xfrm>
            <a:off x="601791" y="1811976"/>
            <a:ext cx="5989509" cy="4033348"/>
          </a:xfrm>
        </p:spPr>
        <p:txBody>
          <a:bodyPr/>
          <a:lstStyle/>
          <a:p>
            <a:pPr marL="0" fontAlgn="base">
              <a:lnSpc>
                <a:spcPct val="107000"/>
              </a:lnSpc>
              <a:spcBef>
                <a:spcPts val="0"/>
              </a:spcBef>
              <a:spcAft>
                <a:spcPts val="375"/>
              </a:spcAft>
            </a:pPr>
            <a:r>
              <a:rPr lang="en-US" sz="22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Kumar.A</a:t>
            </a:r>
            <a:r>
              <a:rPr lang="en-US" sz="22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a:t>
            </a:r>
            <a:r>
              <a:rPr lang="en-US" sz="2200" b="1" kern="1800" dirty="0">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 2023.Support Vector Machine (SVM) Python </a:t>
            </a:r>
            <a:r>
              <a:rPr lang="en-US" sz="2200" b="1" kern="1800" dirty="0" err="1">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Example</a:t>
            </a:r>
            <a:r>
              <a:rPr lang="en-US" sz="22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.https</a:t>
            </a:r>
            <a:r>
              <a:rPr lang="en-US" sz="22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://vitalflux.com/classification-model-svm-classifier-python-example/</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a:lnSpc>
                <a:spcPct val="107000"/>
              </a:lnSpc>
              <a:spcBef>
                <a:spcPts val="0"/>
              </a:spcBef>
              <a:spcAft>
                <a:spcPts val="750"/>
              </a:spcAft>
            </a:pPr>
            <a:r>
              <a:rPr lang="en-US" sz="2200" u="none" strike="noStrike" kern="0" dirty="0">
                <a:solidFill>
                  <a:srgbClr val="62A6E4"/>
                </a:solidFill>
                <a:effectLst/>
                <a:latin typeface="Georgia" panose="02040502050405020303" pitchFamily="18" charset="0"/>
                <a:ea typeface="Times New Roman" panose="02020603050405020304" pitchFamily="18" charset="0"/>
                <a:cs typeface="Times New Roman" panose="02020603050405020304" pitchFamily="18" charset="0"/>
              </a:rPr>
              <a:t> </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p:txBody>
      </p:sp>
      <p:pic>
        <p:nvPicPr>
          <p:cNvPr id="4" name="Picture 3" descr="support vector machine - SVM">
            <a:extLst>
              <a:ext uri="{FF2B5EF4-FFF2-40B4-BE49-F238E27FC236}">
                <a16:creationId xmlns:a16="http://schemas.microsoft.com/office/drawing/2014/main" id="{E7407E36-A8CF-2C73-8D2C-9222F57596E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31396" y="2054087"/>
            <a:ext cx="5660604" cy="3496103"/>
          </a:xfrm>
          <a:prstGeom prst="rect">
            <a:avLst/>
          </a:prstGeom>
          <a:noFill/>
          <a:ln>
            <a:noFill/>
          </a:ln>
        </p:spPr>
      </p:pic>
      <p:sp>
        <p:nvSpPr>
          <p:cNvPr id="6" name="TextBox 5">
            <a:extLst>
              <a:ext uri="{FF2B5EF4-FFF2-40B4-BE49-F238E27FC236}">
                <a16:creationId xmlns:a16="http://schemas.microsoft.com/office/drawing/2014/main" id="{17C5DE4E-2086-7D1A-0085-7595482E3703}"/>
              </a:ext>
            </a:extLst>
          </p:cNvPr>
          <p:cNvSpPr txBox="1"/>
          <p:nvPr/>
        </p:nvSpPr>
        <p:spPr>
          <a:xfrm>
            <a:off x="8276236" y="5328425"/>
            <a:ext cx="2230827" cy="369332"/>
          </a:xfrm>
          <a:prstGeom prst="rect">
            <a:avLst/>
          </a:prstGeom>
          <a:noFill/>
        </p:spPr>
        <p:txBody>
          <a:bodyPr wrap="square">
            <a:spAutoFit/>
          </a:bodyPr>
          <a:lstStyle/>
          <a:p>
            <a:r>
              <a:rPr lang="en-US" sz="18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Kumar.A</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3"/>
              </a:rPr>
              <a:t>.</a:t>
            </a:r>
            <a:r>
              <a:rPr lang="en-US" sz="1800" b="1" kern="1800" dirty="0">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 2023</a:t>
            </a:r>
            <a:endParaRPr lang="en-US" dirty="0"/>
          </a:p>
        </p:txBody>
      </p:sp>
    </p:spTree>
    <p:extLst>
      <p:ext uri="{BB962C8B-B14F-4D97-AF65-F5344CB8AC3E}">
        <p14:creationId xmlns:p14="http://schemas.microsoft.com/office/powerpoint/2010/main" val="1724380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FFD3-F588-7649-4399-E9673C10B92D}"/>
              </a:ext>
            </a:extLst>
          </p:cNvPr>
          <p:cNvSpPr>
            <a:spLocks noGrp="1"/>
          </p:cNvSpPr>
          <p:nvPr>
            <p:ph type="title"/>
          </p:nvPr>
        </p:nvSpPr>
        <p:spPr/>
        <p:txBody>
          <a:bodyPr/>
          <a:lstStyle/>
          <a:p>
            <a:r>
              <a:rPr lang="en-GB" dirty="0"/>
              <a:t>example</a:t>
            </a:r>
            <a:endParaRPr lang="en-US" dirty="0"/>
          </a:p>
        </p:txBody>
      </p:sp>
      <p:sp>
        <p:nvSpPr>
          <p:cNvPr id="3" name="Text Placeholder 2">
            <a:extLst>
              <a:ext uri="{FF2B5EF4-FFF2-40B4-BE49-F238E27FC236}">
                <a16:creationId xmlns:a16="http://schemas.microsoft.com/office/drawing/2014/main" id="{9FD08D62-AE99-1A08-1330-5A09191083E0}"/>
              </a:ext>
            </a:extLst>
          </p:cNvPr>
          <p:cNvSpPr>
            <a:spLocks noGrp="1"/>
          </p:cNvSpPr>
          <p:nvPr>
            <p:ph type="body" sz="quarter" idx="10"/>
          </p:nvPr>
        </p:nvSpPr>
        <p:spPr>
          <a:xfrm>
            <a:off x="601791" y="1097280"/>
            <a:ext cx="10994852" cy="4748044"/>
          </a:xfrm>
        </p:spPr>
        <p:txBody>
          <a:bodyPr/>
          <a:lstStyle/>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Given labeled training data (for supervised learning), the SVM classification algorithm outputs an optimal hyperplane which categorizes new data examples into different classes. </a:t>
            </a: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This hyperplane is then used to make predictions on new data points. Let’s take an example to understand Support Vector Machine concepts in a better manner. Say you have been asked to predict whether a customer will churn or not and you have all their past transaction records as well as demographic information. </a:t>
            </a: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After exploring the data, you’ve found that there’s not much difference between the average transaction amount of customers who churned and those who didn’t. You also found that most of the customers who churned live relatively far from the city center. </a:t>
            </a: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Based on these findings, you decided to use Support Vector Machine classification algorithm to build your prediction model. Model trained using SVM classification algorithm will be able to classify the customers as high risk (churned) or otherwise.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There are some key concepts that are important to understand when working with SVMs. First, the data points that are closest to the hyperplane are called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vectors</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Second, when the data is not linearly separable, SVMs use a technique called kernel trick, which maps the original features into a higher-dimensional feature space where the data is linearly separable.</a:t>
            </a:r>
          </a:p>
          <a:p>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In this new feature space, we can draw a hyperplane that separates the two classes.  </a:t>
            </a:r>
            <a:r>
              <a:rPr lang="en-US" sz="16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three hyperparameters that results in different SVM models (hypothesis): C,  gamma and kernel function</a:t>
            </a:r>
            <a:r>
              <a:rPr lang="en-US" sz="16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endParaRPr lang="en-US" sz="1600" dirty="0"/>
          </a:p>
        </p:txBody>
      </p:sp>
    </p:spTree>
    <p:extLst>
      <p:ext uri="{BB962C8B-B14F-4D97-AF65-F5344CB8AC3E}">
        <p14:creationId xmlns:p14="http://schemas.microsoft.com/office/powerpoint/2010/main" val="2796509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E7710-1338-801F-6443-0537DCA1599D}"/>
              </a:ext>
            </a:extLst>
          </p:cNvPr>
          <p:cNvSpPr>
            <a:spLocks noGrp="1"/>
          </p:cNvSpPr>
          <p:nvPr>
            <p:ph type="title"/>
          </p:nvPr>
        </p:nvSpPr>
        <p:spPr/>
        <p:txBody>
          <a:bodyPr/>
          <a:lstStyle/>
          <a:p>
            <a:r>
              <a:rPr lang="en-GB" dirty="0"/>
              <a:t>example</a:t>
            </a:r>
            <a:endParaRPr lang="en-US" dirty="0"/>
          </a:p>
        </p:txBody>
      </p:sp>
      <p:sp>
        <p:nvSpPr>
          <p:cNvPr id="3" name="Text Placeholder 2">
            <a:extLst>
              <a:ext uri="{FF2B5EF4-FFF2-40B4-BE49-F238E27FC236}">
                <a16:creationId xmlns:a16="http://schemas.microsoft.com/office/drawing/2014/main" id="{7F7ED34A-F9FD-D8C0-EFFA-8E0179D8234A}"/>
              </a:ext>
            </a:extLst>
          </p:cNvPr>
          <p:cNvSpPr>
            <a:spLocks noGrp="1"/>
          </p:cNvSpPr>
          <p:nvPr>
            <p:ph type="body" sz="quarter" idx="10"/>
          </p:nvPr>
        </p:nvSpPr>
        <p:spPr>
          <a:xfrm>
            <a:off x="601790" y="1811976"/>
            <a:ext cx="8548113" cy="4033348"/>
          </a:xfrm>
        </p:spPr>
        <p:txBody>
          <a:bodyPr/>
          <a:lstStyle/>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As an example, let’s say we have a dataset with two features (x1 and x2) and two classes (0 and 1). We can visualize this data by plotting it in a two-dimensional space, with each point colored according to its class label. Look at the diagram below.</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In the above case, we can see that there are different straight lines that can perfectly separate the two classes.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However, we can still find a decision boundary that does a pretty good job.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This boundary is generated by Support Vector Machine algorithm.  Using SVM algorithm, as mentioned above, training the model represents finding the hyperplane (dashed line in the picture below) which separates the data belonging to two different classes by </a:t>
            </a:r>
            <a:r>
              <a:rPr lang="en-US" sz="18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maximum or largest margin</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the points closest to this hyperplane are called </a:t>
            </a:r>
            <a:r>
              <a:rPr lang="en-US" sz="18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support vectors</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descr="support vector machine which hyperplane">
            <a:extLst>
              <a:ext uri="{FF2B5EF4-FFF2-40B4-BE49-F238E27FC236}">
                <a16:creationId xmlns:a16="http://schemas.microsoft.com/office/drawing/2014/main" id="{F5C94216-2D10-5AA1-13C4-5CCC3AE003C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9904" y="2338705"/>
            <a:ext cx="2440305" cy="2180590"/>
          </a:xfrm>
          <a:prstGeom prst="rect">
            <a:avLst/>
          </a:prstGeom>
          <a:noFill/>
          <a:ln>
            <a:noFill/>
          </a:ln>
        </p:spPr>
      </p:pic>
    </p:spTree>
    <p:extLst>
      <p:ext uri="{BB962C8B-B14F-4D97-AF65-F5344CB8AC3E}">
        <p14:creationId xmlns:p14="http://schemas.microsoft.com/office/powerpoint/2010/main" val="3120734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A75D5-1DF7-5318-F3BB-65F1831C3473}"/>
              </a:ext>
            </a:extLst>
          </p:cNvPr>
          <p:cNvSpPr>
            <a:spLocks noGrp="1"/>
          </p:cNvSpPr>
          <p:nvPr>
            <p:ph type="title"/>
          </p:nvPr>
        </p:nvSpPr>
        <p:spPr/>
        <p:txBody>
          <a:bodyPr/>
          <a:lstStyle/>
          <a:p>
            <a:r>
              <a:rPr lang="en-US" dirty="0"/>
              <a:t>visual</a:t>
            </a:r>
          </a:p>
        </p:txBody>
      </p:sp>
      <p:sp>
        <p:nvSpPr>
          <p:cNvPr id="3" name="Text Placeholder 2">
            <a:extLst>
              <a:ext uri="{FF2B5EF4-FFF2-40B4-BE49-F238E27FC236}">
                <a16:creationId xmlns:a16="http://schemas.microsoft.com/office/drawing/2014/main" id="{E5E54F3D-9093-94AB-442D-C301DB347984}"/>
              </a:ext>
            </a:extLst>
          </p:cNvPr>
          <p:cNvSpPr>
            <a:spLocks noGrp="1"/>
          </p:cNvSpPr>
          <p:nvPr>
            <p:ph type="body" sz="quarter" idx="10"/>
          </p:nvPr>
        </p:nvSpPr>
        <p:spPr>
          <a:xfrm>
            <a:off x="601791" y="1811976"/>
            <a:ext cx="6294309" cy="4033348"/>
          </a:xfrm>
        </p:spPr>
        <p:txBody>
          <a:bodyPr/>
          <a:lstStyle/>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blue square points represent one class and the red dots represent another class. The black line is the decision boundary learned by an SVM.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As you can see, the SVM has placed the boundary in such a way as to maximize the margin between the two classes. Here is a visual representation of how SVM classification works.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most important hyperparameters are the </a:t>
            </a:r>
            <a:r>
              <a:rPr lang="en-US" sz="18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kernel function</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and the r</a:t>
            </a:r>
            <a:r>
              <a:rPr lang="en-US" sz="1800" b="1"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egularization parameters such as C and gamma</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 </a:t>
            </a:r>
          </a:p>
          <a:p>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The kernel function determines how data points are transformed into higher dimensional space</a:t>
            </a:r>
          </a:p>
          <a:p>
            <a:r>
              <a:rPr lang="en-US" sz="1800" kern="0" dirty="0">
                <a:solidFill>
                  <a:srgbClr val="575757"/>
                </a:solidFill>
                <a:latin typeface="Georgia" panose="02040502050405020303" pitchFamily="18" charset="0"/>
                <a:ea typeface="Times New Roman" panose="02020603050405020304" pitchFamily="18" charset="0"/>
                <a:cs typeface="Times New Roman" panose="02020603050405020304" pitchFamily="18" charset="0"/>
              </a:rPr>
              <a:t>R</a:t>
            </a:r>
            <a:r>
              <a:rPr lang="en-US" sz="1800" kern="0" dirty="0">
                <a:solidFill>
                  <a:srgbClr val="575757"/>
                </a:solidFill>
                <a:effectLst/>
                <a:latin typeface="Georgia" panose="02040502050405020303" pitchFamily="18" charset="0"/>
                <a:ea typeface="Times New Roman" panose="02020603050405020304" pitchFamily="18" charset="0"/>
                <a:cs typeface="Times New Roman" panose="02020603050405020304" pitchFamily="18" charset="0"/>
              </a:rPr>
              <a:t>egularization parameter controls the trade-off between model complexity and overfitting. </a:t>
            </a:r>
            <a:endParaRPr lang="en-US" dirty="0"/>
          </a:p>
        </p:txBody>
      </p:sp>
      <p:pic>
        <p:nvPicPr>
          <p:cNvPr id="4" name="Picture 3" descr="support vector machine -  SVM">
            <a:hlinkClick r:id="rId2"/>
            <a:extLst>
              <a:ext uri="{FF2B5EF4-FFF2-40B4-BE49-F238E27FC236}">
                <a16:creationId xmlns:a16="http://schemas.microsoft.com/office/drawing/2014/main" id="{3A06248F-7889-D136-CBBF-D74B3AC633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89168" y="2172045"/>
            <a:ext cx="4889872" cy="2704755"/>
          </a:xfrm>
          <a:prstGeom prst="rect">
            <a:avLst/>
          </a:prstGeom>
          <a:noFill/>
          <a:ln>
            <a:noFill/>
          </a:ln>
        </p:spPr>
      </p:pic>
    </p:spTree>
    <p:extLst>
      <p:ext uri="{BB962C8B-B14F-4D97-AF65-F5344CB8AC3E}">
        <p14:creationId xmlns:p14="http://schemas.microsoft.com/office/powerpoint/2010/main" val="889487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8CF9B-B661-9D94-2088-3FCEF5BADC62}"/>
              </a:ext>
            </a:extLst>
          </p:cNvPr>
          <p:cNvSpPr>
            <a:spLocks noGrp="1"/>
          </p:cNvSpPr>
          <p:nvPr>
            <p:ph type="title"/>
          </p:nvPr>
        </p:nvSpPr>
        <p:spPr/>
        <p:txBody>
          <a:bodyPr/>
          <a:lstStyle/>
          <a:p>
            <a:r>
              <a:rPr lang="en-GB" dirty="0"/>
              <a:t>example</a:t>
            </a:r>
            <a:endParaRPr lang="en-US" dirty="0"/>
          </a:p>
        </p:txBody>
      </p:sp>
      <p:sp>
        <p:nvSpPr>
          <p:cNvPr id="3" name="Text Placeholder 2">
            <a:extLst>
              <a:ext uri="{FF2B5EF4-FFF2-40B4-BE49-F238E27FC236}">
                <a16:creationId xmlns:a16="http://schemas.microsoft.com/office/drawing/2014/main" id="{8F8C251E-421C-2918-6BE9-F55957B05FC9}"/>
              </a:ext>
            </a:extLst>
          </p:cNvPr>
          <p:cNvSpPr>
            <a:spLocks noGrp="1"/>
          </p:cNvSpPr>
          <p:nvPr>
            <p:ph type="body" sz="quarter" idx="10"/>
          </p:nvPr>
        </p:nvSpPr>
        <p:spPr>
          <a:xfrm>
            <a:off x="601791" y="1058091"/>
            <a:ext cx="10994852" cy="4787233"/>
          </a:xfrm>
        </p:spPr>
        <p:txBody>
          <a:bodyPr/>
          <a:lstStyle/>
          <a:p>
            <a:pPr algn="l"/>
            <a:r>
              <a:rPr lang="en-US" sz="2200" b="0" i="0" dirty="0">
                <a:solidFill>
                  <a:schemeClr val="tx1"/>
                </a:solidFill>
                <a:effectLst/>
                <a:latin typeface="Consolas" panose="020B0609020204030204" pitchFamily="49" charset="0"/>
              </a:rPr>
              <a:t>from </a:t>
            </a:r>
            <a:r>
              <a:rPr lang="en-US" sz="2200" b="0" i="0" dirty="0" err="1">
                <a:solidFill>
                  <a:schemeClr val="tx1"/>
                </a:solidFill>
                <a:effectLst/>
                <a:latin typeface="Consolas" panose="020B0609020204030204" pitchFamily="49" charset="0"/>
              </a:rPr>
              <a:t>sklearn.svm</a:t>
            </a:r>
            <a:r>
              <a:rPr lang="en-US" sz="2200" b="0" i="0" dirty="0">
                <a:solidFill>
                  <a:schemeClr val="tx1"/>
                </a:solidFill>
                <a:effectLst/>
                <a:latin typeface="Consolas" panose="020B0609020204030204" pitchFamily="49" charset="0"/>
              </a:rPr>
              <a:t> import SVC</a:t>
            </a:r>
          </a:p>
          <a:p>
            <a:pPr algn="l"/>
            <a:r>
              <a:rPr lang="en-US" sz="2200" b="0" i="0" dirty="0">
                <a:solidFill>
                  <a:schemeClr val="tx1"/>
                </a:solidFill>
                <a:effectLst/>
                <a:latin typeface="Consolas" panose="020B0609020204030204" pitchFamily="49" charset="0"/>
              </a:rPr>
              <a:t>from </a:t>
            </a:r>
            <a:r>
              <a:rPr lang="en-US" sz="2200" b="0" i="0" dirty="0" err="1">
                <a:solidFill>
                  <a:schemeClr val="tx1"/>
                </a:solidFill>
                <a:effectLst/>
                <a:latin typeface="Consolas" panose="020B0609020204030204" pitchFamily="49" charset="0"/>
              </a:rPr>
              <a:t>sklearn.metrics</a:t>
            </a:r>
            <a:r>
              <a:rPr lang="en-US" sz="2200" b="0" i="0" dirty="0">
                <a:solidFill>
                  <a:schemeClr val="tx1"/>
                </a:solidFill>
                <a:effectLst/>
                <a:latin typeface="Consolas" panose="020B0609020204030204" pitchFamily="49" charset="0"/>
              </a:rPr>
              <a:t> import </a:t>
            </a:r>
            <a:r>
              <a:rPr lang="en-US" sz="2200" b="0" i="0" dirty="0" err="1">
                <a:solidFill>
                  <a:schemeClr val="tx1"/>
                </a:solidFill>
                <a:effectLst/>
                <a:latin typeface="Consolas" panose="020B0609020204030204" pitchFamily="49" charset="0"/>
              </a:rPr>
              <a:t>accuracy_score</a:t>
            </a:r>
            <a:endParaRPr lang="en-US" sz="2200" b="0" i="0" dirty="0">
              <a:solidFill>
                <a:schemeClr val="tx1"/>
              </a:solidFill>
              <a:effectLst/>
              <a:latin typeface="Consolas" panose="020B0609020204030204" pitchFamily="49" charset="0"/>
            </a:endParaRPr>
          </a:p>
          <a:p>
            <a:pPr algn="l"/>
            <a:r>
              <a:rPr lang="en-US" sz="2200" b="0" i="0" dirty="0">
                <a:solidFill>
                  <a:schemeClr val="tx1"/>
                </a:solidFill>
                <a:effectLst/>
                <a:latin typeface="Consolas" panose="020B0609020204030204" pitchFamily="49" charset="0"/>
              </a:rPr>
              <a:t>#</a:t>
            </a:r>
            <a:r>
              <a:rPr lang="en-US" sz="2200" b="0" i="1" dirty="0">
                <a:solidFill>
                  <a:schemeClr val="tx1"/>
                </a:solidFill>
                <a:effectLst/>
                <a:latin typeface="Consolas" panose="020B0609020204030204" pitchFamily="49" charset="0"/>
              </a:rPr>
              <a:t> Input the kernel from the user</a:t>
            </a:r>
            <a:endParaRPr lang="en-US" sz="2200" b="0" i="0" dirty="0">
              <a:solidFill>
                <a:schemeClr val="tx1"/>
              </a:solidFill>
              <a:effectLst/>
              <a:latin typeface="Consolas" panose="020B0609020204030204" pitchFamily="49" charset="0"/>
            </a:endParaRPr>
          </a:p>
          <a:p>
            <a:pPr algn="l"/>
            <a:br>
              <a:rPr lang="en-US" sz="2200" b="0" i="0" dirty="0">
                <a:solidFill>
                  <a:schemeClr val="tx1"/>
                </a:solidFill>
                <a:effectLst/>
                <a:latin typeface="Consolas" panose="020B0609020204030204" pitchFamily="49" charset="0"/>
              </a:rPr>
            </a:br>
            <a:r>
              <a:rPr lang="en-US" sz="2200" b="0" i="0" dirty="0">
                <a:solidFill>
                  <a:schemeClr val="tx1"/>
                </a:solidFill>
                <a:effectLst/>
                <a:latin typeface="Consolas" panose="020B0609020204030204" pitchFamily="49" charset="0"/>
              </a:rPr>
              <a:t>kernels = ['linear', '</a:t>
            </a:r>
            <a:r>
              <a:rPr lang="en-US" sz="2200" b="0" i="0" dirty="0" err="1">
                <a:solidFill>
                  <a:schemeClr val="tx1"/>
                </a:solidFill>
                <a:effectLst/>
                <a:latin typeface="Consolas" panose="020B0609020204030204" pitchFamily="49" charset="0"/>
              </a:rPr>
              <a:t>rbf</a:t>
            </a:r>
            <a:r>
              <a:rPr lang="en-US" sz="2200" b="0" i="0" dirty="0">
                <a:solidFill>
                  <a:schemeClr val="tx1"/>
                </a:solidFill>
                <a:effectLst/>
                <a:latin typeface="Consolas" panose="020B0609020204030204" pitchFamily="49" charset="0"/>
              </a:rPr>
              <a:t>', 'poly']</a:t>
            </a:r>
          </a:p>
          <a:p>
            <a:pPr algn="l"/>
            <a:br>
              <a:rPr lang="en-US" sz="2200" b="0" i="0" dirty="0">
                <a:solidFill>
                  <a:schemeClr val="tx1"/>
                </a:solidFill>
                <a:effectLst/>
                <a:latin typeface="Consolas" panose="020B0609020204030204" pitchFamily="49" charset="0"/>
              </a:rPr>
            </a:br>
            <a:r>
              <a:rPr lang="en-US" sz="2200" b="0" i="0" dirty="0">
                <a:solidFill>
                  <a:schemeClr val="tx1"/>
                </a:solidFill>
                <a:effectLst/>
                <a:latin typeface="Consolas" panose="020B0609020204030204" pitchFamily="49" charset="0"/>
              </a:rPr>
              <a:t>for kernel in kernels:</a:t>
            </a:r>
          </a:p>
          <a:p>
            <a:pPr algn="l"/>
            <a:r>
              <a:rPr lang="en-US" sz="2200" b="0" i="0" dirty="0">
                <a:solidFill>
                  <a:schemeClr val="tx1"/>
                </a:solidFill>
                <a:effectLst/>
                <a:latin typeface="Consolas" panose="020B0609020204030204" pitchFamily="49" charset="0"/>
              </a:rPr>
              <a:t>    model = SVC(kernel=kernel)</a:t>
            </a:r>
          </a:p>
          <a:p>
            <a:pPr algn="l"/>
            <a:r>
              <a:rPr lang="en-US" sz="2200" b="0" i="0" dirty="0">
                <a:solidFill>
                  <a:schemeClr val="tx1"/>
                </a:solidFill>
                <a:effectLst/>
                <a:latin typeface="Consolas" panose="020B0609020204030204" pitchFamily="49" charset="0"/>
              </a:rPr>
              <a:t>    </a:t>
            </a:r>
            <a:r>
              <a:rPr lang="en-US" sz="2200" b="0" i="0" dirty="0" err="1">
                <a:solidFill>
                  <a:schemeClr val="tx1"/>
                </a:solidFill>
                <a:effectLst/>
                <a:latin typeface="Consolas" panose="020B0609020204030204" pitchFamily="49" charset="0"/>
              </a:rPr>
              <a:t>model.fit</a:t>
            </a:r>
            <a:r>
              <a:rPr lang="en-US" sz="2200" b="0" i="0" dirty="0">
                <a:solidFill>
                  <a:schemeClr val="tx1"/>
                </a:solidFill>
                <a:effectLst/>
                <a:latin typeface="Consolas" panose="020B0609020204030204" pitchFamily="49" charset="0"/>
              </a:rPr>
              <a:t>(</a:t>
            </a:r>
            <a:r>
              <a:rPr lang="en-US" sz="2200" b="0" i="0" dirty="0" err="1">
                <a:solidFill>
                  <a:schemeClr val="tx1"/>
                </a:solidFill>
                <a:effectLst/>
                <a:latin typeface="Consolas" panose="020B0609020204030204" pitchFamily="49" charset="0"/>
              </a:rPr>
              <a:t>X_train</a:t>
            </a:r>
            <a:r>
              <a:rPr lang="en-US" sz="2200" b="0" i="0" dirty="0">
                <a:solidFill>
                  <a:schemeClr val="tx1"/>
                </a:solidFill>
                <a:effectLst/>
                <a:latin typeface="Consolas" panose="020B0609020204030204" pitchFamily="49" charset="0"/>
              </a:rPr>
              <a:t>, </a:t>
            </a:r>
            <a:r>
              <a:rPr lang="en-US" sz="2200" b="0" i="0" dirty="0" err="1">
                <a:solidFill>
                  <a:schemeClr val="tx1"/>
                </a:solidFill>
                <a:effectLst/>
                <a:latin typeface="Consolas" panose="020B0609020204030204" pitchFamily="49" charset="0"/>
              </a:rPr>
              <a:t>y_train</a:t>
            </a:r>
            <a:r>
              <a:rPr lang="en-US" sz="2200" b="0" i="0" dirty="0">
                <a:solidFill>
                  <a:schemeClr val="tx1"/>
                </a:solidFill>
                <a:effectLst/>
                <a:latin typeface="Consolas" panose="020B0609020204030204" pitchFamily="49" charset="0"/>
              </a:rPr>
              <a:t>)</a:t>
            </a:r>
          </a:p>
          <a:p>
            <a:pPr algn="l"/>
            <a:r>
              <a:rPr lang="en-US" sz="2200" b="0" i="0" dirty="0">
                <a:solidFill>
                  <a:schemeClr val="tx1"/>
                </a:solidFill>
                <a:effectLst/>
                <a:latin typeface="Consolas" panose="020B0609020204030204" pitchFamily="49" charset="0"/>
              </a:rPr>
              <a:t>    pred = </a:t>
            </a:r>
            <a:r>
              <a:rPr lang="en-US" sz="2200" b="0" i="0" dirty="0" err="1">
                <a:solidFill>
                  <a:schemeClr val="tx1"/>
                </a:solidFill>
                <a:effectLst/>
                <a:latin typeface="Consolas" panose="020B0609020204030204" pitchFamily="49" charset="0"/>
              </a:rPr>
              <a:t>model.predict</a:t>
            </a:r>
            <a:r>
              <a:rPr lang="en-US" sz="2200" b="0" i="0" dirty="0">
                <a:solidFill>
                  <a:schemeClr val="tx1"/>
                </a:solidFill>
                <a:effectLst/>
                <a:latin typeface="Consolas" panose="020B0609020204030204" pitchFamily="49" charset="0"/>
              </a:rPr>
              <a:t>(</a:t>
            </a:r>
            <a:r>
              <a:rPr lang="en-US" sz="2200" b="0" i="0" dirty="0" err="1">
                <a:solidFill>
                  <a:schemeClr val="tx1"/>
                </a:solidFill>
                <a:effectLst/>
                <a:latin typeface="Consolas" panose="020B0609020204030204" pitchFamily="49" charset="0"/>
              </a:rPr>
              <a:t>X_test</a:t>
            </a:r>
            <a:r>
              <a:rPr lang="en-US" sz="2200" b="0" i="0" dirty="0">
                <a:solidFill>
                  <a:schemeClr val="tx1"/>
                </a:solidFill>
                <a:effectLst/>
                <a:latin typeface="Consolas" panose="020B0609020204030204" pitchFamily="49" charset="0"/>
              </a:rPr>
              <a:t>)</a:t>
            </a:r>
          </a:p>
          <a:p>
            <a:pPr algn="l"/>
            <a:r>
              <a:rPr lang="en-US" sz="2200" b="0" i="0" dirty="0">
                <a:solidFill>
                  <a:schemeClr val="tx1"/>
                </a:solidFill>
                <a:effectLst/>
                <a:latin typeface="Consolas" panose="020B0609020204030204" pitchFamily="49" charset="0"/>
              </a:rPr>
              <a:t>    print("Accuracy using {}:".format(kernel), </a:t>
            </a:r>
            <a:r>
              <a:rPr lang="en-US" sz="2200" b="0" i="0" dirty="0" err="1">
                <a:solidFill>
                  <a:schemeClr val="tx1"/>
                </a:solidFill>
                <a:effectLst/>
                <a:latin typeface="Consolas" panose="020B0609020204030204" pitchFamily="49" charset="0"/>
              </a:rPr>
              <a:t>accuracy_score</a:t>
            </a:r>
            <a:r>
              <a:rPr lang="en-US" sz="2200" b="0" i="0" dirty="0">
                <a:solidFill>
                  <a:schemeClr val="tx1"/>
                </a:solidFill>
                <a:effectLst/>
                <a:latin typeface="Consolas" panose="020B0609020204030204" pitchFamily="49" charset="0"/>
              </a:rPr>
              <a:t>(pred, </a:t>
            </a:r>
            <a:r>
              <a:rPr lang="en-US" sz="2200" b="0" i="0" dirty="0" err="1">
                <a:solidFill>
                  <a:schemeClr val="tx1"/>
                </a:solidFill>
                <a:effectLst/>
                <a:latin typeface="Consolas" panose="020B0609020204030204" pitchFamily="49" charset="0"/>
              </a:rPr>
              <a:t>y_test</a:t>
            </a:r>
            <a:r>
              <a:rPr lang="en-US" sz="2200" b="0" i="0" dirty="0">
                <a:solidFill>
                  <a:schemeClr val="tx1"/>
                </a:solidFill>
                <a:effectLst/>
                <a:latin typeface="Consolas" panose="020B0609020204030204" pitchFamily="49" charset="0"/>
              </a:rPr>
              <a:t>))</a:t>
            </a:r>
          </a:p>
          <a:p>
            <a:br>
              <a:rPr lang="en-US" sz="2200" dirty="0">
                <a:solidFill>
                  <a:schemeClr val="tx1"/>
                </a:solidFill>
              </a:rPr>
            </a:br>
            <a:endParaRPr lang="en-US" sz="2200" dirty="0">
              <a:solidFill>
                <a:schemeClr val="tx1"/>
              </a:solidFill>
            </a:endParaRPr>
          </a:p>
        </p:txBody>
      </p:sp>
    </p:spTree>
    <p:extLst>
      <p:ext uri="{BB962C8B-B14F-4D97-AF65-F5344CB8AC3E}">
        <p14:creationId xmlns:p14="http://schemas.microsoft.com/office/powerpoint/2010/main" val="14077899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32376C5-BB61-5DF3-667F-24021A111D20}"/>
              </a:ext>
            </a:extLst>
          </p:cNvPr>
          <p:cNvSpPr>
            <a:spLocks noGrp="1"/>
          </p:cNvSpPr>
          <p:nvPr>
            <p:ph type="body" sz="quarter" idx="10"/>
          </p:nvPr>
        </p:nvSpPr>
        <p:spPr>
          <a:xfrm>
            <a:off x="601790" y="1811976"/>
            <a:ext cx="11300399" cy="4184090"/>
          </a:xfrm>
        </p:spPr>
        <p:txBody>
          <a:bodyPr/>
          <a:lstStyle/>
          <a:p>
            <a:pPr algn="l"/>
            <a:r>
              <a:rPr lang="en-US" b="0" i="0" dirty="0">
                <a:solidFill>
                  <a:srgbClr val="1B2437"/>
                </a:solidFill>
                <a:effectLst/>
                <a:latin typeface="Inter"/>
              </a:rPr>
              <a:t>Some important hyperparameters that should be considered before training the model:</a:t>
            </a:r>
          </a:p>
          <a:p>
            <a:pPr algn="l">
              <a:buFont typeface="Arial" panose="020B0604020202020204" pitchFamily="34" charset="0"/>
              <a:buChar char="•"/>
            </a:pPr>
            <a:r>
              <a:rPr lang="en-US" b="1" i="0" dirty="0">
                <a:solidFill>
                  <a:srgbClr val="445578"/>
                </a:solidFill>
                <a:effectLst/>
                <a:latin typeface="Inter"/>
              </a:rPr>
              <a:t>C</a:t>
            </a:r>
            <a:r>
              <a:rPr lang="en-US" b="0" i="0" dirty="0">
                <a:solidFill>
                  <a:srgbClr val="445578"/>
                </a:solidFill>
                <a:effectLst/>
                <a:latin typeface="Inter"/>
              </a:rPr>
              <a:t>: The regularization parameter has a float value and is 1.0 by default. Must be strictly positive.</a:t>
            </a:r>
          </a:p>
          <a:p>
            <a:pPr algn="l">
              <a:buFont typeface="Arial" panose="020B0604020202020204" pitchFamily="34" charset="0"/>
              <a:buChar char="•"/>
            </a:pPr>
            <a:r>
              <a:rPr lang="en-US" b="1" i="0" dirty="0">
                <a:solidFill>
                  <a:srgbClr val="445578"/>
                </a:solidFill>
                <a:effectLst/>
                <a:latin typeface="Inter"/>
              </a:rPr>
              <a:t>kernel</a:t>
            </a:r>
            <a:r>
              <a:rPr lang="en-US" b="0" i="0" dirty="0">
                <a:solidFill>
                  <a:srgbClr val="445578"/>
                </a:solidFill>
                <a:effectLst/>
                <a:latin typeface="Inter"/>
              </a:rPr>
              <a:t>: Specifies the kernel type used in the algorithm. ‘linear,’ ‘poly,’ ‘</a:t>
            </a:r>
            <a:r>
              <a:rPr lang="en-US" b="0" i="0" dirty="0" err="1">
                <a:solidFill>
                  <a:srgbClr val="445578"/>
                </a:solidFill>
                <a:effectLst/>
                <a:latin typeface="Inter"/>
              </a:rPr>
              <a:t>rbf</a:t>
            </a:r>
            <a:r>
              <a:rPr lang="en-US" b="0" i="0" dirty="0">
                <a:solidFill>
                  <a:srgbClr val="445578"/>
                </a:solidFill>
                <a:effectLst/>
                <a:latin typeface="Inter"/>
              </a:rPr>
              <a:t>.’</a:t>
            </a:r>
          </a:p>
          <a:p>
            <a:pPr algn="l">
              <a:buFont typeface="Arial" panose="020B0604020202020204" pitchFamily="34" charset="0"/>
              <a:buChar char="•"/>
            </a:pPr>
            <a:r>
              <a:rPr lang="en-US" b="1" i="0" dirty="0">
                <a:solidFill>
                  <a:srgbClr val="445578"/>
                </a:solidFill>
                <a:effectLst/>
                <a:latin typeface="Inter"/>
              </a:rPr>
              <a:t>degree</a:t>
            </a:r>
            <a:r>
              <a:rPr lang="en-US" b="0" i="0" dirty="0">
                <a:solidFill>
                  <a:srgbClr val="445578"/>
                </a:solidFill>
                <a:effectLst/>
                <a:latin typeface="Inter"/>
              </a:rPr>
              <a:t>: An optional integer value to specify the degree of polynomial kernel function which is ignored by all other kernels</a:t>
            </a:r>
          </a:p>
          <a:p>
            <a:pPr algn="l">
              <a:buFont typeface="Arial" panose="020B0604020202020204" pitchFamily="34" charset="0"/>
              <a:buChar char="•"/>
            </a:pPr>
            <a:r>
              <a:rPr lang="en-US" b="1" i="0" dirty="0">
                <a:solidFill>
                  <a:srgbClr val="445578"/>
                </a:solidFill>
                <a:effectLst/>
                <a:latin typeface="Inter"/>
              </a:rPr>
              <a:t>gamma</a:t>
            </a:r>
            <a:r>
              <a:rPr lang="en-US" b="0" i="0" dirty="0">
                <a:solidFill>
                  <a:srgbClr val="445578"/>
                </a:solidFill>
                <a:effectLst/>
                <a:latin typeface="Inter"/>
              </a:rPr>
              <a:t>: Kernel coefficient for ‘</a:t>
            </a:r>
            <a:r>
              <a:rPr lang="en-US" b="0" i="0" dirty="0" err="1">
                <a:solidFill>
                  <a:srgbClr val="445578"/>
                </a:solidFill>
                <a:effectLst/>
                <a:latin typeface="Inter"/>
              </a:rPr>
              <a:t>rbf</a:t>
            </a:r>
            <a:r>
              <a:rPr lang="en-US" b="0" i="0" dirty="0">
                <a:solidFill>
                  <a:srgbClr val="445578"/>
                </a:solidFill>
                <a:effectLst/>
                <a:latin typeface="Inter"/>
              </a:rPr>
              <a:t>’,’poly’</a:t>
            </a:r>
            <a:endParaRPr lang="en-US" dirty="0"/>
          </a:p>
        </p:txBody>
      </p:sp>
    </p:spTree>
    <p:extLst>
      <p:ext uri="{BB962C8B-B14F-4D97-AF65-F5344CB8AC3E}">
        <p14:creationId xmlns:p14="http://schemas.microsoft.com/office/powerpoint/2010/main" val="2815254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74758-C1A5-299C-C1E8-A7DB0AC24492}"/>
              </a:ext>
            </a:extLst>
          </p:cNvPr>
          <p:cNvSpPr>
            <a:spLocks noGrp="1"/>
          </p:cNvSpPr>
          <p:nvPr>
            <p:ph type="title"/>
          </p:nvPr>
        </p:nvSpPr>
        <p:spPr/>
        <p:txBody>
          <a:bodyPr/>
          <a:lstStyle/>
          <a:p>
            <a:r>
              <a:rPr lang="en-GB" dirty="0"/>
              <a:t>Key terminologies of SVM</a:t>
            </a:r>
            <a:endParaRPr lang="en-US" dirty="0"/>
          </a:p>
        </p:txBody>
      </p:sp>
      <p:sp>
        <p:nvSpPr>
          <p:cNvPr id="3" name="Text Placeholder 2">
            <a:extLst>
              <a:ext uri="{FF2B5EF4-FFF2-40B4-BE49-F238E27FC236}">
                <a16:creationId xmlns:a16="http://schemas.microsoft.com/office/drawing/2014/main" id="{3B5DB4DB-4E04-4592-4DBE-6C9818E91111}"/>
              </a:ext>
            </a:extLst>
          </p:cNvPr>
          <p:cNvSpPr>
            <a:spLocks noGrp="1"/>
          </p:cNvSpPr>
          <p:nvPr>
            <p:ph type="body" sz="quarter" idx="10"/>
          </p:nvPr>
        </p:nvSpPr>
        <p:spPr>
          <a:xfrm>
            <a:off x="241738" y="1292788"/>
            <a:ext cx="4374867" cy="4687598"/>
          </a:xfrm>
        </p:spPr>
        <p:txBody>
          <a:bodyPr/>
          <a:lstStyle/>
          <a:p>
            <a:pPr algn="l"/>
            <a:r>
              <a:rPr lang="en-US" sz="2000" b="0" i="0" dirty="0">
                <a:solidFill>
                  <a:srgbClr val="1B2437"/>
                </a:solidFill>
                <a:effectLst/>
                <a:latin typeface="Inter"/>
              </a:rPr>
              <a:t>1. </a:t>
            </a:r>
            <a:r>
              <a:rPr lang="en-US" sz="2000" b="1" i="0" dirty="0">
                <a:solidFill>
                  <a:srgbClr val="1B2437"/>
                </a:solidFill>
                <a:effectLst/>
                <a:latin typeface="Inter"/>
              </a:rPr>
              <a:t>Hyperplane</a:t>
            </a:r>
            <a:r>
              <a:rPr lang="en-US" sz="2000" b="0" i="0" dirty="0">
                <a:solidFill>
                  <a:srgbClr val="1B2437"/>
                </a:solidFill>
                <a:effectLst/>
                <a:latin typeface="Inter"/>
              </a:rPr>
              <a:t>:</a:t>
            </a:r>
            <a:r>
              <a:rPr lang="en-US" sz="2000" b="0" i="0" dirty="0">
                <a:solidFill>
                  <a:srgbClr val="445578"/>
                </a:solidFill>
                <a:effectLst/>
                <a:latin typeface="Inter"/>
              </a:rPr>
              <a:t> or decision boundaries or decision planes:  boundaries that aid in the classification of data points. </a:t>
            </a:r>
          </a:p>
          <a:p>
            <a:pPr algn="l"/>
            <a:r>
              <a:rPr lang="en-US" sz="2000" b="0" i="0" dirty="0">
                <a:solidFill>
                  <a:srgbClr val="445578"/>
                </a:solidFill>
                <a:effectLst/>
                <a:latin typeface="Inter"/>
              </a:rPr>
              <a:t>A hyperplane is a two-dimensional plane when a dataset comprises three features.</a:t>
            </a:r>
          </a:p>
          <a:p>
            <a:pPr algn="l"/>
            <a:r>
              <a:rPr lang="en-US" sz="2000" b="0" i="0" dirty="0">
                <a:solidFill>
                  <a:srgbClr val="1B2437"/>
                </a:solidFill>
                <a:effectLst/>
                <a:latin typeface="Inter"/>
              </a:rPr>
              <a:t>2. </a:t>
            </a:r>
            <a:r>
              <a:rPr lang="en-US" sz="2000" b="1" i="0" dirty="0">
                <a:solidFill>
                  <a:srgbClr val="1B2437"/>
                </a:solidFill>
                <a:effectLst/>
                <a:latin typeface="Inter"/>
              </a:rPr>
              <a:t>Support Vectors</a:t>
            </a:r>
            <a:r>
              <a:rPr lang="en-US" sz="2000" b="0" i="0" dirty="0">
                <a:solidFill>
                  <a:srgbClr val="1B2437"/>
                </a:solidFill>
                <a:effectLst/>
                <a:latin typeface="Inter"/>
              </a:rPr>
              <a:t>:</a:t>
            </a:r>
          </a:p>
          <a:p>
            <a:pPr algn="l"/>
            <a:r>
              <a:rPr lang="en-US" sz="2000" b="0" i="0" dirty="0">
                <a:solidFill>
                  <a:srgbClr val="445578"/>
                </a:solidFill>
                <a:effectLst/>
                <a:latin typeface="Inter"/>
              </a:rPr>
              <a:t>Support vectors are the data points closest to the hyperplane and affect its position. </a:t>
            </a:r>
          </a:p>
          <a:p>
            <a:pPr algn="l"/>
            <a:r>
              <a:rPr lang="en-US" sz="2000" b="0" i="0" dirty="0">
                <a:solidFill>
                  <a:srgbClr val="445578"/>
                </a:solidFill>
                <a:effectLst/>
                <a:latin typeface="Inter"/>
              </a:rPr>
              <a:t>These vectors are called support vectors because they alter hyperplane location, hence the Support Vector Machine Algorithm.</a:t>
            </a:r>
            <a:endParaRPr lang="en-US" sz="2000" dirty="0"/>
          </a:p>
        </p:txBody>
      </p:sp>
      <p:sp>
        <p:nvSpPr>
          <p:cNvPr id="6" name="Text Placeholder 2">
            <a:extLst>
              <a:ext uri="{FF2B5EF4-FFF2-40B4-BE49-F238E27FC236}">
                <a16:creationId xmlns:a16="http://schemas.microsoft.com/office/drawing/2014/main" id="{7BFC21D4-E7AD-F664-41F4-DBADAE5AD315}"/>
              </a:ext>
            </a:extLst>
          </p:cNvPr>
          <p:cNvSpPr txBox="1">
            <a:spLocks/>
          </p:cNvSpPr>
          <p:nvPr/>
        </p:nvSpPr>
        <p:spPr>
          <a:xfrm>
            <a:off x="4716966" y="1292788"/>
            <a:ext cx="4661210" cy="4803212"/>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baseline="0">
                <a:solidFill>
                  <a:srgbClr val="656768"/>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656768"/>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656768"/>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65676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1B2437"/>
                </a:solidFill>
                <a:latin typeface="Inter"/>
              </a:rPr>
              <a:t>3. </a:t>
            </a:r>
            <a:r>
              <a:rPr lang="en-US" sz="2000" b="1" dirty="0">
                <a:solidFill>
                  <a:srgbClr val="1B2437"/>
                </a:solidFill>
                <a:latin typeface="Inter"/>
              </a:rPr>
              <a:t>Margin</a:t>
            </a:r>
            <a:r>
              <a:rPr lang="en-US" sz="2000" dirty="0">
                <a:solidFill>
                  <a:srgbClr val="1B2437"/>
                </a:solidFill>
                <a:latin typeface="Inter"/>
              </a:rPr>
              <a:t>:</a:t>
            </a:r>
          </a:p>
          <a:p>
            <a:r>
              <a:rPr lang="en-US" sz="2000" dirty="0">
                <a:solidFill>
                  <a:srgbClr val="445578"/>
                </a:solidFill>
                <a:latin typeface="Inter"/>
              </a:rPr>
              <a:t>The distance between the hyperplane and the support vectors is the margin. </a:t>
            </a:r>
          </a:p>
          <a:p>
            <a:r>
              <a:rPr lang="en-US" sz="2000" dirty="0">
                <a:solidFill>
                  <a:srgbClr val="445578"/>
                </a:solidFill>
                <a:latin typeface="Inter"/>
              </a:rPr>
              <a:t>The wider the margin, the more accurate the results are. There are two types of margins in SVM algorithms: hard and soft.</a:t>
            </a:r>
          </a:p>
          <a:p>
            <a:r>
              <a:rPr lang="en-US" sz="2000" dirty="0">
                <a:solidFill>
                  <a:srgbClr val="445578"/>
                </a:solidFill>
                <a:latin typeface="Inter"/>
              </a:rPr>
              <a:t>SVM can select two parallel lines that maximize the marginal distance when the training dataset is linearly separable; this is known as a hard margin. </a:t>
            </a:r>
          </a:p>
          <a:p>
            <a:r>
              <a:rPr lang="en-US" sz="2000" dirty="0">
                <a:solidFill>
                  <a:srgbClr val="445578"/>
                </a:solidFill>
                <a:latin typeface="Inter"/>
              </a:rPr>
              <a:t>The SVM admits some margin violations when the training dataset is not linearly separable. A soft margin permits some data points to remain on the wrong side of the hyperplane or between the margin and the hyperplane while maintaining </a:t>
            </a:r>
            <a:r>
              <a:rPr lang="en-US" sz="2000" dirty="0" err="1">
                <a:solidFill>
                  <a:srgbClr val="445578"/>
                </a:solidFill>
                <a:latin typeface="Inter"/>
              </a:rPr>
              <a:t>accuracy.</a:t>
            </a:r>
            <a:r>
              <a:rPr lang="en-US" sz="2000" b="1" dirty="0" err="1">
                <a:solidFill>
                  <a:srgbClr val="1B2437"/>
                </a:solidFill>
                <a:latin typeface="Inter"/>
              </a:rPr>
              <a:t>ypes</a:t>
            </a:r>
            <a:r>
              <a:rPr lang="en-US" sz="2000" b="1" dirty="0">
                <a:solidFill>
                  <a:srgbClr val="1B2437"/>
                </a:solidFill>
                <a:latin typeface="Inter"/>
              </a:rPr>
              <a:t> of SVM</a:t>
            </a:r>
          </a:p>
          <a:p>
            <a:endParaRPr lang="en-US" sz="2000" dirty="0"/>
          </a:p>
          <a:p>
            <a:r>
              <a:rPr lang="en-US" sz="2000" b="1" dirty="0">
                <a:solidFill>
                  <a:srgbClr val="1B2437"/>
                </a:solidFill>
                <a:latin typeface="Inter"/>
              </a:rPr>
              <a:t> </a:t>
            </a:r>
          </a:p>
          <a:p>
            <a:endParaRPr lang="en-US" sz="2000" dirty="0"/>
          </a:p>
        </p:txBody>
      </p:sp>
      <p:pic>
        <p:nvPicPr>
          <p:cNvPr id="7" name="Picture 2">
            <a:extLst>
              <a:ext uri="{FF2B5EF4-FFF2-40B4-BE49-F238E27FC236}">
                <a16:creationId xmlns:a16="http://schemas.microsoft.com/office/drawing/2014/main" id="{ED0498F7-BD2E-C39C-5837-6F89A9BBF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5677" y="1415317"/>
            <a:ext cx="3442138" cy="2566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135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SVM coding video</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bg2">
                    <a:lumMod val="25000"/>
                  </a:schemeClr>
                </a:solidFill>
              </a:rPr>
              <a:t>Watch the video and try to code this in your Python environment</a:t>
            </a:r>
          </a:p>
          <a:p>
            <a:endParaRPr lang="en-US" dirty="0">
              <a:solidFill>
                <a:schemeClr val="bg2">
                  <a:lumMod val="25000"/>
                </a:schemeClr>
              </a:solidFill>
            </a:endParaRPr>
          </a:p>
          <a:p>
            <a:pPr marL="0" indent="0">
              <a:buNone/>
            </a:pPr>
            <a:r>
              <a:rPr lang="en-US" dirty="0">
                <a:solidFill>
                  <a:schemeClr val="bg2">
                    <a:lumMod val="25000"/>
                  </a:schemeClr>
                </a:solidFill>
              </a:rPr>
              <a:t>	</a:t>
            </a:r>
            <a:r>
              <a:rPr lang="en-US" dirty="0">
                <a:solidFill>
                  <a:schemeClr val="bg2">
                    <a:lumMod val="25000"/>
                  </a:schemeClr>
                </a:solidFill>
                <a:hlinkClick r:id="rId2"/>
              </a:rPr>
              <a:t>https://</a:t>
            </a:r>
            <a:r>
              <a:rPr lang="en-US" dirty="0" err="1">
                <a:solidFill>
                  <a:schemeClr val="bg2">
                    <a:lumMod val="25000"/>
                  </a:schemeClr>
                </a:solidFill>
                <a:hlinkClick r:id="rId2"/>
              </a:rPr>
              <a:t>www.youtube.com</a:t>
            </a:r>
            <a:r>
              <a:rPr lang="en-US" dirty="0">
                <a:solidFill>
                  <a:schemeClr val="bg2">
                    <a:lumMod val="25000"/>
                  </a:schemeClr>
                </a:solidFill>
                <a:hlinkClick r:id="rId2"/>
              </a:rPr>
              <a:t>/</a:t>
            </a:r>
            <a:r>
              <a:rPr lang="en-US" dirty="0" err="1">
                <a:solidFill>
                  <a:schemeClr val="bg2">
                    <a:lumMod val="25000"/>
                  </a:schemeClr>
                </a:solidFill>
                <a:hlinkClick r:id="rId2"/>
              </a:rPr>
              <a:t>watch?v</a:t>
            </a:r>
            <a:r>
              <a:rPr lang="en-US" dirty="0">
                <a:solidFill>
                  <a:schemeClr val="bg2">
                    <a:lumMod val="25000"/>
                  </a:schemeClr>
                </a:solidFill>
                <a:hlinkClick r:id="rId2"/>
              </a:rPr>
              <a:t>=TtKF996oEl8</a:t>
            </a:r>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55234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4C68-5DF4-5783-0F4A-420C412D2DDF}"/>
              </a:ext>
            </a:extLst>
          </p:cNvPr>
          <p:cNvSpPr>
            <a:spLocks noGrp="1"/>
          </p:cNvSpPr>
          <p:nvPr>
            <p:ph type="title"/>
          </p:nvPr>
        </p:nvSpPr>
        <p:spPr/>
        <p:txBody>
          <a:bodyPr/>
          <a:lstStyle/>
          <a:p>
            <a:r>
              <a:rPr lang="en-GB" dirty="0"/>
              <a:t>reference</a:t>
            </a:r>
            <a:endParaRPr lang="en-US" dirty="0"/>
          </a:p>
        </p:txBody>
      </p:sp>
      <p:sp>
        <p:nvSpPr>
          <p:cNvPr id="3" name="Text Placeholder 2">
            <a:extLst>
              <a:ext uri="{FF2B5EF4-FFF2-40B4-BE49-F238E27FC236}">
                <a16:creationId xmlns:a16="http://schemas.microsoft.com/office/drawing/2014/main" id="{C5F42D5C-2E0B-4B3F-F6AE-BE02B57756D4}"/>
              </a:ext>
            </a:extLst>
          </p:cNvPr>
          <p:cNvSpPr>
            <a:spLocks noGrp="1"/>
          </p:cNvSpPr>
          <p:nvPr>
            <p:ph type="body" sz="quarter" idx="10"/>
          </p:nvPr>
        </p:nvSpPr>
        <p:spPr>
          <a:xfrm>
            <a:off x="601791" y="1351128"/>
            <a:ext cx="11223416" cy="4494196"/>
          </a:xfrm>
        </p:spPr>
        <p:txBody>
          <a:bodyPr/>
          <a:lstStyle/>
          <a:p>
            <a:pPr marL="0" fontAlgn="base">
              <a:lnSpc>
                <a:spcPct val="107000"/>
              </a:lnSpc>
              <a:spcBef>
                <a:spcPts val="0"/>
              </a:spcBef>
              <a:spcAft>
                <a:spcPts val="375"/>
              </a:spcAft>
            </a:pPr>
            <a:r>
              <a:rPr lang="en-US" sz="1800" b="1" kern="1800" dirty="0">
                <a:solidFill>
                  <a:srgbClr val="020F06"/>
                </a:solidFill>
                <a:latin typeface="Georgia" panose="02040502050405020303" pitchFamily="18" charset="0"/>
                <a:cs typeface="Times New Roman" panose="02020603050405020304" pitchFamily="18" charset="0"/>
              </a:rPr>
              <a:t>Siddarth.2022.A Detailed Overview to the Basics of Support Vector Machines in Machine Learning</a:t>
            </a:r>
            <a:r>
              <a:rPr lang="en-US" sz="1800" b="1" kern="1800" dirty="0">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 .[Online].Available at: </a:t>
            </a:r>
            <a:r>
              <a:rPr lang="en-US" sz="1800" b="1" kern="1800" dirty="0">
                <a:solidFill>
                  <a:srgbClr val="020F06"/>
                </a:solidFill>
                <a:latin typeface="Georgia" panose="02040502050405020303" pitchFamily="18" charset="0"/>
                <a:cs typeface="Times New Roman" panose="02020603050405020304" pitchFamily="18" charset="0"/>
                <a:hlinkClick r:id="rId3"/>
              </a:rPr>
              <a:t>https://www.pycodemates.com/2022/07/support-vector-machines-detailed-overview.html</a:t>
            </a:r>
            <a:endParaRPr lang="en-US" sz="1800" b="1" kern="1800" dirty="0">
              <a:solidFill>
                <a:srgbClr val="020F06"/>
              </a:solidFill>
              <a:latin typeface="Georgia" panose="02040502050405020303" pitchFamily="18" charset="0"/>
              <a:cs typeface="Times New Roman" panose="02020603050405020304" pitchFamily="18" charset="0"/>
            </a:endParaRPr>
          </a:p>
          <a:p>
            <a:pPr marL="0" fontAlgn="base">
              <a:lnSpc>
                <a:spcPct val="107000"/>
              </a:lnSpc>
              <a:spcBef>
                <a:spcPts val="0"/>
              </a:spcBef>
              <a:spcAft>
                <a:spcPts val="375"/>
              </a:spcAft>
            </a:pPr>
            <a:r>
              <a:rPr lang="en-US" sz="18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Kumar.A</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a:t>
            </a:r>
            <a:r>
              <a:rPr lang="en-US" sz="1800" b="1" kern="1800" dirty="0">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 2023.Support Vector Machine (SVM) Python Example.[Online].Available </a:t>
            </a:r>
            <a:r>
              <a:rPr lang="en-US" sz="1800" b="1" kern="1800" dirty="0" err="1">
                <a:solidFill>
                  <a:srgbClr val="020F06"/>
                </a:solidFill>
                <a:effectLst/>
                <a:latin typeface="Georgia" panose="02040502050405020303" pitchFamily="18" charset="0"/>
                <a:ea typeface="Times New Roman" panose="02020603050405020304" pitchFamily="18" charset="0"/>
                <a:cs typeface="Times New Roman" panose="02020603050405020304" pitchFamily="18" charset="0"/>
              </a:rPr>
              <a:t>at:</a:t>
            </a:r>
            <a:r>
              <a:rPr lang="en-US" sz="18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https</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://vitalflux.com/classification-model-</a:t>
            </a:r>
            <a:r>
              <a:rPr lang="en-US" sz="1800" b="1" u="sng" kern="1800" dirty="0" err="1">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svm</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4"/>
              </a:rPr>
              <a:t>-classifier-python-example/</a:t>
            </a: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rPr>
              <a:t>Dwarki,V.2022.Support Vector Machines: Python code.[Online].Available at: </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5"/>
              </a:rPr>
              <a:t>https://www.shiksha.com/online-courses/articles/support-vector-machines-python-code/</a:t>
            </a: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rPr>
              <a:t>Unfold Data Science.2022.Support vector machine in machine learning | Support vector machine python | SVM parameter tuning.[Online].Available at: </a:t>
            </a: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hlinkClick r:id="rId6"/>
              </a:rPr>
              <a:t>https://www.youtube.com/watch?v=VB_OcBYh3bw</a:t>
            </a: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rPr>
              <a:t>Babar,A,Z.2023.How to implement SVM in Python using Scikit-learn.</a:t>
            </a:r>
          </a:p>
          <a:p>
            <a:pPr marL="0" fontAlgn="base">
              <a:lnSpc>
                <a:spcPct val="107000"/>
              </a:lnSpc>
              <a:spcBef>
                <a:spcPts val="0"/>
              </a:spcBef>
              <a:spcAft>
                <a:spcPts val="375"/>
              </a:spcAft>
            </a:pPr>
            <a:r>
              <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rPr>
              <a:t>https://www.educative.io/answers/how-to-implement-svm-in-python-using-scikit-learn</a:t>
            </a: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r>
              <a:rPr lang="en-US" sz="1800" dirty="0">
                <a:hlinkClick r:id="rId7"/>
              </a:rPr>
              <a:t>https://www.kaggle.com/code/arshid/support-vector-machine-on-iris-flower-dataset/notebook</a:t>
            </a:r>
            <a:endParaRPr lang="en-US" sz="1800" dirty="0"/>
          </a:p>
          <a:p>
            <a:pPr marL="0" fontAlgn="base">
              <a:lnSpc>
                <a:spcPct val="107000"/>
              </a:lnSpc>
              <a:spcBef>
                <a:spcPts val="0"/>
              </a:spcBef>
              <a:spcAft>
                <a:spcPts val="375"/>
              </a:spcAft>
            </a:pPr>
            <a:r>
              <a:rPr lang="en-US" sz="1200" dirty="0">
                <a:hlinkClick r:id="rId8"/>
              </a:rPr>
              <a:t>SVM 2Dimension-Hyperplane: Visualization | Kaggle</a:t>
            </a:r>
            <a:endParaRPr lang="en-US" sz="1800" dirty="0"/>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b="1" u="sng" kern="1800" dirty="0">
              <a:solidFill>
                <a:srgbClr val="000000"/>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fontAlgn="base">
              <a:lnSpc>
                <a:spcPct val="107000"/>
              </a:lnSpc>
              <a:spcBef>
                <a:spcPts val="0"/>
              </a:spcBef>
              <a:spcAft>
                <a:spcPts val="375"/>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p:txBody>
      </p:sp>
    </p:spTree>
    <p:extLst>
      <p:ext uri="{BB962C8B-B14F-4D97-AF65-F5344CB8AC3E}">
        <p14:creationId xmlns:p14="http://schemas.microsoft.com/office/powerpoint/2010/main" val="2252234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5" ma:contentTypeDescription="Create a new document." ma:contentTypeScope="" ma:versionID="0a40da80dfba2f26db4fd96ff563ad7b">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11a481746c084991ab5e77ba1922d2a7"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339b10e-c275-4384-8e68-845348d9a81e}" ma:internalName="TaxCatchAll" ma:showField="CatchAllData" ma:web="5086911d-6e48-4cf3-b087-1eb55996af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b1a28a2-5857-4321-9bd8-c602fba5c8bc">
      <Terms xmlns="http://schemas.microsoft.com/office/infopath/2007/PartnerControls"/>
    </lcf76f155ced4ddcb4097134ff3c332f>
    <TaxCatchAll xmlns="5086911d-6e48-4cf3-b087-1eb55996afa6" xsi:nil="true"/>
  </documentManagement>
</p:properties>
</file>

<file path=customXml/itemProps1.xml><?xml version="1.0" encoding="utf-8"?>
<ds:datastoreItem xmlns:ds="http://schemas.openxmlformats.org/officeDocument/2006/customXml" ds:itemID="{576738D5-4CD4-4D22-9EDC-7D697560D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1a28a2-5857-4321-9bd8-c602fba5c8bc"/>
    <ds:schemaRef ds:uri="5086911d-6e48-4cf3-b087-1eb55996af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1262CF-6003-4B6A-BDD3-69870F0CC403}">
  <ds:schemaRefs>
    <ds:schemaRef ds:uri="http://schemas.microsoft.com/sharepoint/v3/contenttype/forms"/>
  </ds:schemaRefs>
</ds:datastoreItem>
</file>

<file path=customXml/itemProps3.xml><?xml version="1.0" encoding="utf-8"?>
<ds:datastoreItem xmlns:ds="http://schemas.openxmlformats.org/officeDocument/2006/customXml" ds:itemID="{497EBD50-27EF-490D-9573-3E13169F3F39}">
  <ds:schemaRefs>
    <ds:schemaRef ds:uri="http://schemas.microsoft.com/office/2006/metadata/properties"/>
    <ds:schemaRef ds:uri="http://schemas.microsoft.com/office/infopath/2007/PartnerControls"/>
    <ds:schemaRef ds:uri="6b1a28a2-5857-4321-9bd8-c602fba5c8bc"/>
    <ds:schemaRef ds:uri="5086911d-6e48-4cf3-b087-1eb55996afa6"/>
  </ds:schemaRefs>
</ds:datastoreItem>
</file>

<file path=docProps/app.xml><?xml version="1.0" encoding="utf-8"?>
<Properties xmlns="http://schemas.openxmlformats.org/officeDocument/2006/extended-properties" xmlns:vt="http://schemas.openxmlformats.org/officeDocument/2006/docPropsVTypes">
  <Template>Light blue-Cover</Template>
  <TotalTime>99</TotalTime>
  <Words>4184</Words>
  <Application>Microsoft Office PowerPoint</Application>
  <PresentationFormat>Widescreen</PresentationFormat>
  <Paragraphs>268</Paragraphs>
  <Slides>33</Slides>
  <Notes>14</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33</vt:i4>
      </vt:variant>
    </vt:vector>
  </HeadingPairs>
  <TitlesOfParts>
    <vt:vector size="46" baseType="lpstr">
      <vt:lpstr>Arial</vt:lpstr>
      <vt:lpstr>Calibri</vt:lpstr>
      <vt:lpstr>Consolas</vt:lpstr>
      <vt:lpstr>Georgia</vt:lpstr>
      <vt:lpstr>inherit</vt:lpstr>
      <vt:lpstr>Inter</vt:lpstr>
      <vt:lpstr>Noto Sans</vt:lpstr>
      <vt:lpstr>Symbol</vt:lpstr>
      <vt:lpstr>Light blue-Cover</vt:lpstr>
      <vt:lpstr>Pearson slide</vt:lpstr>
      <vt:lpstr>Light blue-inside slide</vt:lpstr>
      <vt:lpstr>With picture</vt:lpstr>
      <vt:lpstr>Back cover</vt:lpstr>
      <vt:lpstr>Machine learning</vt:lpstr>
      <vt:lpstr>Machine learning </vt:lpstr>
      <vt:lpstr>Machine learning</vt:lpstr>
      <vt:lpstr>Learning objectives</vt:lpstr>
      <vt:lpstr>introduction</vt:lpstr>
      <vt:lpstr>introduction</vt:lpstr>
      <vt:lpstr>introDuction</vt:lpstr>
      <vt:lpstr>introduction</vt:lpstr>
      <vt:lpstr>Key terms</vt:lpstr>
      <vt:lpstr>SVM Working</vt:lpstr>
      <vt:lpstr>SVM Working cont..</vt:lpstr>
      <vt:lpstr>Advantages and disadvantages</vt:lpstr>
      <vt:lpstr>Tuning hyperparameters</vt:lpstr>
      <vt:lpstr>Tuning hyperparameters</vt:lpstr>
      <vt:lpstr>Tuning hyperparameters</vt:lpstr>
      <vt:lpstr>parameters</vt:lpstr>
      <vt:lpstr>parameters</vt:lpstr>
      <vt:lpstr>Application of svm</vt:lpstr>
      <vt:lpstr>Overview: svm</vt:lpstr>
      <vt:lpstr>SVM</vt:lpstr>
      <vt:lpstr>Support vector classification (SVC)</vt:lpstr>
      <vt:lpstr>How svm works</vt:lpstr>
      <vt:lpstr>Another challenge</vt:lpstr>
      <vt:lpstr>Visual view</vt:lpstr>
      <vt:lpstr>example</vt:lpstr>
      <vt:lpstr>example</vt:lpstr>
      <vt:lpstr>visual</vt:lpstr>
      <vt:lpstr>example</vt:lpstr>
      <vt:lpstr>PowerPoint Presentation</vt:lpstr>
      <vt:lpstr>Key terminologies of SVM</vt:lpstr>
      <vt:lpstr>SVM coding video</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Maksud Mazumder</cp:lastModifiedBy>
  <cp:revision>47</cp:revision>
  <dcterms:created xsi:type="dcterms:W3CDTF">2021-07-24T10:34:01Z</dcterms:created>
  <dcterms:modified xsi:type="dcterms:W3CDTF">2024-08-05T10:57:23Z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MediaServiceImageTags">
    <vt:lpwstr/>
  </property>
</Properties>
</file>