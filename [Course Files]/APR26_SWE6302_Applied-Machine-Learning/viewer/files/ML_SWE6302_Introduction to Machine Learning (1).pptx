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4"/>
    <p:sldMasterId id="2147483736" r:id="rId5"/>
    <p:sldMasterId id="2147483739" r:id="rId6"/>
    <p:sldMasterId id="2147483742" r:id="rId7"/>
  </p:sldMasterIdLst>
  <p:notesMasterIdLst>
    <p:notesMasterId r:id="rId45"/>
  </p:notesMasterIdLst>
  <p:sldIdLst>
    <p:sldId id="261" r:id="rId8"/>
    <p:sldId id="257" r:id="rId9"/>
    <p:sldId id="265" r:id="rId10"/>
    <p:sldId id="311" r:id="rId11"/>
    <p:sldId id="326" r:id="rId12"/>
    <p:sldId id="313" r:id="rId13"/>
    <p:sldId id="327" r:id="rId14"/>
    <p:sldId id="346" r:id="rId15"/>
    <p:sldId id="345" r:id="rId16"/>
    <p:sldId id="359" r:id="rId17"/>
    <p:sldId id="360" r:id="rId18"/>
    <p:sldId id="361" r:id="rId19"/>
    <p:sldId id="362" r:id="rId20"/>
    <p:sldId id="363" r:id="rId21"/>
    <p:sldId id="348" r:id="rId22"/>
    <p:sldId id="349" r:id="rId23"/>
    <p:sldId id="329" r:id="rId24"/>
    <p:sldId id="344" r:id="rId25"/>
    <p:sldId id="355" r:id="rId26"/>
    <p:sldId id="356" r:id="rId27"/>
    <p:sldId id="357" r:id="rId28"/>
    <p:sldId id="354" r:id="rId29"/>
    <p:sldId id="328" r:id="rId30"/>
    <p:sldId id="350" r:id="rId31"/>
    <p:sldId id="351" r:id="rId32"/>
    <p:sldId id="330" r:id="rId33"/>
    <p:sldId id="331" r:id="rId34"/>
    <p:sldId id="358" r:id="rId35"/>
    <p:sldId id="335" r:id="rId36"/>
    <p:sldId id="336" r:id="rId37"/>
    <p:sldId id="337" r:id="rId38"/>
    <p:sldId id="342" r:id="rId39"/>
    <p:sldId id="338" r:id="rId40"/>
    <p:sldId id="339" r:id="rId41"/>
    <p:sldId id="364" r:id="rId42"/>
    <p:sldId id="353" r:id="rId43"/>
    <p:sldId id="35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58CA66-9900-5016-24D8-8D8CCE189D75}" v="1" dt="2024-01-18T11:45:15.8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0" autoAdjust="0"/>
    <p:restoredTop sz="92877" autoAdjust="0"/>
  </p:normalViewPr>
  <p:slideViewPr>
    <p:cSldViewPr snapToGrid="0">
      <p:cViewPr varScale="1">
        <p:scale>
          <a:sx n="29" d="100"/>
          <a:sy n="29" d="100"/>
        </p:scale>
        <p:origin x="1072" y="4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viewProps" Target="viewProps.xml"/><Relationship Id="rId8" Type="http://schemas.openxmlformats.org/officeDocument/2006/relationships/slide" Target="slides/slide1.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commentAuthors" Target="commentAuthor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ksudur Rahman Mazumder" userId="S::maksud.mazumder@rcl.ac.uk::689073e1-3b88-4317-bb43-ef2f779e94fa" providerId="AD" clId="Web-{6D58CA66-9900-5016-24D8-8D8CCE189D75}"/>
    <pc:docChg chg="sldOrd">
      <pc:chgData name="Maksudur Rahman Mazumder" userId="S::maksud.mazumder@rcl.ac.uk::689073e1-3b88-4317-bb43-ef2f779e94fa" providerId="AD" clId="Web-{6D58CA66-9900-5016-24D8-8D8CCE189D75}" dt="2024-01-18T11:45:15.800" v="0"/>
      <pc:docMkLst>
        <pc:docMk/>
      </pc:docMkLst>
      <pc:sldChg chg="ord">
        <pc:chgData name="Maksudur Rahman Mazumder" userId="S::maksud.mazumder@rcl.ac.uk::689073e1-3b88-4317-bb43-ef2f779e94fa" providerId="AD" clId="Web-{6D58CA66-9900-5016-24D8-8D8CCE189D75}" dt="2024-01-18T11:45:15.800" v="0"/>
        <pc:sldMkLst>
          <pc:docMk/>
          <pc:sldMk cId="3764377055" sldId="313"/>
        </pc:sldMkLst>
      </pc:sldChg>
    </pc:docChg>
  </pc:docChgLst>
  <pc:docChgLst>
    <pc:chgData name="Kusmlata Sheoran" userId="622bcd2c-7b88-482c-87fa-3fb3dcfc9337" providerId="ADAL" clId="{9F4D5330-B4AD-4A2C-BDD0-9B39D1407B77}"/>
    <pc:docChg chg="undo custSel addSld delSld modSld sldOrd">
      <pc:chgData name="Kusmlata Sheoran" userId="622bcd2c-7b88-482c-87fa-3fb3dcfc9337" providerId="ADAL" clId="{9F4D5330-B4AD-4A2C-BDD0-9B39D1407B77}" dt="2023-02-14T22:03:24.263" v="3720" actId="6549"/>
      <pc:docMkLst>
        <pc:docMk/>
      </pc:docMkLst>
      <pc:sldChg chg="modSp mod">
        <pc:chgData name="Kusmlata Sheoran" userId="622bcd2c-7b88-482c-87fa-3fb3dcfc9337" providerId="ADAL" clId="{9F4D5330-B4AD-4A2C-BDD0-9B39D1407B77}" dt="2023-02-14T10:59:48.586" v="2926"/>
        <pc:sldMkLst>
          <pc:docMk/>
          <pc:sldMk cId="3764377055" sldId="313"/>
        </pc:sldMkLst>
        <pc:spChg chg="mod">
          <ac:chgData name="Kusmlata Sheoran" userId="622bcd2c-7b88-482c-87fa-3fb3dcfc9337" providerId="ADAL" clId="{9F4D5330-B4AD-4A2C-BDD0-9B39D1407B77}" dt="2023-02-14T10:42:28.689" v="1958" actId="20577"/>
          <ac:spMkLst>
            <pc:docMk/>
            <pc:sldMk cId="3764377055" sldId="313"/>
            <ac:spMk id="2" creationId="{50608F55-98AD-8544-9EDC-97F2BF248277}"/>
          </ac:spMkLst>
        </pc:spChg>
        <pc:spChg chg="mod">
          <ac:chgData name="Kusmlata Sheoran" userId="622bcd2c-7b88-482c-87fa-3fb3dcfc9337" providerId="ADAL" clId="{9F4D5330-B4AD-4A2C-BDD0-9B39D1407B77}" dt="2023-02-14T10:59:48.586" v="2926"/>
          <ac:spMkLst>
            <pc:docMk/>
            <pc:sldMk cId="3764377055" sldId="313"/>
            <ac:spMk id="3" creationId="{03912611-42E7-6849-885B-99D97037DE6F}"/>
          </ac:spMkLst>
        </pc:spChg>
      </pc:sldChg>
      <pc:sldChg chg="addSp modSp mod modNotesTx">
        <pc:chgData name="Kusmlata Sheoran" userId="622bcd2c-7b88-482c-87fa-3fb3dcfc9337" providerId="ADAL" clId="{9F4D5330-B4AD-4A2C-BDD0-9B39D1407B77}" dt="2023-02-14T10:50:47.693" v="2129" actId="6549"/>
        <pc:sldMkLst>
          <pc:docMk/>
          <pc:sldMk cId="1221089832" sldId="327"/>
        </pc:sldMkLst>
        <pc:spChg chg="add mod">
          <ac:chgData name="Kusmlata Sheoran" userId="622bcd2c-7b88-482c-87fa-3fb3dcfc9337" providerId="ADAL" clId="{9F4D5330-B4AD-4A2C-BDD0-9B39D1407B77}" dt="2023-02-14T10:50:02.569" v="2113" actId="14100"/>
          <ac:spMkLst>
            <pc:docMk/>
            <pc:sldMk cId="1221089832" sldId="327"/>
            <ac:spMk id="9" creationId="{68A6C19C-282D-3098-B381-3038711F49C1}"/>
          </ac:spMkLst>
        </pc:spChg>
        <pc:picChg chg="mod">
          <ac:chgData name="Kusmlata Sheoran" userId="622bcd2c-7b88-482c-87fa-3fb3dcfc9337" providerId="ADAL" clId="{9F4D5330-B4AD-4A2C-BDD0-9B39D1407B77}" dt="2023-02-14T10:49:56.561" v="2111" actId="1076"/>
          <ac:picMkLst>
            <pc:docMk/>
            <pc:sldMk cId="1221089832" sldId="327"/>
            <ac:picMk id="7" creationId="{CAEF753A-BE98-2C4A-BE05-B9FEC2436CC6}"/>
          </ac:picMkLst>
        </pc:picChg>
      </pc:sldChg>
      <pc:sldChg chg="modSp mod">
        <pc:chgData name="Kusmlata Sheoran" userId="622bcd2c-7b88-482c-87fa-3fb3dcfc9337" providerId="ADAL" clId="{9F4D5330-B4AD-4A2C-BDD0-9B39D1407B77}" dt="2023-02-14T21:54:09.093" v="3706" actId="14100"/>
        <pc:sldMkLst>
          <pc:docMk/>
          <pc:sldMk cId="334440423" sldId="328"/>
        </pc:sldMkLst>
        <pc:spChg chg="mod">
          <ac:chgData name="Kusmlata Sheoran" userId="622bcd2c-7b88-482c-87fa-3fb3dcfc9337" providerId="ADAL" clId="{9F4D5330-B4AD-4A2C-BDD0-9B39D1407B77}" dt="2023-02-14T21:54:03.685" v="3705" actId="6549"/>
          <ac:spMkLst>
            <pc:docMk/>
            <pc:sldMk cId="334440423" sldId="328"/>
            <ac:spMk id="3" creationId="{03912611-42E7-6849-885B-99D97037DE6F}"/>
          </ac:spMkLst>
        </pc:spChg>
        <pc:picChg chg="mod">
          <ac:chgData name="Kusmlata Sheoran" userId="622bcd2c-7b88-482c-87fa-3fb3dcfc9337" providerId="ADAL" clId="{9F4D5330-B4AD-4A2C-BDD0-9B39D1407B77}" dt="2023-02-14T21:54:09.093" v="3706" actId="14100"/>
          <ac:picMkLst>
            <pc:docMk/>
            <pc:sldMk cId="334440423" sldId="328"/>
            <ac:picMk id="7" creationId="{B8CF74FB-8308-094C-8CD0-C278D4A46E17}"/>
          </ac:picMkLst>
        </pc:picChg>
      </pc:sldChg>
      <pc:sldChg chg="modSp mod">
        <pc:chgData name="Kusmlata Sheoran" userId="622bcd2c-7b88-482c-87fa-3fb3dcfc9337" providerId="ADAL" clId="{9F4D5330-B4AD-4A2C-BDD0-9B39D1407B77}" dt="2023-02-14T11:16:39.961" v="3450" actId="14100"/>
        <pc:sldMkLst>
          <pc:docMk/>
          <pc:sldMk cId="2706763526" sldId="330"/>
        </pc:sldMkLst>
        <pc:spChg chg="mod">
          <ac:chgData name="Kusmlata Sheoran" userId="622bcd2c-7b88-482c-87fa-3fb3dcfc9337" providerId="ADAL" clId="{9F4D5330-B4AD-4A2C-BDD0-9B39D1407B77}" dt="2023-02-14T11:16:39.961" v="3450" actId="14100"/>
          <ac:spMkLst>
            <pc:docMk/>
            <pc:sldMk cId="2706763526" sldId="330"/>
            <ac:spMk id="3" creationId="{03912611-42E7-6849-885B-99D97037DE6F}"/>
          </ac:spMkLst>
        </pc:spChg>
        <pc:picChg chg="mod">
          <ac:chgData name="Kusmlata Sheoran" userId="622bcd2c-7b88-482c-87fa-3fb3dcfc9337" providerId="ADAL" clId="{9F4D5330-B4AD-4A2C-BDD0-9B39D1407B77}" dt="2023-02-14T11:16:33.342" v="3449" actId="1076"/>
          <ac:picMkLst>
            <pc:docMk/>
            <pc:sldMk cId="2706763526" sldId="330"/>
            <ac:picMk id="8" creationId="{325011A9-4F08-7F4C-B73A-5E50012A40D5}"/>
          </ac:picMkLst>
        </pc:picChg>
      </pc:sldChg>
      <pc:sldChg chg="modSp mod">
        <pc:chgData name="Kusmlata Sheoran" userId="622bcd2c-7b88-482c-87fa-3fb3dcfc9337" providerId="ADAL" clId="{9F4D5330-B4AD-4A2C-BDD0-9B39D1407B77}" dt="2023-02-12T18:58:24.124" v="1159" actId="1036"/>
        <pc:sldMkLst>
          <pc:docMk/>
          <pc:sldMk cId="3089009140" sldId="335"/>
        </pc:sldMkLst>
        <pc:graphicFrameChg chg="mod">
          <ac:chgData name="Kusmlata Sheoran" userId="622bcd2c-7b88-482c-87fa-3fb3dcfc9337" providerId="ADAL" clId="{9F4D5330-B4AD-4A2C-BDD0-9B39D1407B77}" dt="2023-02-12T18:58:24.124" v="1159" actId="1036"/>
          <ac:graphicFrameMkLst>
            <pc:docMk/>
            <pc:sldMk cId="3089009140" sldId="335"/>
            <ac:graphicFrameMk id="2" creationId="{D348C3D6-404C-324B-9BCC-2C7DF5E8897B}"/>
          </ac:graphicFrameMkLst>
        </pc:graphicFrameChg>
      </pc:sldChg>
      <pc:sldChg chg="delSp modSp new mod modNotesTx">
        <pc:chgData name="Kusmlata Sheoran" userId="622bcd2c-7b88-482c-87fa-3fb3dcfc9337" providerId="ADAL" clId="{9F4D5330-B4AD-4A2C-BDD0-9B39D1407B77}" dt="2023-02-12T18:40:16.768" v="185"/>
        <pc:sldMkLst>
          <pc:docMk/>
          <pc:sldMk cId="2811115849" sldId="336"/>
        </pc:sldMkLst>
        <pc:spChg chg="mod">
          <ac:chgData name="Kusmlata Sheoran" userId="622bcd2c-7b88-482c-87fa-3fb3dcfc9337" providerId="ADAL" clId="{9F4D5330-B4AD-4A2C-BDD0-9B39D1407B77}" dt="2023-02-12T18:38:25.303" v="107" actId="20577"/>
          <ac:spMkLst>
            <pc:docMk/>
            <pc:sldMk cId="2811115849" sldId="336"/>
            <ac:spMk id="2" creationId="{400A5F0A-D606-6852-CF23-A513D043B98F}"/>
          </ac:spMkLst>
        </pc:spChg>
        <pc:spChg chg="mod">
          <ac:chgData name="Kusmlata Sheoran" userId="622bcd2c-7b88-482c-87fa-3fb3dcfc9337" providerId="ADAL" clId="{9F4D5330-B4AD-4A2C-BDD0-9B39D1407B77}" dt="2023-02-12T18:40:16.768" v="185"/>
          <ac:spMkLst>
            <pc:docMk/>
            <pc:sldMk cId="2811115849" sldId="336"/>
            <ac:spMk id="3" creationId="{F791D0EF-01F7-BFB6-9FDA-A1F807AE56E0}"/>
          </ac:spMkLst>
        </pc:spChg>
        <pc:graphicFrameChg chg="del mod">
          <ac:chgData name="Kusmlata Sheoran" userId="622bcd2c-7b88-482c-87fa-3fb3dcfc9337" providerId="ADAL" clId="{9F4D5330-B4AD-4A2C-BDD0-9B39D1407B77}" dt="2023-02-11T23:17:13.342" v="1"/>
          <ac:graphicFrameMkLst>
            <pc:docMk/>
            <pc:sldMk cId="2811115849" sldId="336"/>
            <ac:graphicFrameMk id="4" creationId="{0A4E3B61-18E7-3110-6616-71A8B56AA233}"/>
          </ac:graphicFrameMkLst>
        </pc:graphicFrameChg>
      </pc:sldChg>
      <pc:sldChg chg="modSp new mod modNotesTx">
        <pc:chgData name="Kusmlata Sheoran" userId="622bcd2c-7b88-482c-87fa-3fb3dcfc9337" providerId="ADAL" clId="{9F4D5330-B4AD-4A2C-BDD0-9B39D1407B77}" dt="2023-02-12T18:47:16.213" v="506" actId="20577"/>
        <pc:sldMkLst>
          <pc:docMk/>
          <pc:sldMk cId="1915423184" sldId="337"/>
        </pc:sldMkLst>
        <pc:spChg chg="mod">
          <ac:chgData name="Kusmlata Sheoran" userId="622bcd2c-7b88-482c-87fa-3fb3dcfc9337" providerId="ADAL" clId="{9F4D5330-B4AD-4A2C-BDD0-9B39D1407B77}" dt="2023-02-12T18:42:40.563" v="210" actId="20577"/>
          <ac:spMkLst>
            <pc:docMk/>
            <pc:sldMk cId="1915423184" sldId="337"/>
            <ac:spMk id="2" creationId="{4EE9AE4A-FFEA-2E2F-69ED-055ED1B741A6}"/>
          </ac:spMkLst>
        </pc:spChg>
        <pc:spChg chg="mod">
          <ac:chgData name="Kusmlata Sheoran" userId="622bcd2c-7b88-482c-87fa-3fb3dcfc9337" providerId="ADAL" clId="{9F4D5330-B4AD-4A2C-BDD0-9B39D1407B77}" dt="2023-02-12T18:47:16.213" v="506" actId="20577"/>
          <ac:spMkLst>
            <pc:docMk/>
            <pc:sldMk cId="1915423184" sldId="337"/>
            <ac:spMk id="3" creationId="{79970A7B-5234-BC93-404C-47BC3E0C52FC}"/>
          </ac:spMkLst>
        </pc:spChg>
      </pc:sldChg>
      <pc:sldChg chg="modSp new mod modNotesTx">
        <pc:chgData name="Kusmlata Sheoran" userId="622bcd2c-7b88-482c-87fa-3fb3dcfc9337" providerId="ADAL" clId="{9F4D5330-B4AD-4A2C-BDD0-9B39D1407B77}" dt="2023-02-14T22:03:19.481" v="3716" actId="20577"/>
        <pc:sldMkLst>
          <pc:docMk/>
          <pc:sldMk cId="649647724" sldId="338"/>
        </pc:sldMkLst>
        <pc:spChg chg="mod">
          <ac:chgData name="Kusmlata Sheoran" userId="622bcd2c-7b88-482c-87fa-3fb3dcfc9337" providerId="ADAL" clId="{9F4D5330-B4AD-4A2C-BDD0-9B39D1407B77}" dt="2023-02-12T18:47:51.535" v="538" actId="20577"/>
          <ac:spMkLst>
            <pc:docMk/>
            <pc:sldMk cId="649647724" sldId="338"/>
            <ac:spMk id="2" creationId="{DC5171DE-3DDD-23B0-C63C-6DF6F581D0CD}"/>
          </ac:spMkLst>
        </pc:spChg>
        <pc:spChg chg="mod">
          <ac:chgData name="Kusmlata Sheoran" userId="622bcd2c-7b88-482c-87fa-3fb3dcfc9337" providerId="ADAL" clId="{9F4D5330-B4AD-4A2C-BDD0-9B39D1407B77}" dt="2023-02-12T18:54:49.322" v="905" actId="20577"/>
          <ac:spMkLst>
            <pc:docMk/>
            <pc:sldMk cId="649647724" sldId="338"/>
            <ac:spMk id="3" creationId="{07F56AF6-B565-4AFF-A870-81CA5E364BDA}"/>
          </ac:spMkLst>
        </pc:spChg>
      </pc:sldChg>
      <pc:sldChg chg="modSp new mod modNotesTx">
        <pc:chgData name="Kusmlata Sheoran" userId="622bcd2c-7b88-482c-87fa-3fb3dcfc9337" providerId="ADAL" clId="{9F4D5330-B4AD-4A2C-BDD0-9B39D1407B77}" dt="2023-02-14T22:03:24.263" v="3720" actId="6549"/>
        <pc:sldMkLst>
          <pc:docMk/>
          <pc:sldMk cId="3408586952" sldId="339"/>
        </pc:sldMkLst>
        <pc:spChg chg="mod">
          <ac:chgData name="Kusmlata Sheoran" userId="622bcd2c-7b88-482c-87fa-3fb3dcfc9337" providerId="ADAL" clId="{9F4D5330-B4AD-4A2C-BDD0-9B39D1407B77}" dt="2023-02-12T18:55:16.746" v="918" actId="20577"/>
          <ac:spMkLst>
            <pc:docMk/>
            <pc:sldMk cId="3408586952" sldId="339"/>
            <ac:spMk id="2" creationId="{5CBD4DDB-56F8-065D-0949-3F6C07A3BEE4}"/>
          </ac:spMkLst>
        </pc:spChg>
        <pc:spChg chg="mod">
          <ac:chgData name="Kusmlata Sheoran" userId="622bcd2c-7b88-482c-87fa-3fb3dcfc9337" providerId="ADAL" clId="{9F4D5330-B4AD-4A2C-BDD0-9B39D1407B77}" dt="2023-02-12T19:00:00.458" v="1161"/>
          <ac:spMkLst>
            <pc:docMk/>
            <pc:sldMk cId="3408586952" sldId="339"/>
            <ac:spMk id="3" creationId="{850FB247-DBBB-C9D4-6AD2-970AD3A6F70E}"/>
          </ac:spMkLst>
        </pc:spChg>
      </pc:sldChg>
      <pc:sldChg chg="modSp new mod modNotesTx">
        <pc:chgData name="Kusmlata Sheoran" userId="622bcd2c-7b88-482c-87fa-3fb3dcfc9337" providerId="ADAL" clId="{9F4D5330-B4AD-4A2C-BDD0-9B39D1407B77}" dt="2023-02-14T11:52:33.236" v="3615" actId="21"/>
        <pc:sldMkLst>
          <pc:docMk/>
          <pc:sldMk cId="2928376522" sldId="340"/>
        </pc:sldMkLst>
        <pc:spChg chg="mod">
          <ac:chgData name="Kusmlata Sheoran" userId="622bcd2c-7b88-482c-87fa-3fb3dcfc9337" providerId="ADAL" clId="{9F4D5330-B4AD-4A2C-BDD0-9B39D1407B77}" dt="2023-02-14T11:52:33.236" v="3615" actId="21"/>
          <ac:spMkLst>
            <pc:docMk/>
            <pc:sldMk cId="2928376522" sldId="340"/>
            <ac:spMk id="3" creationId="{994A1EE7-5ACD-8E9A-CC01-8D60384E5DCA}"/>
          </ac:spMkLst>
        </pc:spChg>
      </pc:sldChg>
      <pc:sldChg chg="modSp new mod modNotesTx">
        <pc:chgData name="Kusmlata Sheoran" userId="622bcd2c-7b88-482c-87fa-3fb3dcfc9337" providerId="ADAL" clId="{9F4D5330-B4AD-4A2C-BDD0-9B39D1407B77}" dt="2023-02-14T11:57:29.867" v="3692" actId="20577"/>
        <pc:sldMkLst>
          <pc:docMk/>
          <pc:sldMk cId="788283341" sldId="341"/>
        </pc:sldMkLst>
        <pc:spChg chg="mod">
          <ac:chgData name="Kusmlata Sheoran" userId="622bcd2c-7b88-482c-87fa-3fb3dcfc9337" providerId="ADAL" clId="{9F4D5330-B4AD-4A2C-BDD0-9B39D1407B77}" dt="2023-02-13T22:57:34.641" v="1895" actId="27636"/>
          <ac:spMkLst>
            <pc:docMk/>
            <pc:sldMk cId="788283341" sldId="341"/>
            <ac:spMk id="2" creationId="{41913C77-4EE6-DDF3-EEBB-F9D01DD60970}"/>
          </ac:spMkLst>
        </pc:spChg>
        <pc:spChg chg="mod">
          <ac:chgData name="Kusmlata Sheoran" userId="622bcd2c-7b88-482c-87fa-3fb3dcfc9337" providerId="ADAL" clId="{9F4D5330-B4AD-4A2C-BDD0-9B39D1407B77}" dt="2023-02-14T11:57:27.076" v="3691" actId="20577"/>
          <ac:spMkLst>
            <pc:docMk/>
            <pc:sldMk cId="788283341" sldId="341"/>
            <ac:spMk id="3" creationId="{766EFF65-1BFF-639D-10B1-F334DF2E4770}"/>
          </ac:spMkLst>
        </pc:spChg>
      </pc:sldChg>
      <pc:sldChg chg="modSp new mod modNotesTx">
        <pc:chgData name="Kusmlata Sheoran" userId="622bcd2c-7b88-482c-87fa-3fb3dcfc9337" providerId="ADAL" clId="{9F4D5330-B4AD-4A2C-BDD0-9B39D1407B77}" dt="2023-02-12T19:47:28.747" v="1273" actId="6549"/>
        <pc:sldMkLst>
          <pc:docMk/>
          <pc:sldMk cId="3741213081" sldId="342"/>
        </pc:sldMkLst>
        <pc:spChg chg="mod">
          <ac:chgData name="Kusmlata Sheoran" userId="622bcd2c-7b88-482c-87fa-3fb3dcfc9337" providerId="ADAL" clId="{9F4D5330-B4AD-4A2C-BDD0-9B39D1407B77}" dt="2023-02-12T19:45:36.068" v="1219" actId="20577"/>
          <ac:spMkLst>
            <pc:docMk/>
            <pc:sldMk cId="3741213081" sldId="342"/>
            <ac:spMk id="2" creationId="{E398C524-CAE2-4D84-66E9-B76ED8769A70}"/>
          </ac:spMkLst>
        </pc:spChg>
        <pc:spChg chg="mod">
          <ac:chgData name="Kusmlata Sheoran" userId="622bcd2c-7b88-482c-87fa-3fb3dcfc9337" providerId="ADAL" clId="{9F4D5330-B4AD-4A2C-BDD0-9B39D1407B77}" dt="2023-02-12T19:47:28.747" v="1273" actId="6549"/>
          <ac:spMkLst>
            <pc:docMk/>
            <pc:sldMk cId="3741213081" sldId="342"/>
            <ac:spMk id="3" creationId="{E7F00A6F-339A-DC70-336F-472A1950F428}"/>
          </ac:spMkLst>
        </pc:spChg>
      </pc:sldChg>
      <pc:sldChg chg="modSp new add del mod">
        <pc:chgData name="Kusmlata Sheoran" userId="622bcd2c-7b88-482c-87fa-3fb3dcfc9337" providerId="ADAL" clId="{9F4D5330-B4AD-4A2C-BDD0-9B39D1407B77}" dt="2023-02-14T22:03:12.464" v="3715" actId="47"/>
        <pc:sldMkLst>
          <pc:docMk/>
          <pc:sldMk cId="2412702286" sldId="343"/>
        </pc:sldMkLst>
        <pc:spChg chg="mod">
          <ac:chgData name="Kusmlata Sheoran" userId="622bcd2c-7b88-482c-87fa-3fb3dcfc9337" providerId="ADAL" clId="{9F4D5330-B4AD-4A2C-BDD0-9B39D1407B77}" dt="2023-02-14T10:47:25.378" v="1981" actId="20577"/>
          <ac:spMkLst>
            <pc:docMk/>
            <pc:sldMk cId="2412702286" sldId="343"/>
            <ac:spMk id="2" creationId="{86FBBECA-9F16-D051-DE7D-673809DF97A7}"/>
          </ac:spMkLst>
        </pc:spChg>
        <pc:spChg chg="mod">
          <ac:chgData name="Kusmlata Sheoran" userId="622bcd2c-7b88-482c-87fa-3fb3dcfc9337" providerId="ADAL" clId="{9F4D5330-B4AD-4A2C-BDD0-9B39D1407B77}" dt="2023-02-14T10:49:03.475" v="2109" actId="20577"/>
          <ac:spMkLst>
            <pc:docMk/>
            <pc:sldMk cId="2412702286" sldId="343"/>
            <ac:spMk id="3" creationId="{D7D179D3-23E5-6AED-0402-CC6334115B13}"/>
          </ac:spMkLst>
        </pc:spChg>
      </pc:sldChg>
      <pc:sldChg chg="modSp new mod ord modNotesTx">
        <pc:chgData name="Kusmlata Sheoran" userId="622bcd2c-7b88-482c-87fa-3fb3dcfc9337" providerId="ADAL" clId="{9F4D5330-B4AD-4A2C-BDD0-9B39D1407B77}" dt="2023-02-14T21:55:54.574" v="3708"/>
        <pc:sldMkLst>
          <pc:docMk/>
          <pc:sldMk cId="3330783015" sldId="344"/>
        </pc:sldMkLst>
        <pc:spChg chg="mod">
          <ac:chgData name="Kusmlata Sheoran" userId="622bcd2c-7b88-482c-87fa-3fb3dcfc9337" providerId="ADAL" clId="{9F4D5330-B4AD-4A2C-BDD0-9B39D1407B77}" dt="2023-02-13T22:42:57.474" v="1887" actId="20577"/>
          <ac:spMkLst>
            <pc:docMk/>
            <pc:sldMk cId="3330783015" sldId="344"/>
            <ac:spMk id="2" creationId="{80D67EEB-6318-FDAF-430A-14562FE40113}"/>
          </ac:spMkLst>
        </pc:spChg>
        <pc:spChg chg="mod">
          <ac:chgData name="Kusmlata Sheoran" userId="622bcd2c-7b88-482c-87fa-3fb3dcfc9337" providerId="ADAL" clId="{9F4D5330-B4AD-4A2C-BDD0-9B39D1407B77}" dt="2023-02-13T22:42:49.308" v="1874" actId="14100"/>
          <ac:spMkLst>
            <pc:docMk/>
            <pc:sldMk cId="3330783015" sldId="344"/>
            <ac:spMk id="3" creationId="{05763A09-90CB-F7E2-4EA7-3C950855DCA9}"/>
          </ac:spMkLst>
        </pc:spChg>
      </pc:sldChg>
      <pc:sldChg chg="modSp new mod">
        <pc:chgData name="Kusmlata Sheoran" userId="622bcd2c-7b88-482c-87fa-3fb3dcfc9337" providerId="ADAL" clId="{9F4D5330-B4AD-4A2C-BDD0-9B39D1407B77}" dt="2023-02-14T21:52:46.709" v="3700" actId="6549"/>
        <pc:sldMkLst>
          <pc:docMk/>
          <pc:sldMk cId="3237980436" sldId="345"/>
        </pc:sldMkLst>
        <pc:spChg chg="mod">
          <ac:chgData name="Kusmlata Sheoran" userId="622bcd2c-7b88-482c-87fa-3fb3dcfc9337" providerId="ADAL" clId="{9F4D5330-B4AD-4A2C-BDD0-9B39D1407B77}" dt="2023-02-14T10:51:35.310" v="2155" actId="20577"/>
          <ac:spMkLst>
            <pc:docMk/>
            <pc:sldMk cId="3237980436" sldId="345"/>
            <ac:spMk id="2" creationId="{C9A9DA83-DAB3-F362-3C30-4D726D3BED61}"/>
          </ac:spMkLst>
        </pc:spChg>
        <pc:spChg chg="mod">
          <ac:chgData name="Kusmlata Sheoran" userId="622bcd2c-7b88-482c-87fa-3fb3dcfc9337" providerId="ADAL" clId="{9F4D5330-B4AD-4A2C-BDD0-9B39D1407B77}" dt="2023-02-14T21:52:46.709" v="3700" actId="6549"/>
          <ac:spMkLst>
            <pc:docMk/>
            <pc:sldMk cId="3237980436" sldId="345"/>
            <ac:spMk id="3" creationId="{BD5511BC-D511-FA49-0F74-40C22404C7DD}"/>
          </ac:spMkLst>
        </pc:spChg>
      </pc:sldChg>
      <pc:sldChg chg="addSp modSp new mod ord">
        <pc:chgData name="Kusmlata Sheoran" userId="622bcd2c-7b88-482c-87fa-3fb3dcfc9337" providerId="ADAL" clId="{9F4D5330-B4AD-4A2C-BDD0-9B39D1407B77}" dt="2023-02-14T21:59:14.059" v="3710"/>
        <pc:sldMkLst>
          <pc:docMk/>
          <pc:sldMk cId="2708253274" sldId="346"/>
        </pc:sldMkLst>
        <pc:spChg chg="mod">
          <ac:chgData name="Kusmlata Sheoran" userId="622bcd2c-7b88-482c-87fa-3fb3dcfc9337" providerId="ADAL" clId="{9F4D5330-B4AD-4A2C-BDD0-9B39D1407B77}" dt="2023-02-14T10:55:51.144" v="2659" actId="20577"/>
          <ac:spMkLst>
            <pc:docMk/>
            <pc:sldMk cId="2708253274" sldId="346"/>
            <ac:spMk id="2" creationId="{35CC9414-8541-05DF-3240-2DC37F29DC59}"/>
          </ac:spMkLst>
        </pc:spChg>
        <pc:spChg chg="mod">
          <ac:chgData name="Kusmlata Sheoran" userId="622bcd2c-7b88-482c-87fa-3fb3dcfc9337" providerId="ADAL" clId="{9F4D5330-B4AD-4A2C-BDD0-9B39D1407B77}" dt="2023-02-14T21:53:41.313" v="3701" actId="113"/>
          <ac:spMkLst>
            <pc:docMk/>
            <pc:sldMk cId="2708253274" sldId="346"/>
            <ac:spMk id="3" creationId="{A0571C91-F5C0-78B3-D068-B423AD718139}"/>
          </ac:spMkLst>
        </pc:spChg>
        <pc:spChg chg="add mod">
          <ac:chgData name="Kusmlata Sheoran" userId="622bcd2c-7b88-482c-87fa-3fb3dcfc9337" providerId="ADAL" clId="{9F4D5330-B4AD-4A2C-BDD0-9B39D1407B77}" dt="2023-02-14T21:53:44.460" v="3702" actId="113"/>
          <ac:spMkLst>
            <pc:docMk/>
            <pc:sldMk cId="2708253274" sldId="346"/>
            <ac:spMk id="4" creationId="{E09CABDF-02A9-54FE-E604-C7DDAD1100E1}"/>
          </ac:spMkLst>
        </pc:spChg>
        <pc:spChg chg="add mod">
          <ac:chgData name="Kusmlata Sheoran" userId="622bcd2c-7b88-482c-87fa-3fb3dcfc9337" providerId="ADAL" clId="{9F4D5330-B4AD-4A2C-BDD0-9B39D1407B77}" dt="2023-02-14T21:53:48.357" v="3703" actId="113"/>
          <ac:spMkLst>
            <pc:docMk/>
            <pc:sldMk cId="2708253274" sldId="346"/>
            <ac:spMk id="5" creationId="{B00F62F5-064A-D834-A710-3CA32468AA42}"/>
          </ac:spMkLst>
        </pc:spChg>
      </pc:sldChg>
      <pc:sldChg chg="new del">
        <pc:chgData name="Kusmlata Sheoran" userId="622bcd2c-7b88-482c-87fa-3fb3dcfc9337" providerId="ADAL" clId="{9F4D5330-B4AD-4A2C-BDD0-9B39D1407B77}" dt="2023-02-14T11:14:29.322" v="3418" actId="47"/>
        <pc:sldMkLst>
          <pc:docMk/>
          <pc:sldMk cId="605377832" sldId="347"/>
        </pc:sldMkLst>
      </pc:sldChg>
      <pc:sldChg chg="modSp new mod">
        <pc:chgData name="Kusmlata Sheoran" userId="622bcd2c-7b88-482c-87fa-3fb3dcfc9337" providerId="ADAL" clId="{9F4D5330-B4AD-4A2C-BDD0-9B39D1407B77}" dt="2023-02-14T11:07:40.629" v="3035" actId="14100"/>
        <pc:sldMkLst>
          <pc:docMk/>
          <pc:sldMk cId="3266905874" sldId="348"/>
        </pc:sldMkLst>
        <pc:spChg chg="mod">
          <ac:chgData name="Kusmlata Sheoran" userId="622bcd2c-7b88-482c-87fa-3fb3dcfc9337" providerId="ADAL" clId="{9F4D5330-B4AD-4A2C-BDD0-9B39D1407B77}" dt="2023-02-14T11:03:00.244" v="2942" actId="20577"/>
          <ac:spMkLst>
            <pc:docMk/>
            <pc:sldMk cId="3266905874" sldId="348"/>
            <ac:spMk id="2" creationId="{48571DE2-65B6-918A-BD58-497568D1F2FE}"/>
          </ac:spMkLst>
        </pc:spChg>
        <pc:spChg chg="mod">
          <ac:chgData name="Kusmlata Sheoran" userId="622bcd2c-7b88-482c-87fa-3fb3dcfc9337" providerId="ADAL" clId="{9F4D5330-B4AD-4A2C-BDD0-9B39D1407B77}" dt="2023-02-14T11:07:40.629" v="3035" actId="14100"/>
          <ac:spMkLst>
            <pc:docMk/>
            <pc:sldMk cId="3266905874" sldId="348"/>
            <ac:spMk id="3" creationId="{513F0435-26D1-CCC4-CAB8-221BF713D308}"/>
          </ac:spMkLst>
        </pc:spChg>
      </pc:sldChg>
      <pc:sldChg chg="new del">
        <pc:chgData name="Kusmlata Sheoran" userId="622bcd2c-7b88-482c-87fa-3fb3dcfc9337" providerId="ADAL" clId="{9F4D5330-B4AD-4A2C-BDD0-9B39D1407B77}" dt="2023-02-14T11:08:09.659" v="3037" actId="680"/>
        <pc:sldMkLst>
          <pc:docMk/>
          <pc:sldMk cId="481517714" sldId="349"/>
        </pc:sldMkLst>
      </pc:sldChg>
      <pc:sldChg chg="addSp modSp new mod">
        <pc:chgData name="Kusmlata Sheoran" userId="622bcd2c-7b88-482c-87fa-3fb3dcfc9337" providerId="ADAL" clId="{9F4D5330-B4AD-4A2C-BDD0-9B39D1407B77}" dt="2023-02-14T11:13:02.389" v="3417" actId="20577"/>
        <pc:sldMkLst>
          <pc:docMk/>
          <pc:sldMk cId="3472800439" sldId="349"/>
        </pc:sldMkLst>
        <pc:spChg chg="mod">
          <ac:chgData name="Kusmlata Sheoran" userId="622bcd2c-7b88-482c-87fa-3fb3dcfc9337" providerId="ADAL" clId="{9F4D5330-B4AD-4A2C-BDD0-9B39D1407B77}" dt="2023-02-14T11:11:31.253" v="3288" actId="20577"/>
          <ac:spMkLst>
            <pc:docMk/>
            <pc:sldMk cId="3472800439" sldId="349"/>
            <ac:spMk id="2" creationId="{526138A2-4EB2-44AF-2F40-6EA0730FBB8C}"/>
          </ac:spMkLst>
        </pc:spChg>
        <pc:spChg chg="mod">
          <ac:chgData name="Kusmlata Sheoran" userId="622bcd2c-7b88-482c-87fa-3fb3dcfc9337" providerId="ADAL" clId="{9F4D5330-B4AD-4A2C-BDD0-9B39D1407B77}" dt="2023-02-14T11:11:42.256" v="3291" actId="1076"/>
          <ac:spMkLst>
            <pc:docMk/>
            <pc:sldMk cId="3472800439" sldId="349"/>
            <ac:spMk id="3" creationId="{890EA572-C847-C69B-98D6-EB19297F8287}"/>
          </ac:spMkLst>
        </pc:spChg>
        <pc:spChg chg="add mod">
          <ac:chgData name="Kusmlata Sheoran" userId="622bcd2c-7b88-482c-87fa-3fb3dcfc9337" providerId="ADAL" clId="{9F4D5330-B4AD-4A2C-BDD0-9B39D1407B77}" dt="2023-02-14T11:13:02.389" v="3417" actId="20577"/>
          <ac:spMkLst>
            <pc:docMk/>
            <pc:sldMk cId="3472800439" sldId="349"/>
            <ac:spMk id="4" creationId="{415B3343-8A47-43A2-C1DE-9550363BE19F}"/>
          </ac:spMkLst>
        </pc:spChg>
      </pc:sldChg>
      <pc:sldChg chg="addSp modSp new mod">
        <pc:chgData name="Kusmlata Sheoran" userId="622bcd2c-7b88-482c-87fa-3fb3dcfc9337" providerId="ADAL" clId="{9F4D5330-B4AD-4A2C-BDD0-9B39D1407B77}" dt="2023-02-14T11:29:51.961" v="3485" actId="1076"/>
        <pc:sldMkLst>
          <pc:docMk/>
          <pc:sldMk cId="3470333341" sldId="350"/>
        </pc:sldMkLst>
        <pc:spChg chg="mod">
          <ac:chgData name="Kusmlata Sheoran" userId="622bcd2c-7b88-482c-87fa-3fb3dcfc9337" providerId="ADAL" clId="{9F4D5330-B4AD-4A2C-BDD0-9B39D1407B77}" dt="2023-02-14T11:28:07.686" v="3471" actId="20577"/>
          <ac:spMkLst>
            <pc:docMk/>
            <pc:sldMk cId="3470333341" sldId="350"/>
            <ac:spMk id="2" creationId="{A2707B3D-796D-BD0C-B14C-9B3F73B3816A}"/>
          </ac:spMkLst>
        </pc:spChg>
        <pc:spChg chg="mod">
          <ac:chgData name="Kusmlata Sheoran" userId="622bcd2c-7b88-482c-87fa-3fb3dcfc9337" providerId="ADAL" clId="{9F4D5330-B4AD-4A2C-BDD0-9B39D1407B77}" dt="2023-02-14T11:28:54.805" v="3473" actId="14100"/>
          <ac:spMkLst>
            <pc:docMk/>
            <pc:sldMk cId="3470333341" sldId="350"/>
            <ac:spMk id="3" creationId="{86B92C31-A512-FD70-7792-237C069CFD0C}"/>
          </ac:spMkLst>
        </pc:spChg>
        <pc:picChg chg="add mod">
          <ac:chgData name="Kusmlata Sheoran" userId="622bcd2c-7b88-482c-87fa-3fb3dcfc9337" providerId="ADAL" clId="{9F4D5330-B4AD-4A2C-BDD0-9B39D1407B77}" dt="2023-02-14T11:29:49.549" v="3484" actId="1076"/>
          <ac:picMkLst>
            <pc:docMk/>
            <pc:sldMk cId="3470333341" sldId="350"/>
            <ac:picMk id="5" creationId="{83EE610D-9988-D03B-21A2-8ACEA70E5A2B}"/>
          </ac:picMkLst>
        </pc:picChg>
        <pc:picChg chg="add mod">
          <ac:chgData name="Kusmlata Sheoran" userId="622bcd2c-7b88-482c-87fa-3fb3dcfc9337" providerId="ADAL" clId="{9F4D5330-B4AD-4A2C-BDD0-9B39D1407B77}" dt="2023-02-14T11:29:51.961" v="3485" actId="1076"/>
          <ac:picMkLst>
            <pc:docMk/>
            <pc:sldMk cId="3470333341" sldId="350"/>
            <ac:picMk id="7" creationId="{DDC5094D-5041-2E8D-1C47-BA63C0E42B6B}"/>
          </ac:picMkLst>
        </pc:picChg>
      </pc:sldChg>
      <pc:sldChg chg="addSp delSp modSp add mod">
        <pc:chgData name="Kusmlata Sheoran" userId="622bcd2c-7b88-482c-87fa-3fb3dcfc9337" providerId="ADAL" clId="{9F4D5330-B4AD-4A2C-BDD0-9B39D1407B77}" dt="2023-02-14T11:40:59.901" v="3493" actId="1076"/>
        <pc:sldMkLst>
          <pc:docMk/>
          <pc:sldMk cId="81745570" sldId="351"/>
        </pc:sldMkLst>
        <pc:spChg chg="mod">
          <ac:chgData name="Kusmlata Sheoran" userId="622bcd2c-7b88-482c-87fa-3fb3dcfc9337" providerId="ADAL" clId="{9F4D5330-B4AD-4A2C-BDD0-9B39D1407B77}" dt="2023-02-14T11:40:14.256" v="3489"/>
          <ac:spMkLst>
            <pc:docMk/>
            <pc:sldMk cId="81745570" sldId="351"/>
            <ac:spMk id="3" creationId="{86B92C31-A512-FD70-7792-237C069CFD0C}"/>
          </ac:spMkLst>
        </pc:spChg>
        <pc:picChg chg="del">
          <ac:chgData name="Kusmlata Sheoran" userId="622bcd2c-7b88-482c-87fa-3fb3dcfc9337" providerId="ADAL" clId="{9F4D5330-B4AD-4A2C-BDD0-9B39D1407B77}" dt="2023-02-14T11:40:06.069" v="3488" actId="478"/>
          <ac:picMkLst>
            <pc:docMk/>
            <pc:sldMk cId="81745570" sldId="351"/>
            <ac:picMk id="5" creationId="{83EE610D-9988-D03B-21A2-8ACEA70E5A2B}"/>
          </ac:picMkLst>
        </pc:picChg>
        <pc:picChg chg="add mod">
          <ac:chgData name="Kusmlata Sheoran" userId="622bcd2c-7b88-482c-87fa-3fb3dcfc9337" providerId="ADAL" clId="{9F4D5330-B4AD-4A2C-BDD0-9B39D1407B77}" dt="2023-02-14T11:40:59.901" v="3493" actId="1076"/>
          <ac:picMkLst>
            <pc:docMk/>
            <pc:sldMk cId="81745570" sldId="351"/>
            <ac:picMk id="6" creationId="{C138BC48-7955-4BEB-C616-79510A962BB4}"/>
          </ac:picMkLst>
        </pc:picChg>
        <pc:picChg chg="del">
          <ac:chgData name="Kusmlata Sheoran" userId="622bcd2c-7b88-482c-87fa-3fb3dcfc9337" providerId="ADAL" clId="{9F4D5330-B4AD-4A2C-BDD0-9B39D1407B77}" dt="2023-02-14T11:40:04.458" v="3487" actId="478"/>
          <ac:picMkLst>
            <pc:docMk/>
            <pc:sldMk cId="81745570" sldId="351"/>
            <ac:picMk id="7" creationId="{DDC5094D-5041-2E8D-1C47-BA63C0E42B6B}"/>
          </ac:picMkLst>
        </pc:picChg>
      </pc:sldChg>
      <pc:sldChg chg="modSp new mod">
        <pc:chgData name="Kusmlata Sheoran" userId="622bcd2c-7b88-482c-87fa-3fb3dcfc9337" providerId="ADAL" clId="{9F4D5330-B4AD-4A2C-BDD0-9B39D1407B77}" dt="2023-02-14T11:57:19.673" v="3690"/>
        <pc:sldMkLst>
          <pc:docMk/>
          <pc:sldMk cId="1158941671" sldId="352"/>
        </pc:sldMkLst>
        <pc:spChg chg="mod">
          <ac:chgData name="Kusmlata Sheoran" userId="622bcd2c-7b88-482c-87fa-3fb3dcfc9337" providerId="ADAL" clId="{9F4D5330-B4AD-4A2C-BDD0-9B39D1407B77}" dt="2023-02-14T11:48:12.988" v="3555" actId="20577"/>
          <ac:spMkLst>
            <pc:docMk/>
            <pc:sldMk cId="1158941671" sldId="352"/>
            <ac:spMk id="2" creationId="{321D472C-708F-0AA1-0DAB-84CD38A974DC}"/>
          </ac:spMkLst>
        </pc:spChg>
        <pc:spChg chg="mod">
          <ac:chgData name="Kusmlata Sheoran" userId="622bcd2c-7b88-482c-87fa-3fb3dcfc9337" providerId="ADAL" clId="{9F4D5330-B4AD-4A2C-BDD0-9B39D1407B77}" dt="2023-02-14T11:57:19.673" v="3690"/>
          <ac:spMkLst>
            <pc:docMk/>
            <pc:sldMk cId="1158941671" sldId="352"/>
            <ac:spMk id="3" creationId="{AABBDD09-3F27-38FB-01DD-8766175B301C}"/>
          </ac:spMkLst>
        </pc:spChg>
      </pc:sldChg>
    </pc:docChg>
  </pc:docChgLst>
  <pc:docChgLst>
    <pc:chgData name="Kusmlata Sheoran" userId="622bcd2c-7b88-482c-87fa-3fb3dcfc9337" providerId="ADAL" clId="{2985910B-5698-4F5A-B63F-9B3C924670DA}"/>
    <pc:docChg chg="custSel delSld modSld sldOrd">
      <pc:chgData name="Kusmlata Sheoran" userId="622bcd2c-7b88-482c-87fa-3fb3dcfc9337" providerId="ADAL" clId="{2985910B-5698-4F5A-B63F-9B3C924670DA}" dt="2023-02-14T22:13:25.421" v="153" actId="20577"/>
      <pc:docMkLst>
        <pc:docMk/>
      </pc:docMkLst>
      <pc:sldChg chg="modSp mod">
        <pc:chgData name="Kusmlata Sheoran" userId="622bcd2c-7b88-482c-87fa-3fb3dcfc9337" providerId="ADAL" clId="{2985910B-5698-4F5A-B63F-9B3C924670DA}" dt="2023-02-14T22:06:38.313" v="85" actId="20577"/>
        <pc:sldMkLst>
          <pc:docMk/>
          <pc:sldMk cId="1752993917" sldId="311"/>
        </pc:sldMkLst>
        <pc:spChg chg="mod">
          <ac:chgData name="Kusmlata Sheoran" userId="622bcd2c-7b88-482c-87fa-3fb3dcfc9337" providerId="ADAL" clId="{2985910B-5698-4F5A-B63F-9B3C924670DA}" dt="2023-02-14T22:06:38.313" v="85" actId="20577"/>
          <ac:spMkLst>
            <pc:docMk/>
            <pc:sldMk cId="1752993917" sldId="311"/>
            <ac:spMk id="3" creationId="{03912611-42E7-6849-885B-99D97037DE6F}"/>
          </ac:spMkLst>
        </pc:spChg>
      </pc:sldChg>
      <pc:sldChg chg="modSp mod">
        <pc:chgData name="Kusmlata Sheoran" userId="622bcd2c-7b88-482c-87fa-3fb3dcfc9337" providerId="ADAL" clId="{2985910B-5698-4F5A-B63F-9B3C924670DA}" dt="2023-02-14T22:11:36.500" v="127" actId="21"/>
        <pc:sldMkLst>
          <pc:docMk/>
          <pc:sldMk cId="3764377055" sldId="313"/>
        </pc:sldMkLst>
        <pc:spChg chg="mod">
          <ac:chgData name="Kusmlata Sheoran" userId="622bcd2c-7b88-482c-87fa-3fb3dcfc9337" providerId="ADAL" clId="{2985910B-5698-4F5A-B63F-9B3C924670DA}" dt="2023-02-14T22:11:36.500" v="127" actId="21"/>
          <ac:spMkLst>
            <pc:docMk/>
            <pc:sldMk cId="3764377055" sldId="313"/>
            <ac:spMk id="3" creationId="{03912611-42E7-6849-885B-99D97037DE6F}"/>
          </ac:spMkLst>
        </pc:spChg>
      </pc:sldChg>
      <pc:sldChg chg="addSp delSp modSp mod ord">
        <pc:chgData name="Kusmlata Sheoran" userId="622bcd2c-7b88-482c-87fa-3fb3dcfc9337" providerId="ADAL" clId="{2985910B-5698-4F5A-B63F-9B3C924670DA}" dt="2023-02-14T22:12:31.864" v="135" actId="14100"/>
        <pc:sldMkLst>
          <pc:docMk/>
          <pc:sldMk cId="3945550004" sldId="329"/>
        </pc:sldMkLst>
        <pc:spChg chg="add del mod">
          <ac:chgData name="Kusmlata Sheoran" userId="622bcd2c-7b88-482c-87fa-3fb3dcfc9337" providerId="ADAL" clId="{2985910B-5698-4F5A-B63F-9B3C924670DA}" dt="2023-02-14T22:12:26.798" v="133" actId="21"/>
          <ac:spMkLst>
            <pc:docMk/>
            <pc:sldMk cId="3945550004" sldId="329"/>
            <ac:spMk id="7" creationId="{BE5C9FE4-0FD7-2A68-54C0-8FEF142D1714}"/>
          </ac:spMkLst>
        </pc:spChg>
        <pc:picChg chg="mod">
          <ac:chgData name="Kusmlata Sheoran" userId="622bcd2c-7b88-482c-87fa-3fb3dcfc9337" providerId="ADAL" clId="{2985910B-5698-4F5A-B63F-9B3C924670DA}" dt="2023-02-14T22:12:31.864" v="135" actId="14100"/>
          <ac:picMkLst>
            <pc:docMk/>
            <pc:sldMk cId="3945550004" sldId="329"/>
            <ac:picMk id="9" creationId="{C95F08DE-C74B-0348-A198-6712DF330496}"/>
          </ac:picMkLst>
        </pc:picChg>
      </pc:sldChg>
      <pc:sldChg chg="addSp modSp mod">
        <pc:chgData name="Kusmlata Sheoran" userId="622bcd2c-7b88-482c-87fa-3fb3dcfc9337" providerId="ADAL" clId="{2985910B-5698-4F5A-B63F-9B3C924670DA}" dt="2023-02-14T22:13:25.421" v="153" actId="20577"/>
        <pc:sldMkLst>
          <pc:docMk/>
          <pc:sldMk cId="649647724" sldId="338"/>
        </pc:sldMkLst>
        <pc:spChg chg="add mod">
          <ac:chgData name="Kusmlata Sheoran" userId="622bcd2c-7b88-482c-87fa-3fb3dcfc9337" providerId="ADAL" clId="{2985910B-5698-4F5A-B63F-9B3C924670DA}" dt="2023-02-14T22:13:25.421" v="153" actId="20577"/>
          <ac:spMkLst>
            <pc:docMk/>
            <pc:sldMk cId="649647724" sldId="338"/>
            <ac:spMk id="4" creationId="{C42E24E1-45F0-6F31-F786-8EB13C81B49C}"/>
          </ac:spMkLst>
        </pc:spChg>
      </pc:sldChg>
      <pc:sldChg chg="modSp mod modNotesTx">
        <pc:chgData name="Kusmlata Sheoran" userId="622bcd2c-7b88-482c-87fa-3fb3dcfc9337" providerId="ADAL" clId="{2985910B-5698-4F5A-B63F-9B3C924670DA}" dt="2023-02-14T22:08:09.626" v="92" actId="6549"/>
        <pc:sldMkLst>
          <pc:docMk/>
          <pc:sldMk cId="3408586952" sldId="339"/>
        </pc:sldMkLst>
        <pc:spChg chg="mod">
          <ac:chgData name="Kusmlata Sheoran" userId="622bcd2c-7b88-482c-87fa-3fb3dcfc9337" providerId="ADAL" clId="{2985910B-5698-4F5A-B63F-9B3C924670DA}" dt="2023-02-14T22:08:09.626" v="92" actId="6549"/>
          <ac:spMkLst>
            <pc:docMk/>
            <pc:sldMk cId="3408586952" sldId="339"/>
            <ac:spMk id="3" creationId="{850FB247-DBBB-C9D4-6AD2-970AD3A6F70E}"/>
          </ac:spMkLst>
        </pc:spChg>
      </pc:sldChg>
      <pc:sldChg chg="del">
        <pc:chgData name="Kusmlata Sheoran" userId="622bcd2c-7b88-482c-87fa-3fb3dcfc9337" providerId="ADAL" clId="{2985910B-5698-4F5A-B63F-9B3C924670DA}" dt="2023-02-14T22:08:37.595" v="93" actId="47"/>
        <pc:sldMkLst>
          <pc:docMk/>
          <pc:sldMk cId="2928376522" sldId="340"/>
        </pc:sldMkLst>
      </pc:sldChg>
      <pc:sldChg chg="del">
        <pc:chgData name="Kusmlata Sheoran" userId="622bcd2c-7b88-482c-87fa-3fb3dcfc9337" providerId="ADAL" clId="{2985910B-5698-4F5A-B63F-9B3C924670DA}" dt="2023-02-14T22:08:50.726" v="94" actId="47"/>
        <pc:sldMkLst>
          <pc:docMk/>
          <pc:sldMk cId="788283341" sldId="34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979537-76D4-FB4F-81CB-786698CEA861}" type="doc">
      <dgm:prSet loTypeId="urn:microsoft.com/office/officeart/2005/8/layout/hierarchy2" loCatId="" qsTypeId="urn:microsoft.com/office/officeart/2005/8/quickstyle/simple1" qsCatId="simple" csTypeId="urn:microsoft.com/office/officeart/2005/8/colors/colorful4" csCatId="colorful" phldr="1"/>
      <dgm:spPr/>
      <dgm:t>
        <a:bodyPr/>
        <a:lstStyle/>
        <a:p>
          <a:endParaRPr lang="en-GB"/>
        </a:p>
      </dgm:t>
    </dgm:pt>
    <dgm:pt modelId="{2B67AFE8-C1E5-F34C-A06F-FEB3589F744C}">
      <dgm:prSet phldrT="[Text]" custT="1"/>
      <dgm:spPr/>
      <dgm:t>
        <a:bodyPr/>
        <a:lstStyle/>
        <a:p>
          <a:r>
            <a:rPr lang="en-GB" sz="3600" dirty="0"/>
            <a:t>AI</a:t>
          </a:r>
        </a:p>
      </dgm:t>
    </dgm:pt>
    <dgm:pt modelId="{CA88CD95-7E35-BF4E-9B04-CD357F282901}" type="parTrans" cxnId="{C6FEAFB1-F5ED-9447-8896-3455AEC1DEF6}">
      <dgm:prSet/>
      <dgm:spPr/>
      <dgm:t>
        <a:bodyPr/>
        <a:lstStyle/>
        <a:p>
          <a:endParaRPr lang="en-GB"/>
        </a:p>
      </dgm:t>
    </dgm:pt>
    <dgm:pt modelId="{62BCD6D2-9029-7A40-951F-8938FAAC910D}" type="sibTrans" cxnId="{C6FEAFB1-F5ED-9447-8896-3455AEC1DEF6}">
      <dgm:prSet/>
      <dgm:spPr/>
      <dgm:t>
        <a:bodyPr/>
        <a:lstStyle/>
        <a:p>
          <a:endParaRPr lang="en-GB"/>
        </a:p>
      </dgm:t>
    </dgm:pt>
    <dgm:pt modelId="{E2BCA48B-7298-584A-9531-1D3F32922394}">
      <dgm:prSet phldrT="[Text]"/>
      <dgm:spPr/>
      <dgm:t>
        <a:bodyPr/>
        <a:lstStyle/>
        <a:p>
          <a:r>
            <a:rPr lang="en-GB" dirty="0"/>
            <a:t>Machine Learning</a:t>
          </a:r>
        </a:p>
      </dgm:t>
    </dgm:pt>
    <dgm:pt modelId="{619A6F7A-E08C-9342-AA23-242D33E89CE5}" type="parTrans" cxnId="{4EDF2BB5-C04F-8A45-8970-77B269FE09C9}">
      <dgm:prSet/>
      <dgm:spPr/>
      <dgm:t>
        <a:bodyPr/>
        <a:lstStyle/>
        <a:p>
          <a:endParaRPr lang="en-GB"/>
        </a:p>
      </dgm:t>
    </dgm:pt>
    <dgm:pt modelId="{AD298A38-F0B0-0841-825B-BADE73D7BD50}" type="sibTrans" cxnId="{4EDF2BB5-C04F-8A45-8970-77B269FE09C9}">
      <dgm:prSet/>
      <dgm:spPr/>
      <dgm:t>
        <a:bodyPr/>
        <a:lstStyle/>
        <a:p>
          <a:endParaRPr lang="en-GB"/>
        </a:p>
      </dgm:t>
    </dgm:pt>
    <dgm:pt modelId="{461BB58D-3A5F-904E-B58B-9F9636FE908A}">
      <dgm:prSet phldrT="[Text]"/>
      <dgm:spPr/>
      <dgm:t>
        <a:bodyPr/>
        <a:lstStyle/>
        <a:p>
          <a:r>
            <a:rPr lang="en-GB" dirty="0"/>
            <a:t>Supervised Learning</a:t>
          </a:r>
        </a:p>
      </dgm:t>
    </dgm:pt>
    <dgm:pt modelId="{D47B9296-4E69-CA47-BD90-378ABA2E1064}" type="parTrans" cxnId="{CF046E73-BE0A-9546-A240-C95098315C34}">
      <dgm:prSet/>
      <dgm:spPr/>
      <dgm:t>
        <a:bodyPr/>
        <a:lstStyle/>
        <a:p>
          <a:endParaRPr lang="en-GB"/>
        </a:p>
      </dgm:t>
    </dgm:pt>
    <dgm:pt modelId="{1B752F5B-5E68-A444-9178-8CA4B0C28256}" type="sibTrans" cxnId="{CF046E73-BE0A-9546-A240-C95098315C34}">
      <dgm:prSet/>
      <dgm:spPr/>
      <dgm:t>
        <a:bodyPr/>
        <a:lstStyle/>
        <a:p>
          <a:endParaRPr lang="en-GB"/>
        </a:p>
      </dgm:t>
    </dgm:pt>
    <dgm:pt modelId="{21AEC93E-10EF-2248-BAA7-471FF3DAD594}">
      <dgm:prSet phldrT="[Text]"/>
      <dgm:spPr/>
      <dgm:t>
        <a:bodyPr/>
        <a:lstStyle/>
        <a:p>
          <a:r>
            <a:rPr lang="en-GB" dirty="0"/>
            <a:t>Unsupervised Learning</a:t>
          </a:r>
        </a:p>
      </dgm:t>
    </dgm:pt>
    <dgm:pt modelId="{AD3629F4-4BC7-4342-82E4-60CE6435F6E4}" type="parTrans" cxnId="{3EF737A1-7915-2A49-A8AB-1F169F25381A}">
      <dgm:prSet/>
      <dgm:spPr/>
      <dgm:t>
        <a:bodyPr/>
        <a:lstStyle/>
        <a:p>
          <a:endParaRPr lang="en-GB"/>
        </a:p>
      </dgm:t>
    </dgm:pt>
    <dgm:pt modelId="{27EF4B54-E489-BE4E-9E75-1AEEEE5DA8D1}" type="sibTrans" cxnId="{3EF737A1-7915-2A49-A8AB-1F169F25381A}">
      <dgm:prSet/>
      <dgm:spPr/>
      <dgm:t>
        <a:bodyPr/>
        <a:lstStyle/>
        <a:p>
          <a:endParaRPr lang="en-GB"/>
        </a:p>
      </dgm:t>
    </dgm:pt>
    <dgm:pt modelId="{BD37D257-B5BC-3249-9F0F-383BB3A3394B}">
      <dgm:prSet phldrT="[Text]"/>
      <dgm:spPr/>
      <dgm:t>
        <a:bodyPr/>
        <a:lstStyle/>
        <a:p>
          <a:r>
            <a:rPr lang="en-GB" dirty="0"/>
            <a:t>Natural language processing</a:t>
          </a:r>
        </a:p>
      </dgm:t>
    </dgm:pt>
    <dgm:pt modelId="{730FDD79-31E4-A540-AD2A-E05DCD8BCB9C}" type="parTrans" cxnId="{20004A9A-FD62-B94B-AE89-B3A245ACD969}">
      <dgm:prSet/>
      <dgm:spPr/>
      <dgm:t>
        <a:bodyPr/>
        <a:lstStyle/>
        <a:p>
          <a:endParaRPr lang="en-GB"/>
        </a:p>
      </dgm:t>
    </dgm:pt>
    <dgm:pt modelId="{D6171F18-F32A-FC44-BE66-0E687D223B57}" type="sibTrans" cxnId="{20004A9A-FD62-B94B-AE89-B3A245ACD969}">
      <dgm:prSet/>
      <dgm:spPr/>
      <dgm:t>
        <a:bodyPr/>
        <a:lstStyle/>
        <a:p>
          <a:endParaRPr lang="en-GB"/>
        </a:p>
      </dgm:t>
    </dgm:pt>
    <dgm:pt modelId="{78C81E9A-3702-8241-A0BA-DFDE37DE6628}">
      <dgm:prSet phldrT="[Text]"/>
      <dgm:spPr/>
      <dgm:t>
        <a:bodyPr/>
        <a:lstStyle/>
        <a:p>
          <a:r>
            <a:rPr lang="en-GB" dirty="0"/>
            <a:t>Text generation</a:t>
          </a:r>
        </a:p>
      </dgm:t>
    </dgm:pt>
    <dgm:pt modelId="{1401DAC5-CD8E-2840-9B7D-3E47377ADB4D}" type="parTrans" cxnId="{BA004B39-2DA0-4142-A61E-2CB5940668F5}">
      <dgm:prSet/>
      <dgm:spPr/>
      <dgm:t>
        <a:bodyPr/>
        <a:lstStyle/>
        <a:p>
          <a:endParaRPr lang="en-GB"/>
        </a:p>
      </dgm:t>
    </dgm:pt>
    <dgm:pt modelId="{A24E3FD6-189C-3149-9ECE-9EABFA0181AC}" type="sibTrans" cxnId="{BA004B39-2DA0-4142-A61E-2CB5940668F5}">
      <dgm:prSet/>
      <dgm:spPr/>
      <dgm:t>
        <a:bodyPr/>
        <a:lstStyle/>
        <a:p>
          <a:endParaRPr lang="en-GB"/>
        </a:p>
      </dgm:t>
    </dgm:pt>
    <dgm:pt modelId="{8EB92ECA-884C-D24E-9084-9733FF28652D}">
      <dgm:prSet/>
      <dgm:spPr/>
      <dgm:t>
        <a:bodyPr/>
        <a:lstStyle/>
        <a:p>
          <a:r>
            <a:rPr lang="en-GB" dirty="0"/>
            <a:t>Expert systems</a:t>
          </a:r>
        </a:p>
      </dgm:t>
    </dgm:pt>
    <dgm:pt modelId="{BAB1E7D9-0A95-654C-897D-1F922744F876}" type="parTrans" cxnId="{A5C8111C-8244-294D-B78E-BEEB67B5DE16}">
      <dgm:prSet/>
      <dgm:spPr/>
      <dgm:t>
        <a:bodyPr/>
        <a:lstStyle/>
        <a:p>
          <a:endParaRPr lang="en-GB"/>
        </a:p>
      </dgm:t>
    </dgm:pt>
    <dgm:pt modelId="{3141BFA7-B3EE-0045-A6EC-FEC63D0C6F9A}" type="sibTrans" cxnId="{A5C8111C-8244-294D-B78E-BEEB67B5DE16}">
      <dgm:prSet/>
      <dgm:spPr/>
      <dgm:t>
        <a:bodyPr/>
        <a:lstStyle/>
        <a:p>
          <a:endParaRPr lang="en-GB"/>
        </a:p>
      </dgm:t>
    </dgm:pt>
    <dgm:pt modelId="{4088C430-0F36-DE40-B160-07F24E10844A}">
      <dgm:prSet/>
      <dgm:spPr/>
      <dgm:t>
        <a:bodyPr/>
        <a:lstStyle/>
        <a:p>
          <a:r>
            <a:rPr lang="en-GB" dirty="0"/>
            <a:t>Speech</a:t>
          </a:r>
        </a:p>
      </dgm:t>
    </dgm:pt>
    <dgm:pt modelId="{60E9899B-C1ED-524D-BE63-AD2BAC0B7D17}" type="parTrans" cxnId="{840F84F3-F776-124D-95B2-CF58A6FE4645}">
      <dgm:prSet/>
      <dgm:spPr/>
      <dgm:t>
        <a:bodyPr/>
        <a:lstStyle/>
        <a:p>
          <a:endParaRPr lang="en-GB"/>
        </a:p>
      </dgm:t>
    </dgm:pt>
    <dgm:pt modelId="{F9855BB0-C043-444C-8B79-D1018BA5C964}" type="sibTrans" cxnId="{840F84F3-F776-124D-95B2-CF58A6FE4645}">
      <dgm:prSet/>
      <dgm:spPr/>
      <dgm:t>
        <a:bodyPr/>
        <a:lstStyle/>
        <a:p>
          <a:endParaRPr lang="en-GB"/>
        </a:p>
      </dgm:t>
    </dgm:pt>
    <dgm:pt modelId="{14CF01E7-094A-A54B-B261-F740E77D971A}">
      <dgm:prSet/>
      <dgm:spPr/>
      <dgm:t>
        <a:bodyPr/>
        <a:lstStyle/>
        <a:p>
          <a:r>
            <a:rPr lang="en-GB" dirty="0"/>
            <a:t>Vision</a:t>
          </a:r>
        </a:p>
      </dgm:t>
    </dgm:pt>
    <dgm:pt modelId="{434F1760-A9B3-804B-95AC-647E014725E0}" type="parTrans" cxnId="{9518D5A5-2F95-F042-B13C-663FA48AB9ED}">
      <dgm:prSet/>
      <dgm:spPr/>
      <dgm:t>
        <a:bodyPr/>
        <a:lstStyle/>
        <a:p>
          <a:endParaRPr lang="en-GB"/>
        </a:p>
      </dgm:t>
    </dgm:pt>
    <dgm:pt modelId="{A0E144CC-6DD1-1E46-AE6D-C1165A2DC576}" type="sibTrans" cxnId="{9518D5A5-2F95-F042-B13C-663FA48AB9ED}">
      <dgm:prSet/>
      <dgm:spPr/>
      <dgm:t>
        <a:bodyPr/>
        <a:lstStyle/>
        <a:p>
          <a:endParaRPr lang="en-GB"/>
        </a:p>
      </dgm:t>
    </dgm:pt>
    <dgm:pt modelId="{B6C6DE76-6000-C849-9216-12A5A773A107}">
      <dgm:prSet/>
      <dgm:spPr/>
      <dgm:t>
        <a:bodyPr/>
        <a:lstStyle/>
        <a:p>
          <a:r>
            <a:rPr lang="en-GB" dirty="0"/>
            <a:t>Planning</a:t>
          </a:r>
        </a:p>
      </dgm:t>
    </dgm:pt>
    <dgm:pt modelId="{28E19FE8-09E0-DD44-8112-98F6736C9F51}" type="parTrans" cxnId="{810DB180-0E3A-A849-9E57-575780531463}">
      <dgm:prSet/>
      <dgm:spPr/>
      <dgm:t>
        <a:bodyPr/>
        <a:lstStyle/>
        <a:p>
          <a:endParaRPr lang="en-GB"/>
        </a:p>
      </dgm:t>
    </dgm:pt>
    <dgm:pt modelId="{56493527-5177-5E40-A9A0-FD87FE3EE6F3}" type="sibTrans" cxnId="{810DB180-0E3A-A849-9E57-575780531463}">
      <dgm:prSet/>
      <dgm:spPr/>
      <dgm:t>
        <a:bodyPr/>
        <a:lstStyle/>
        <a:p>
          <a:endParaRPr lang="en-GB"/>
        </a:p>
      </dgm:t>
    </dgm:pt>
    <dgm:pt modelId="{D57B837D-90E9-2E4F-8791-F7514BEF4F5D}">
      <dgm:prSet/>
      <dgm:spPr/>
      <dgm:t>
        <a:bodyPr/>
        <a:lstStyle/>
        <a:p>
          <a:r>
            <a:rPr lang="en-GB" dirty="0"/>
            <a:t>Robotics</a:t>
          </a:r>
        </a:p>
      </dgm:t>
    </dgm:pt>
    <dgm:pt modelId="{3A3B8177-BB1E-A244-B79E-32128EC84225}" type="parTrans" cxnId="{E65B5A13-48FB-A842-8BF2-43F00CE3C0AA}">
      <dgm:prSet/>
      <dgm:spPr/>
      <dgm:t>
        <a:bodyPr/>
        <a:lstStyle/>
        <a:p>
          <a:endParaRPr lang="en-GB"/>
        </a:p>
      </dgm:t>
    </dgm:pt>
    <dgm:pt modelId="{5ED649E7-4254-B64F-9826-1DED3AEEF2F2}" type="sibTrans" cxnId="{E65B5A13-48FB-A842-8BF2-43F00CE3C0AA}">
      <dgm:prSet/>
      <dgm:spPr/>
      <dgm:t>
        <a:bodyPr/>
        <a:lstStyle/>
        <a:p>
          <a:endParaRPr lang="en-GB"/>
        </a:p>
      </dgm:t>
    </dgm:pt>
    <dgm:pt modelId="{192A8146-1FC1-FE46-A91F-43E3E23AD810}">
      <dgm:prSet/>
      <dgm:spPr/>
      <dgm:t>
        <a:bodyPr/>
        <a:lstStyle/>
        <a:p>
          <a:r>
            <a:rPr lang="en-GB" dirty="0"/>
            <a:t>Semi-supervised</a:t>
          </a:r>
        </a:p>
      </dgm:t>
    </dgm:pt>
    <dgm:pt modelId="{DD44526C-5862-9E4D-B986-A2671D5A3284}" type="parTrans" cxnId="{A3A00FFC-0342-1444-9340-343135A39938}">
      <dgm:prSet/>
      <dgm:spPr/>
      <dgm:t>
        <a:bodyPr/>
        <a:lstStyle/>
        <a:p>
          <a:endParaRPr lang="en-GB"/>
        </a:p>
      </dgm:t>
    </dgm:pt>
    <dgm:pt modelId="{6DB42638-1877-434B-BDED-872F34577971}" type="sibTrans" cxnId="{A3A00FFC-0342-1444-9340-343135A39938}">
      <dgm:prSet/>
      <dgm:spPr/>
      <dgm:t>
        <a:bodyPr/>
        <a:lstStyle/>
        <a:p>
          <a:endParaRPr lang="en-GB"/>
        </a:p>
      </dgm:t>
    </dgm:pt>
    <dgm:pt modelId="{70947D1F-C333-5943-BC79-B9E0B4DD9BD0}">
      <dgm:prSet/>
      <dgm:spPr/>
      <dgm:t>
        <a:bodyPr/>
        <a:lstStyle/>
        <a:p>
          <a:r>
            <a:rPr lang="en-GB" dirty="0"/>
            <a:t>Question answering</a:t>
          </a:r>
        </a:p>
      </dgm:t>
    </dgm:pt>
    <dgm:pt modelId="{EA34BEBD-B95C-2346-B6F1-A7699EF0C0C8}" type="parTrans" cxnId="{E057EBF6-C47D-1D41-A6D2-0EE78951B920}">
      <dgm:prSet/>
      <dgm:spPr/>
      <dgm:t>
        <a:bodyPr/>
        <a:lstStyle/>
        <a:p>
          <a:endParaRPr lang="en-GB"/>
        </a:p>
      </dgm:t>
    </dgm:pt>
    <dgm:pt modelId="{97839E46-BE5E-F849-8692-AA05ABEC23AB}" type="sibTrans" cxnId="{E057EBF6-C47D-1D41-A6D2-0EE78951B920}">
      <dgm:prSet/>
      <dgm:spPr/>
      <dgm:t>
        <a:bodyPr/>
        <a:lstStyle/>
        <a:p>
          <a:endParaRPr lang="en-GB"/>
        </a:p>
      </dgm:t>
    </dgm:pt>
    <dgm:pt modelId="{77171351-7247-6549-AEDC-4A10CA6CAFC8}">
      <dgm:prSet/>
      <dgm:spPr/>
      <dgm:t>
        <a:bodyPr/>
        <a:lstStyle/>
        <a:p>
          <a:r>
            <a:rPr lang="en-GB" dirty="0"/>
            <a:t>Context extraction</a:t>
          </a:r>
        </a:p>
      </dgm:t>
    </dgm:pt>
    <dgm:pt modelId="{FAB53536-FE09-2E43-B4E0-9E82CAE88794}" type="parTrans" cxnId="{58206D60-0626-9E45-A50D-B04BF998F79A}">
      <dgm:prSet/>
      <dgm:spPr/>
      <dgm:t>
        <a:bodyPr/>
        <a:lstStyle/>
        <a:p>
          <a:endParaRPr lang="en-GB"/>
        </a:p>
      </dgm:t>
    </dgm:pt>
    <dgm:pt modelId="{C25EF818-9E67-9347-BBA5-E7D37BF51E39}" type="sibTrans" cxnId="{58206D60-0626-9E45-A50D-B04BF998F79A}">
      <dgm:prSet/>
      <dgm:spPr/>
      <dgm:t>
        <a:bodyPr/>
        <a:lstStyle/>
        <a:p>
          <a:endParaRPr lang="en-GB"/>
        </a:p>
      </dgm:t>
    </dgm:pt>
    <dgm:pt modelId="{AE471B4D-090D-4D4C-9F45-BC7291EEAFF3}">
      <dgm:prSet/>
      <dgm:spPr/>
      <dgm:t>
        <a:bodyPr/>
        <a:lstStyle/>
        <a:p>
          <a:r>
            <a:rPr lang="en-GB" dirty="0"/>
            <a:t>[…]</a:t>
          </a:r>
        </a:p>
      </dgm:t>
    </dgm:pt>
    <dgm:pt modelId="{EAEF3FD0-3F7A-1846-913F-35A1F560313A}" type="parTrans" cxnId="{BF5F9C88-778B-8A49-A8D1-FEA3C599EB03}">
      <dgm:prSet/>
      <dgm:spPr/>
      <dgm:t>
        <a:bodyPr/>
        <a:lstStyle/>
        <a:p>
          <a:endParaRPr lang="en-GB"/>
        </a:p>
      </dgm:t>
    </dgm:pt>
    <dgm:pt modelId="{432D43CE-FE38-704F-B147-A8CB333FFBE6}" type="sibTrans" cxnId="{BF5F9C88-778B-8A49-A8D1-FEA3C599EB03}">
      <dgm:prSet/>
      <dgm:spPr/>
      <dgm:t>
        <a:bodyPr/>
        <a:lstStyle/>
        <a:p>
          <a:endParaRPr lang="en-GB"/>
        </a:p>
      </dgm:t>
    </dgm:pt>
    <dgm:pt modelId="{4298479D-5006-3C43-9BB1-D971D99EACFC}">
      <dgm:prSet/>
      <dgm:spPr/>
      <dgm:t>
        <a:bodyPr/>
        <a:lstStyle/>
        <a:p>
          <a:r>
            <a:rPr lang="en-GB" dirty="0"/>
            <a:t>To txt / from txt</a:t>
          </a:r>
        </a:p>
      </dgm:t>
    </dgm:pt>
    <dgm:pt modelId="{9F9D171F-6E98-3941-8AD7-4E28FE80D23C}" type="parTrans" cxnId="{AF6F8A59-32D5-B44A-9C2A-6D1C07F5A14C}">
      <dgm:prSet/>
      <dgm:spPr/>
      <dgm:t>
        <a:bodyPr/>
        <a:lstStyle/>
        <a:p>
          <a:endParaRPr lang="en-GB"/>
        </a:p>
      </dgm:t>
    </dgm:pt>
    <dgm:pt modelId="{41409EF7-E97E-9048-9CAB-E78D2677EDF8}" type="sibTrans" cxnId="{AF6F8A59-32D5-B44A-9C2A-6D1C07F5A14C}">
      <dgm:prSet/>
      <dgm:spPr/>
      <dgm:t>
        <a:bodyPr/>
        <a:lstStyle/>
        <a:p>
          <a:endParaRPr lang="en-GB"/>
        </a:p>
      </dgm:t>
    </dgm:pt>
    <dgm:pt modelId="{08DE33C2-C9CE-514F-80F9-280C1524DC4D}">
      <dgm:prSet/>
      <dgm:spPr/>
      <dgm:t>
        <a:bodyPr/>
        <a:lstStyle/>
        <a:p>
          <a:r>
            <a:rPr lang="en-GB" dirty="0"/>
            <a:t>Navigation</a:t>
          </a:r>
        </a:p>
      </dgm:t>
    </dgm:pt>
    <dgm:pt modelId="{B8293E36-B90C-1841-893B-5E8361CB0D5E}" type="parTrans" cxnId="{7783823C-4DA7-324E-AF08-EE46F7D1F15C}">
      <dgm:prSet/>
      <dgm:spPr/>
      <dgm:t>
        <a:bodyPr/>
        <a:lstStyle/>
        <a:p>
          <a:endParaRPr lang="en-GB"/>
        </a:p>
      </dgm:t>
    </dgm:pt>
    <dgm:pt modelId="{EA472F82-785D-394C-B6F6-096DAF4C8EF4}" type="sibTrans" cxnId="{7783823C-4DA7-324E-AF08-EE46F7D1F15C}">
      <dgm:prSet/>
      <dgm:spPr/>
      <dgm:t>
        <a:bodyPr/>
        <a:lstStyle/>
        <a:p>
          <a:endParaRPr lang="en-GB"/>
        </a:p>
      </dgm:t>
    </dgm:pt>
    <dgm:pt modelId="{64098CEC-8EB6-4C0E-AA7A-FE953DAE522B}">
      <dgm:prSet/>
      <dgm:spPr/>
      <dgm:t>
        <a:bodyPr/>
        <a:lstStyle/>
        <a:p>
          <a:r>
            <a:rPr lang="en-GB" dirty="0"/>
            <a:t>Reinforcement Learning</a:t>
          </a:r>
        </a:p>
      </dgm:t>
    </dgm:pt>
    <dgm:pt modelId="{7C5E8CC8-4335-4728-9C05-21CDE2F00AE3}" type="parTrans" cxnId="{E4310091-B438-46D1-8DD8-9C259DD72E74}">
      <dgm:prSet/>
      <dgm:spPr/>
      <dgm:t>
        <a:bodyPr/>
        <a:lstStyle/>
        <a:p>
          <a:endParaRPr lang="en-GB"/>
        </a:p>
      </dgm:t>
    </dgm:pt>
    <dgm:pt modelId="{AB43E3BC-448B-4A26-BB59-5CC607DA0A7E}" type="sibTrans" cxnId="{E4310091-B438-46D1-8DD8-9C259DD72E74}">
      <dgm:prSet/>
      <dgm:spPr/>
      <dgm:t>
        <a:bodyPr/>
        <a:lstStyle/>
        <a:p>
          <a:endParaRPr lang="en-GB"/>
        </a:p>
      </dgm:t>
    </dgm:pt>
    <dgm:pt modelId="{9239316E-39D7-5F4F-B7A7-27C94AF3CE3B}" type="pres">
      <dgm:prSet presAssocID="{2C979537-76D4-FB4F-81CB-786698CEA861}" presName="diagram" presStyleCnt="0">
        <dgm:presLayoutVars>
          <dgm:chPref val="1"/>
          <dgm:dir/>
          <dgm:animOne val="branch"/>
          <dgm:animLvl val="lvl"/>
          <dgm:resizeHandles val="exact"/>
        </dgm:presLayoutVars>
      </dgm:prSet>
      <dgm:spPr/>
    </dgm:pt>
    <dgm:pt modelId="{9F992168-5D49-EB45-A258-162F4604AE0B}" type="pres">
      <dgm:prSet presAssocID="{2B67AFE8-C1E5-F34C-A06F-FEB3589F744C}" presName="root1" presStyleCnt="0"/>
      <dgm:spPr/>
    </dgm:pt>
    <dgm:pt modelId="{463345EC-00B8-CA4F-B2CD-4F4D15ADEBF3}" type="pres">
      <dgm:prSet presAssocID="{2B67AFE8-C1E5-F34C-A06F-FEB3589F744C}" presName="LevelOneTextNode" presStyleLbl="node0" presStyleIdx="0" presStyleCnt="1" custLinFactX="-100000" custLinFactY="-9670" custLinFactNeighborX="-198250" custLinFactNeighborY="-100000">
        <dgm:presLayoutVars>
          <dgm:chPref val="3"/>
        </dgm:presLayoutVars>
      </dgm:prSet>
      <dgm:spPr/>
    </dgm:pt>
    <dgm:pt modelId="{4186936C-EB87-9E40-B365-4DD7E65130C5}" type="pres">
      <dgm:prSet presAssocID="{2B67AFE8-C1E5-F34C-A06F-FEB3589F744C}" presName="level2hierChild" presStyleCnt="0"/>
      <dgm:spPr/>
    </dgm:pt>
    <dgm:pt modelId="{6072B7E5-6B28-5446-90CC-123113A00AFF}" type="pres">
      <dgm:prSet presAssocID="{619A6F7A-E08C-9342-AA23-242D33E89CE5}" presName="conn2-1" presStyleLbl="parChTrans1D2" presStyleIdx="0" presStyleCnt="7"/>
      <dgm:spPr/>
    </dgm:pt>
    <dgm:pt modelId="{3E058846-4355-274F-9681-23E7C556162B}" type="pres">
      <dgm:prSet presAssocID="{619A6F7A-E08C-9342-AA23-242D33E89CE5}" presName="connTx" presStyleLbl="parChTrans1D2" presStyleIdx="0" presStyleCnt="7"/>
      <dgm:spPr/>
    </dgm:pt>
    <dgm:pt modelId="{2C9014D1-8A83-D943-BAA4-733CA95D3A92}" type="pres">
      <dgm:prSet presAssocID="{E2BCA48B-7298-584A-9531-1D3F32922394}" presName="root2" presStyleCnt="0"/>
      <dgm:spPr/>
    </dgm:pt>
    <dgm:pt modelId="{3BE81C51-A42D-9145-A49F-1388ACCD2735}" type="pres">
      <dgm:prSet presAssocID="{E2BCA48B-7298-584A-9531-1D3F32922394}" presName="LevelTwoTextNode" presStyleLbl="node2" presStyleIdx="0" presStyleCnt="7" custLinFactX="-17749" custLinFactNeighborX="-100000" custLinFactNeighborY="56270">
        <dgm:presLayoutVars>
          <dgm:chPref val="3"/>
        </dgm:presLayoutVars>
      </dgm:prSet>
      <dgm:spPr/>
    </dgm:pt>
    <dgm:pt modelId="{AC39EC07-FB6F-4E44-AFFB-8BA70519BA45}" type="pres">
      <dgm:prSet presAssocID="{E2BCA48B-7298-584A-9531-1D3F32922394}" presName="level3hierChild" presStyleCnt="0"/>
      <dgm:spPr/>
    </dgm:pt>
    <dgm:pt modelId="{E9E49205-4C0D-8F45-B0E4-59C6B62E01BC}" type="pres">
      <dgm:prSet presAssocID="{D47B9296-4E69-CA47-BD90-378ABA2E1064}" presName="conn2-1" presStyleLbl="parChTrans1D3" presStyleIdx="0" presStyleCnt="10"/>
      <dgm:spPr/>
    </dgm:pt>
    <dgm:pt modelId="{750BB338-2F36-C445-B857-2773F9A5521E}" type="pres">
      <dgm:prSet presAssocID="{D47B9296-4E69-CA47-BD90-378ABA2E1064}" presName="connTx" presStyleLbl="parChTrans1D3" presStyleIdx="0" presStyleCnt="10"/>
      <dgm:spPr/>
    </dgm:pt>
    <dgm:pt modelId="{FB7B95EB-19DE-0F46-8AA2-8BF1754842C5}" type="pres">
      <dgm:prSet presAssocID="{461BB58D-3A5F-904E-B58B-9F9636FE908A}" presName="root2" presStyleCnt="0"/>
      <dgm:spPr/>
    </dgm:pt>
    <dgm:pt modelId="{7782E4F8-F217-2D44-A33D-17384735247D}" type="pres">
      <dgm:prSet presAssocID="{461BB58D-3A5F-904E-B58B-9F9636FE908A}" presName="LevelTwoTextNode" presStyleLbl="node3" presStyleIdx="0" presStyleCnt="10">
        <dgm:presLayoutVars>
          <dgm:chPref val="3"/>
        </dgm:presLayoutVars>
      </dgm:prSet>
      <dgm:spPr/>
    </dgm:pt>
    <dgm:pt modelId="{7C4FCCB4-CFC4-6441-A138-35351DCBEA60}" type="pres">
      <dgm:prSet presAssocID="{461BB58D-3A5F-904E-B58B-9F9636FE908A}" presName="level3hierChild" presStyleCnt="0"/>
      <dgm:spPr/>
    </dgm:pt>
    <dgm:pt modelId="{A41D21DC-889F-C148-8016-0E751FC5C5AE}" type="pres">
      <dgm:prSet presAssocID="{AD3629F4-4BC7-4342-82E4-60CE6435F6E4}" presName="conn2-1" presStyleLbl="parChTrans1D3" presStyleIdx="1" presStyleCnt="10"/>
      <dgm:spPr/>
    </dgm:pt>
    <dgm:pt modelId="{817A2E25-AB7F-5844-A7B0-90E467FAC74B}" type="pres">
      <dgm:prSet presAssocID="{AD3629F4-4BC7-4342-82E4-60CE6435F6E4}" presName="connTx" presStyleLbl="parChTrans1D3" presStyleIdx="1" presStyleCnt="10"/>
      <dgm:spPr/>
    </dgm:pt>
    <dgm:pt modelId="{420F64FA-C7FF-8B41-AF71-C1CE0958CBEA}" type="pres">
      <dgm:prSet presAssocID="{21AEC93E-10EF-2248-BAA7-471FF3DAD594}" presName="root2" presStyleCnt="0"/>
      <dgm:spPr/>
    </dgm:pt>
    <dgm:pt modelId="{1029C14D-9201-954F-8804-018501C885F5}" type="pres">
      <dgm:prSet presAssocID="{21AEC93E-10EF-2248-BAA7-471FF3DAD594}" presName="LevelTwoTextNode" presStyleLbl="node3" presStyleIdx="1" presStyleCnt="10">
        <dgm:presLayoutVars>
          <dgm:chPref val="3"/>
        </dgm:presLayoutVars>
      </dgm:prSet>
      <dgm:spPr/>
    </dgm:pt>
    <dgm:pt modelId="{2D6AE69E-8E17-334C-841A-7A461D322474}" type="pres">
      <dgm:prSet presAssocID="{21AEC93E-10EF-2248-BAA7-471FF3DAD594}" presName="level3hierChild" presStyleCnt="0"/>
      <dgm:spPr/>
    </dgm:pt>
    <dgm:pt modelId="{21853E6C-09A6-0846-B215-1EE3595BD038}" type="pres">
      <dgm:prSet presAssocID="{DD44526C-5862-9E4D-B986-A2671D5A3284}" presName="conn2-1" presStyleLbl="parChTrans1D3" presStyleIdx="2" presStyleCnt="10"/>
      <dgm:spPr/>
    </dgm:pt>
    <dgm:pt modelId="{3FB95271-4D67-E04E-BC3A-2E877B0950DF}" type="pres">
      <dgm:prSet presAssocID="{DD44526C-5862-9E4D-B986-A2671D5A3284}" presName="connTx" presStyleLbl="parChTrans1D3" presStyleIdx="2" presStyleCnt="10"/>
      <dgm:spPr/>
    </dgm:pt>
    <dgm:pt modelId="{53DCC9C2-B2AE-A847-A6E8-98E2D2F45129}" type="pres">
      <dgm:prSet presAssocID="{192A8146-1FC1-FE46-A91F-43E3E23AD810}" presName="root2" presStyleCnt="0"/>
      <dgm:spPr/>
    </dgm:pt>
    <dgm:pt modelId="{89AF4504-E3B0-E74B-A7E6-24C6B51BBC78}" type="pres">
      <dgm:prSet presAssocID="{192A8146-1FC1-FE46-A91F-43E3E23AD810}" presName="LevelTwoTextNode" presStyleLbl="node3" presStyleIdx="2" presStyleCnt="10">
        <dgm:presLayoutVars>
          <dgm:chPref val="3"/>
        </dgm:presLayoutVars>
      </dgm:prSet>
      <dgm:spPr/>
    </dgm:pt>
    <dgm:pt modelId="{D76D707C-DF18-AB46-B752-BDF3643A5551}" type="pres">
      <dgm:prSet presAssocID="{192A8146-1FC1-FE46-A91F-43E3E23AD810}" presName="level3hierChild" presStyleCnt="0"/>
      <dgm:spPr/>
    </dgm:pt>
    <dgm:pt modelId="{B598DCFB-4E47-4B1E-8464-C7435B5A7B3D}" type="pres">
      <dgm:prSet presAssocID="{7C5E8CC8-4335-4728-9C05-21CDE2F00AE3}" presName="conn2-1" presStyleLbl="parChTrans1D3" presStyleIdx="3" presStyleCnt="10"/>
      <dgm:spPr/>
    </dgm:pt>
    <dgm:pt modelId="{9EE9CAAF-7974-46B4-95F7-013773A4892C}" type="pres">
      <dgm:prSet presAssocID="{7C5E8CC8-4335-4728-9C05-21CDE2F00AE3}" presName="connTx" presStyleLbl="parChTrans1D3" presStyleIdx="3" presStyleCnt="10"/>
      <dgm:spPr/>
    </dgm:pt>
    <dgm:pt modelId="{D9A93158-A388-46A1-8549-B220290BCF27}" type="pres">
      <dgm:prSet presAssocID="{64098CEC-8EB6-4C0E-AA7A-FE953DAE522B}" presName="root2" presStyleCnt="0"/>
      <dgm:spPr/>
    </dgm:pt>
    <dgm:pt modelId="{92B75B63-29F7-4467-8580-FA42652E4685}" type="pres">
      <dgm:prSet presAssocID="{64098CEC-8EB6-4C0E-AA7A-FE953DAE522B}" presName="LevelTwoTextNode" presStyleLbl="node3" presStyleIdx="3" presStyleCnt="10">
        <dgm:presLayoutVars>
          <dgm:chPref val="3"/>
        </dgm:presLayoutVars>
      </dgm:prSet>
      <dgm:spPr/>
    </dgm:pt>
    <dgm:pt modelId="{A1E08B60-58A9-44FD-9ECA-92BC60DFBF51}" type="pres">
      <dgm:prSet presAssocID="{64098CEC-8EB6-4C0E-AA7A-FE953DAE522B}" presName="level3hierChild" presStyleCnt="0"/>
      <dgm:spPr/>
    </dgm:pt>
    <dgm:pt modelId="{D1FCD139-6D6F-784F-9C47-4FA36D718A13}" type="pres">
      <dgm:prSet presAssocID="{730FDD79-31E4-A540-AD2A-E05DCD8BCB9C}" presName="conn2-1" presStyleLbl="parChTrans1D2" presStyleIdx="1" presStyleCnt="7"/>
      <dgm:spPr/>
    </dgm:pt>
    <dgm:pt modelId="{06CC7D5B-CB93-244F-99BD-75F34630EA23}" type="pres">
      <dgm:prSet presAssocID="{730FDD79-31E4-A540-AD2A-E05DCD8BCB9C}" presName="connTx" presStyleLbl="parChTrans1D2" presStyleIdx="1" presStyleCnt="7"/>
      <dgm:spPr/>
    </dgm:pt>
    <dgm:pt modelId="{8E2C3DF9-D64B-9244-891C-A9A642B3FCF1}" type="pres">
      <dgm:prSet presAssocID="{BD37D257-B5BC-3249-9F0F-383BB3A3394B}" presName="root2" presStyleCnt="0"/>
      <dgm:spPr/>
    </dgm:pt>
    <dgm:pt modelId="{7C084C13-1EC0-FC43-9CB6-1840F237B0BA}" type="pres">
      <dgm:prSet presAssocID="{BD37D257-B5BC-3249-9F0F-383BB3A3394B}" presName="LevelTwoTextNode" presStyleLbl="node2" presStyleIdx="1" presStyleCnt="7" custLinFactNeighborX="67494" custLinFactNeighborY="-65798">
        <dgm:presLayoutVars>
          <dgm:chPref val="3"/>
        </dgm:presLayoutVars>
      </dgm:prSet>
      <dgm:spPr/>
    </dgm:pt>
    <dgm:pt modelId="{063D845C-7581-8C42-AFDE-55E5075C3531}" type="pres">
      <dgm:prSet presAssocID="{BD37D257-B5BC-3249-9F0F-383BB3A3394B}" presName="level3hierChild" presStyleCnt="0"/>
      <dgm:spPr/>
    </dgm:pt>
    <dgm:pt modelId="{CB5FA648-4E11-E14A-834D-A876777D95F5}" type="pres">
      <dgm:prSet presAssocID="{1401DAC5-CD8E-2840-9B7D-3E47377ADB4D}" presName="conn2-1" presStyleLbl="parChTrans1D3" presStyleIdx="4" presStyleCnt="10"/>
      <dgm:spPr/>
    </dgm:pt>
    <dgm:pt modelId="{C8CA856E-3A6D-844D-93D7-DE22D9FA71D6}" type="pres">
      <dgm:prSet presAssocID="{1401DAC5-CD8E-2840-9B7D-3E47377ADB4D}" presName="connTx" presStyleLbl="parChTrans1D3" presStyleIdx="4" presStyleCnt="10"/>
      <dgm:spPr/>
    </dgm:pt>
    <dgm:pt modelId="{97CE5C1D-A8CD-4F44-9069-D6C12694EC74}" type="pres">
      <dgm:prSet presAssocID="{78C81E9A-3702-8241-A0BA-DFDE37DE6628}" presName="root2" presStyleCnt="0"/>
      <dgm:spPr/>
    </dgm:pt>
    <dgm:pt modelId="{4CF15B44-1435-164F-9836-94E02EC8AE60}" type="pres">
      <dgm:prSet presAssocID="{78C81E9A-3702-8241-A0BA-DFDE37DE6628}" presName="LevelTwoTextNode" presStyleLbl="node3" presStyleIdx="4" presStyleCnt="10" custLinFactX="100000" custLinFactNeighborX="101508" custLinFactNeighborY="-11682">
        <dgm:presLayoutVars>
          <dgm:chPref val="3"/>
        </dgm:presLayoutVars>
      </dgm:prSet>
      <dgm:spPr/>
    </dgm:pt>
    <dgm:pt modelId="{9DD2C4EB-DC2D-8D44-B7D8-58A2A1334ABE}" type="pres">
      <dgm:prSet presAssocID="{78C81E9A-3702-8241-A0BA-DFDE37DE6628}" presName="level3hierChild" presStyleCnt="0"/>
      <dgm:spPr/>
    </dgm:pt>
    <dgm:pt modelId="{C5FFDC63-3DDF-4444-81BF-22EBDAE1DE24}" type="pres">
      <dgm:prSet presAssocID="{EAEF3FD0-3F7A-1846-913F-35A1F560313A}" presName="conn2-1" presStyleLbl="parChTrans1D3" presStyleIdx="5" presStyleCnt="10"/>
      <dgm:spPr/>
    </dgm:pt>
    <dgm:pt modelId="{AE682E2C-1432-8446-A6D4-5936B92DFB2F}" type="pres">
      <dgm:prSet presAssocID="{EAEF3FD0-3F7A-1846-913F-35A1F560313A}" presName="connTx" presStyleLbl="parChTrans1D3" presStyleIdx="5" presStyleCnt="10"/>
      <dgm:spPr/>
    </dgm:pt>
    <dgm:pt modelId="{F8440920-C8D6-A444-A8CB-EC7882955C94}" type="pres">
      <dgm:prSet presAssocID="{AE471B4D-090D-4D4C-9F45-BC7291EEAFF3}" presName="root2" presStyleCnt="0"/>
      <dgm:spPr/>
    </dgm:pt>
    <dgm:pt modelId="{45933253-3760-0E47-A2F1-5B06D2D95AFB}" type="pres">
      <dgm:prSet presAssocID="{AE471B4D-090D-4D4C-9F45-BC7291EEAFF3}" presName="LevelTwoTextNode" presStyleLbl="node3" presStyleIdx="5" presStyleCnt="10" custLinFactX="100000" custLinFactNeighborX="103031" custLinFactNeighborY="-14275">
        <dgm:presLayoutVars>
          <dgm:chPref val="3"/>
        </dgm:presLayoutVars>
      </dgm:prSet>
      <dgm:spPr/>
    </dgm:pt>
    <dgm:pt modelId="{429C5A04-817E-2340-ADEF-DD57CEF2FD6D}" type="pres">
      <dgm:prSet presAssocID="{AE471B4D-090D-4D4C-9F45-BC7291EEAFF3}" presName="level3hierChild" presStyleCnt="0"/>
      <dgm:spPr/>
    </dgm:pt>
    <dgm:pt modelId="{5C34E443-D457-5741-A467-DF65DC05246E}" type="pres">
      <dgm:prSet presAssocID="{EA34BEBD-B95C-2346-B6F1-A7699EF0C0C8}" presName="conn2-1" presStyleLbl="parChTrans1D3" presStyleIdx="6" presStyleCnt="10"/>
      <dgm:spPr/>
    </dgm:pt>
    <dgm:pt modelId="{CAE14276-1B66-DD44-B9F8-5A903236F4EB}" type="pres">
      <dgm:prSet presAssocID="{EA34BEBD-B95C-2346-B6F1-A7699EF0C0C8}" presName="connTx" presStyleLbl="parChTrans1D3" presStyleIdx="6" presStyleCnt="10"/>
      <dgm:spPr/>
    </dgm:pt>
    <dgm:pt modelId="{ADA80071-DF10-564B-B88B-BC76469524CD}" type="pres">
      <dgm:prSet presAssocID="{70947D1F-C333-5943-BC79-B9E0B4DD9BD0}" presName="root2" presStyleCnt="0"/>
      <dgm:spPr/>
    </dgm:pt>
    <dgm:pt modelId="{6304C632-0F9C-2D4F-B9B3-A3D89F2433FF}" type="pres">
      <dgm:prSet presAssocID="{70947D1F-C333-5943-BC79-B9E0B4DD9BD0}" presName="LevelTwoTextNode" presStyleLbl="node3" presStyleIdx="6" presStyleCnt="10" custLinFactX="100000" custLinFactNeighborX="103031" custLinFactNeighborY="-14275">
        <dgm:presLayoutVars>
          <dgm:chPref val="3"/>
        </dgm:presLayoutVars>
      </dgm:prSet>
      <dgm:spPr/>
    </dgm:pt>
    <dgm:pt modelId="{0CBD0A0B-F3E4-8D4E-B946-9DC95B2F8F78}" type="pres">
      <dgm:prSet presAssocID="{70947D1F-C333-5943-BC79-B9E0B4DD9BD0}" presName="level3hierChild" presStyleCnt="0"/>
      <dgm:spPr/>
    </dgm:pt>
    <dgm:pt modelId="{158E23EA-CE60-E14C-BF52-1DF6BBD9E796}" type="pres">
      <dgm:prSet presAssocID="{FAB53536-FE09-2E43-B4E0-9E82CAE88794}" presName="conn2-1" presStyleLbl="parChTrans1D3" presStyleIdx="7" presStyleCnt="10"/>
      <dgm:spPr/>
    </dgm:pt>
    <dgm:pt modelId="{BA8AD03B-3D5D-DD49-AE6A-DE8D24E7296E}" type="pres">
      <dgm:prSet presAssocID="{FAB53536-FE09-2E43-B4E0-9E82CAE88794}" presName="connTx" presStyleLbl="parChTrans1D3" presStyleIdx="7" presStyleCnt="10"/>
      <dgm:spPr/>
    </dgm:pt>
    <dgm:pt modelId="{1723F4E3-56FC-264E-A3DF-D52508AE2C87}" type="pres">
      <dgm:prSet presAssocID="{77171351-7247-6549-AEDC-4A10CA6CAFC8}" presName="root2" presStyleCnt="0"/>
      <dgm:spPr/>
    </dgm:pt>
    <dgm:pt modelId="{44D297E0-4B94-6C4F-8EF0-D58159D819E3}" type="pres">
      <dgm:prSet presAssocID="{77171351-7247-6549-AEDC-4A10CA6CAFC8}" presName="LevelTwoTextNode" presStyleLbl="node3" presStyleIdx="7" presStyleCnt="10" custLinFactX="100000" custLinFactNeighborX="103031" custLinFactNeighborY="-14275">
        <dgm:presLayoutVars>
          <dgm:chPref val="3"/>
        </dgm:presLayoutVars>
      </dgm:prSet>
      <dgm:spPr/>
    </dgm:pt>
    <dgm:pt modelId="{1477A3FE-80F9-FD41-8324-A5CDC8655697}" type="pres">
      <dgm:prSet presAssocID="{77171351-7247-6549-AEDC-4A10CA6CAFC8}" presName="level3hierChild" presStyleCnt="0"/>
      <dgm:spPr/>
    </dgm:pt>
    <dgm:pt modelId="{6959F4E7-EFF8-0E48-8475-23E726E068E5}" type="pres">
      <dgm:prSet presAssocID="{BAB1E7D9-0A95-654C-897D-1F922744F876}" presName="conn2-1" presStyleLbl="parChTrans1D2" presStyleIdx="2" presStyleCnt="7"/>
      <dgm:spPr/>
    </dgm:pt>
    <dgm:pt modelId="{7851E23B-1CDB-7943-AA90-0842FFC1BAF7}" type="pres">
      <dgm:prSet presAssocID="{BAB1E7D9-0A95-654C-897D-1F922744F876}" presName="connTx" presStyleLbl="parChTrans1D2" presStyleIdx="2" presStyleCnt="7"/>
      <dgm:spPr/>
    </dgm:pt>
    <dgm:pt modelId="{6EFC072E-B9C3-F24F-A62C-3CA3ED88C3EC}" type="pres">
      <dgm:prSet presAssocID="{8EB92ECA-884C-D24E-9084-9733FF28652D}" presName="root2" presStyleCnt="0"/>
      <dgm:spPr/>
    </dgm:pt>
    <dgm:pt modelId="{648A2B67-A238-BE48-B8CB-6A4D32D3E6C9}" type="pres">
      <dgm:prSet presAssocID="{8EB92ECA-884C-D24E-9084-9733FF28652D}" presName="LevelTwoTextNode" presStyleLbl="node2" presStyleIdx="2" presStyleCnt="7" custLinFactX="-12619" custLinFactNeighborX="-100000" custLinFactNeighborY="-34896">
        <dgm:presLayoutVars>
          <dgm:chPref val="3"/>
        </dgm:presLayoutVars>
      </dgm:prSet>
      <dgm:spPr/>
    </dgm:pt>
    <dgm:pt modelId="{2329DC19-7E35-A440-A0B7-457500E725EF}" type="pres">
      <dgm:prSet presAssocID="{8EB92ECA-884C-D24E-9084-9733FF28652D}" presName="level3hierChild" presStyleCnt="0"/>
      <dgm:spPr/>
    </dgm:pt>
    <dgm:pt modelId="{03905061-E7D7-6047-96A4-168261485A02}" type="pres">
      <dgm:prSet presAssocID="{60E9899B-C1ED-524D-BE63-AD2BAC0B7D17}" presName="conn2-1" presStyleLbl="parChTrans1D2" presStyleIdx="3" presStyleCnt="7"/>
      <dgm:spPr/>
    </dgm:pt>
    <dgm:pt modelId="{E8396F3A-C2AA-014A-92D6-49EEB40145AD}" type="pres">
      <dgm:prSet presAssocID="{60E9899B-C1ED-524D-BE63-AD2BAC0B7D17}" presName="connTx" presStyleLbl="parChTrans1D2" presStyleIdx="3" presStyleCnt="7"/>
      <dgm:spPr/>
    </dgm:pt>
    <dgm:pt modelId="{4484AA07-237C-1C42-BA11-27256F74BFFB}" type="pres">
      <dgm:prSet presAssocID="{4088C430-0F36-DE40-B160-07F24E10844A}" presName="root2" presStyleCnt="0"/>
      <dgm:spPr/>
    </dgm:pt>
    <dgm:pt modelId="{5CEEF364-42A6-F945-8CDA-C1B3E5DCC967}" type="pres">
      <dgm:prSet presAssocID="{4088C430-0F36-DE40-B160-07F24E10844A}" presName="LevelTwoTextNode" presStyleLbl="node2" presStyleIdx="3" presStyleCnt="7">
        <dgm:presLayoutVars>
          <dgm:chPref val="3"/>
        </dgm:presLayoutVars>
      </dgm:prSet>
      <dgm:spPr/>
    </dgm:pt>
    <dgm:pt modelId="{D67BFA00-2963-C84B-8848-261413A77ADE}" type="pres">
      <dgm:prSet presAssocID="{4088C430-0F36-DE40-B160-07F24E10844A}" presName="level3hierChild" presStyleCnt="0"/>
      <dgm:spPr/>
    </dgm:pt>
    <dgm:pt modelId="{A740A239-9D4A-5F40-AC0C-349E62287346}" type="pres">
      <dgm:prSet presAssocID="{9F9D171F-6E98-3941-8AD7-4E28FE80D23C}" presName="conn2-1" presStyleLbl="parChTrans1D3" presStyleIdx="8" presStyleCnt="10"/>
      <dgm:spPr/>
    </dgm:pt>
    <dgm:pt modelId="{EAF9530B-7C49-A34A-A5C0-0C38FCE862FF}" type="pres">
      <dgm:prSet presAssocID="{9F9D171F-6E98-3941-8AD7-4E28FE80D23C}" presName="connTx" presStyleLbl="parChTrans1D3" presStyleIdx="8" presStyleCnt="10"/>
      <dgm:spPr/>
    </dgm:pt>
    <dgm:pt modelId="{52EC038E-5788-6248-95C4-B66084A22010}" type="pres">
      <dgm:prSet presAssocID="{4298479D-5006-3C43-9BB1-D971D99EACFC}" presName="root2" presStyleCnt="0"/>
      <dgm:spPr/>
    </dgm:pt>
    <dgm:pt modelId="{4761240C-11C7-B44F-A5E8-7E233FAB18ED}" type="pres">
      <dgm:prSet presAssocID="{4298479D-5006-3C43-9BB1-D971D99EACFC}" presName="LevelTwoTextNode" presStyleLbl="node3" presStyleIdx="8" presStyleCnt="10" custLinFactNeighborX="30138" custLinFactNeighborY="-3172">
        <dgm:presLayoutVars>
          <dgm:chPref val="3"/>
        </dgm:presLayoutVars>
      </dgm:prSet>
      <dgm:spPr/>
    </dgm:pt>
    <dgm:pt modelId="{220F4AE2-3D98-4B46-9040-DC14120C5919}" type="pres">
      <dgm:prSet presAssocID="{4298479D-5006-3C43-9BB1-D971D99EACFC}" presName="level3hierChild" presStyleCnt="0"/>
      <dgm:spPr/>
    </dgm:pt>
    <dgm:pt modelId="{95A1EAA3-A1CB-6D48-A330-30EF6D631CD3}" type="pres">
      <dgm:prSet presAssocID="{434F1760-A9B3-804B-95AC-647E014725E0}" presName="conn2-1" presStyleLbl="parChTrans1D2" presStyleIdx="4" presStyleCnt="7"/>
      <dgm:spPr/>
    </dgm:pt>
    <dgm:pt modelId="{A67032D2-83F5-E740-93CA-8792BB0D05F0}" type="pres">
      <dgm:prSet presAssocID="{434F1760-A9B3-804B-95AC-647E014725E0}" presName="connTx" presStyleLbl="parChTrans1D2" presStyleIdx="4" presStyleCnt="7"/>
      <dgm:spPr/>
    </dgm:pt>
    <dgm:pt modelId="{2C882B30-F8FE-6044-A075-FF1B6FC6B253}" type="pres">
      <dgm:prSet presAssocID="{14CF01E7-094A-A54B-B261-F740E77D971A}" presName="root2" presStyleCnt="0"/>
      <dgm:spPr/>
    </dgm:pt>
    <dgm:pt modelId="{05FF1A96-B645-E142-9192-1AC270D47D3D}" type="pres">
      <dgm:prSet presAssocID="{14CF01E7-094A-A54B-B261-F740E77D971A}" presName="LevelTwoTextNode" presStyleLbl="node2" presStyleIdx="4" presStyleCnt="7">
        <dgm:presLayoutVars>
          <dgm:chPref val="3"/>
        </dgm:presLayoutVars>
      </dgm:prSet>
      <dgm:spPr/>
    </dgm:pt>
    <dgm:pt modelId="{AAC8773E-C6E4-8B4A-AAE6-26561E9E099B}" type="pres">
      <dgm:prSet presAssocID="{14CF01E7-094A-A54B-B261-F740E77D971A}" presName="level3hierChild" presStyleCnt="0"/>
      <dgm:spPr/>
    </dgm:pt>
    <dgm:pt modelId="{C140A6ED-64B6-B949-A140-6530B16EB80E}" type="pres">
      <dgm:prSet presAssocID="{B8293E36-B90C-1841-893B-5E8361CB0D5E}" presName="conn2-1" presStyleLbl="parChTrans1D3" presStyleIdx="9" presStyleCnt="10"/>
      <dgm:spPr/>
    </dgm:pt>
    <dgm:pt modelId="{3353FFCE-1C2C-0D42-9E0D-336D5E21AEF8}" type="pres">
      <dgm:prSet presAssocID="{B8293E36-B90C-1841-893B-5E8361CB0D5E}" presName="connTx" presStyleLbl="parChTrans1D3" presStyleIdx="9" presStyleCnt="10"/>
      <dgm:spPr/>
    </dgm:pt>
    <dgm:pt modelId="{17087B8F-8D62-4342-8AFC-D050426E3313}" type="pres">
      <dgm:prSet presAssocID="{08DE33C2-C9CE-514F-80F9-280C1524DC4D}" presName="root2" presStyleCnt="0"/>
      <dgm:spPr/>
    </dgm:pt>
    <dgm:pt modelId="{9AD05E47-6C2D-E34D-BD84-C897F6A74828}" type="pres">
      <dgm:prSet presAssocID="{08DE33C2-C9CE-514F-80F9-280C1524DC4D}" presName="LevelTwoTextNode" presStyleLbl="node3" presStyleIdx="9" presStyleCnt="10" custLinFactNeighborX="30137" custLinFactNeighborY="-3172">
        <dgm:presLayoutVars>
          <dgm:chPref val="3"/>
        </dgm:presLayoutVars>
      </dgm:prSet>
      <dgm:spPr/>
    </dgm:pt>
    <dgm:pt modelId="{75A0E84A-2D9B-004D-B5C8-B38EBE1F2104}" type="pres">
      <dgm:prSet presAssocID="{08DE33C2-C9CE-514F-80F9-280C1524DC4D}" presName="level3hierChild" presStyleCnt="0"/>
      <dgm:spPr/>
    </dgm:pt>
    <dgm:pt modelId="{E68C944F-E299-944F-B6C5-A0BA7EBF2414}" type="pres">
      <dgm:prSet presAssocID="{28E19FE8-09E0-DD44-8112-98F6736C9F51}" presName="conn2-1" presStyleLbl="parChTrans1D2" presStyleIdx="5" presStyleCnt="7"/>
      <dgm:spPr/>
    </dgm:pt>
    <dgm:pt modelId="{BD302312-DECF-ED4C-B4C1-8362298845FC}" type="pres">
      <dgm:prSet presAssocID="{28E19FE8-09E0-DD44-8112-98F6736C9F51}" presName="connTx" presStyleLbl="parChTrans1D2" presStyleIdx="5" presStyleCnt="7"/>
      <dgm:spPr/>
    </dgm:pt>
    <dgm:pt modelId="{C781BDDC-B1BA-1441-B5FF-86EF2A56C47F}" type="pres">
      <dgm:prSet presAssocID="{B6C6DE76-6000-C849-9216-12A5A773A107}" presName="root2" presStyleCnt="0"/>
      <dgm:spPr/>
    </dgm:pt>
    <dgm:pt modelId="{A8470588-FE0F-5D48-9C98-1249FABDFD23}" type="pres">
      <dgm:prSet presAssocID="{B6C6DE76-6000-C849-9216-12A5A773A107}" presName="LevelTwoTextNode" presStyleLbl="node2" presStyleIdx="5" presStyleCnt="7">
        <dgm:presLayoutVars>
          <dgm:chPref val="3"/>
        </dgm:presLayoutVars>
      </dgm:prSet>
      <dgm:spPr/>
    </dgm:pt>
    <dgm:pt modelId="{17E3E3DC-52D8-704D-A68C-89D2DB03A511}" type="pres">
      <dgm:prSet presAssocID="{B6C6DE76-6000-C849-9216-12A5A773A107}" presName="level3hierChild" presStyleCnt="0"/>
      <dgm:spPr/>
    </dgm:pt>
    <dgm:pt modelId="{76CBE1CE-740B-2B48-8DC6-3F19D5015878}" type="pres">
      <dgm:prSet presAssocID="{3A3B8177-BB1E-A244-B79E-32128EC84225}" presName="conn2-1" presStyleLbl="parChTrans1D2" presStyleIdx="6" presStyleCnt="7"/>
      <dgm:spPr/>
    </dgm:pt>
    <dgm:pt modelId="{48BFD630-3182-FE43-A539-4771250FCB13}" type="pres">
      <dgm:prSet presAssocID="{3A3B8177-BB1E-A244-B79E-32128EC84225}" presName="connTx" presStyleLbl="parChTrans1D2" presStyleIdx="6" presStyleCnt="7"/>
      <dgm:spPr/>
    </dgm:pt>
    <dgm:pt modelId="{97575F46-FA72-E84D-AE2A-BD0DA1F97B1E}" type="pres">
      <dgm:prSet presAssocID="{D57B837D-90E9-2E4F-8791-F7514BEF4F5D}" presName="root2" presStyleCnt="0"/>
      <dgm:spPr/>
    </dgm:pt>
    <dgm:pt modelId="{EBEBBE9E-FE62-CA4B-AFB5-B69C966E067D}" type="pres">
      <dgm:prSet presAssocID="{D57B837D-90E9-2E4F-8791-F7514BEF4F5D}" presName="LevelTwoTextNode" presStyleLbl="node2" presStyleIdx="6" presStyleCnt="7">
        <dgm:presLayoutVars>
          <dgm:chPref val="3"/>
        </dgm:presLayoutVars>
      </dgm:prSet>
      <dgm:spPr/>
    </dgm:pt>
    <dgm:pt modelId="{018F4998-5F0B-1144-8EA3-2FEA8760FBB0}" type="pres">
      <dgm:prSet presAssocID="{D57B837D-90E9-2E4F-8791-F7514BEF4F5D}" presName="level3hierChild" presStyleCnt="0"/>
      <dgm:spPr/>
    </dgm:pt>
  </dgm:ptLst>
  <dgm:cxnLst>
    <dgm:cxn modelId="{9A244502-4E77-411E-BCF9-4FABEBEA9E60}" type="presOf" srcId="{64098CEC-8EB6-4C0E-AA7A-FE953DAE522B}" destId="{92B75B63-29F7-4467-8580-FA42652E4685}" srcOrd="0" destOrd="0" presId="urn:microsoft.com/office/officeart/2005/8/layout/hierarchy2"/>
    <dgm:cxn modelId="{15D21209-EF87-7C4A-891C-6C352E57D274}" type="presOf" srcId="{21AEC93E-10EF-2248-BAA7-471FF3DAD594}" destId="{1029C14D-9201-954F-8804-018501C885F5}" srcOrd="0" destOrd="0" presId="urn:microsoft.com/office/officeart/2005/8/layout/hierarchy2"/>
    <dgm:cxn modelId="{22BA7D11-3E96-4D79-A05F-CF610F5BC284}" type="presOf" srcId="{7C5E8CC8-4335-4728-9C05-21CDE2F00AE3}" destId="{9EE9CAAF-7974-46B4-95F7-013773A4892C}" srcOrd="1" destOrd="0" presId="urn:microsoft.com/office/officeart/2005/8/layout/hierarchy2"/>
    <dgm:cxn modelId="{40911212-BC5D-FB4F-989D-6C479FBD7828}" type="presOf" srcId="{9F9D171F-6E98-3941-8AD7-4E28FE80D23C}" destId="{EAF9530B-7C49-A34A-A5C0-0C38FCE862FF}" srcOrd="1" destOrd="0" presId="urn:microsoft.com/office/officeart/2005/8/layout/hierarchy2"/>
    <dgm:cxn modelId="{E65B5A13-48FB-A842-8BF2-43F00CE3C0AA}" srcId="{2B67AFE8-C1E5-F34C-A06F-FEB3589F744C}" destId="{D57B837D-90E9-2E4F-8791-F7514BEF4F5D}" srcOrd="6" destOrd="0" parTransId="{3A3B8177-BB1E-A244-B79E-32128EC84225}" sibTransId="{5ED649E7-4254-B64F-9826-1DED3AEEF2F2}"/>
    <dgm:cxn modelId="{049FC219-6DB4-C045-9E03-8821ADF95647}" type="presOf" srcId="{28E19FE8-09E0-DD44-8112-98F6736C9F51}" destId="{BD302312-DECF-ED4C-B4C1-8362298845FC}" srcOrd="1" destOrd="0" presId="urn:microsoft.com/office/officeart/2005/8/layout/hierarchy2"/>
    <dgm:cxn modelId="{A5C8111C-8244-294D-B78E-BEEB67B5DE16}" srcId="{2B67AFE8-C1E5-F34C-A06F-FEB3589F744C}" destId="{8EB92ECA-884C-D24E-9084-9733FF28652D}" srcOrd="2" destOrd="0" parTransId="{BAB1E7D9-0A95-654C-897D-1F922744F876}" sibTransId="{3141BFA7-B3EE-0045-A6EC-FEC63D0C6F9A}"/>
    <dgm:cxn modelId="{A6993E1D-D71E-A847-B8DB-286154AE7269}" type="presOf" srcId="{D47B9296-4E69-CA47-BD90-378ABA2E1064}" destId="{750BB338-2F36-C445-B857-2773F9A5521E}" srcOrd="1" destOrd="0" presId="urn:microsoft.com/office/officeart/2005/8/layout/hierarchy2"/>
    <dgm:cxn modelId="{E538A323-6B2E-AB48-8105-6CE0DD720DDA}" type="presOf" srcId="{434F1760-A9B3-804B-95AC-647E014725E0}" destId="{A67032D2-83F5-E740-93CA-8792BB0D05F0}" srcOrd="1" destOrd="0" presId="urn:microsoft.com/office/officeart/2005/8/layout/hierarchy2"/>
    <dgm:cxn modelId="{27138526-3FDF-404F-97C0-AAEC160F393F}" type="presOf" srcId="{4298479D-5006-3C43-9BB1-D971D99EACFC}" destId="{4761240C-11C7-B44F-A5E8-7E233FAB18ED}" srcOrd="0" destOrd="0" presId="urn:microsoft.com/office/officeart/2005/8/layout/hierarchy2"/>
    <dgm:cxn modelId="{F385C326-A93D-4798-B339-9B4D8643CFDC}" type="presOf" srcId="{7C5E8CC8-4335-4728-9C05-21CDE2F00AE3}" destId="{B598DCFB-4E47-4B1E-8464-C7435B5A7B3D}" srcOrd="0" destOrd="0" presId="urn:microsoft.com/office/officeart/2005/8/layout/hierarchy2"/>
    <dgm:cxn modelId="{F9A2352D-BF13-364F-B2C3-39F4BC84EB42}" type="presOf" srcId="{619A6F7A-E08C-9342-AA23-242D33E89CE5}" destId="{3E058846-4355-274F-9681-23E7C556162B}" srcOrd="1" destOrd="0" presId="urn:microsoft.com/office/officeart/2005/8/layout/hierarchy2"/>
    <dgm:cxn modelId="{2E5E822D-ADB7-9940-8E70-0BB62ADFD882}" type="presOf" srcId="{AD3629F4-4BC7-4342-82E4-60CE6435F6E4}" destId="{817A2E25-AB7F-5844-A7B0-90E467FAC74B}" srcOrd="1" destOrd="0" presId="urn:microsoft.com/office/officeart/2005/8/layout/hierarchy2"/>
    <dgm:cxn modelId="{5FF9C52D-4D5E-D541-A915-65B2AD10B19B}" type="presOf" srcId="{461BB58D-3A5F-904E-B58B-9F9636FE908A}" destId="{7782E4F8-F217-2D44-A33D-17384735247D}" srcOrd="0" destOrd="0" presId="urn:microsoft.com/office/officeart/2005/8/layout/hierarchy2"/>
    <dgm:cxn modelId="{45F7D930-3C41-9442-ACD9-9EB0086AA238}" type="presOf" srcId="{08DE33C2-C9CE-514F-80F9-280C1524DC4D}" destId="{9AD05E47-6C2D-E34D-BD84-C897F6A74828}" srcOrd="0" destOrd="0" presId="urn:microsoft.com/office/officeart/2005/8/layout/hierarchy2"/>
    <dgm:cxn modelId="{C6578635-E8D9-9D4A-A425-C9FE70AC8DF5}" type="presOf" srcId="{EA34BEBD-B95C-2346-B6F1-A7699EF0C0C8}" destId="{5C34E443-D457-5741-A467-DF65DC05246E}" srcOrd="0" destOrd="0" presId="urn:microsoft.com/office/officeart/2005/8/layout/hierarchy2"/>
    <dgm:cxn modelId="{BA004B39-2DA0-4142-A61E-2CB5940668F5}" srcId="{BD37D257-B5BC-3249-9F0F-383BB3A3394B}" destId="{78C81E9A-3702-8241-A0BA-DFDE37DE6628}" srcOrd="0" destOrd="0" parTransId="{1401DAC5-CD8E-2840-9B7D-3E47377ADB4D}" sibTransId="{A24E3FD6-189C-3149-9ECE-9EABFA0181AC}"/>
    <dgm:cxn modelId="{89DDF33A-A974-114F-82E4-B828C299416D}" type="presOf" srcId="{EA34BEBD-B95C-2346-B6F1-A7699EF0C0C8}" destId="{CAE14276-1B66-DD44-B9F8-5A903236F4EB}" srcOrd="1" destOrd="0" presId="urn:microsoft.com/office/officeart/2005/8/layout/hierarchy2"/>
    <dgm:cxn modelId="{7783823C-4DA7-324E-AF08-EE46F7D1F15C}" srcId="{14CF01E7-094A-A54B-B261-F740E77D971A}" destId="{08DE33C2-C9CE-514F-80F9-280C1524DC4D}" srcOrd="0" destOrd="0" parTransId="{B8293E36-B90C-1841-893B-5E8361CB0D5E}" sibTransId="{EA472F82-785D-394C-B6F6-096DAF4C8EF4}"/>
    <dgm:cxn modelId="{E4AE9040-827A-904A-9323-3FA1DA2D18ED}" type="presOf" srcId="{3A3B8177-BB1E-A244-B79E-32128EC84225}" destId="{48BFD630-3182-FE43-A539-4771250FCB13}" srcOrd="1" destOrd="0" presId="urn:microsoft.com/office/officeart/2005/8/layout/hierarchy2"/>
    <dgm:cxn modelId="{E77E7F5E-AD02-984B-8FC4-7702792EF652}" type="presOf" srcId="{D57B837D-90E9-2E4F-8791-F7514BEF4F5D}" destId="{EBEBBE9E-FE62-CA4B-AFB5-B69C966E067D}" srcOrd="0" destOrd="0" presId="urn:microsoft.com/office/officeart/2005/8/layout/hierarchy2"/>
    <dgm:cxn modelId="{58206D60-0626-9E45-A50D-B04BF998F79A}" srcId="{BD37D257-B5BC-3249-9F0F-383BB3A3394B}" destId="{77171351-7247-6549-AEDC-4A10CA6CAFC8}" srcOrd="3" destOrd="0" parTransId="{FAB53536-FE09-2E43-B4E0-9E82CAE88794}" sibTransId="{C25EF818-9E67-9347-BBA5-E7D37BF51E39}"/>
    <dgm:cxn modelId="{B9B92365-AFE8-C947-BABB-7E40519FD48F}" type="presOf" srcId="{EAEF3FD0-3F7A-1846-913F-35A1F560313A}" destId="{AE682E2C-1432-8446-A6D4-5936B92DFB2F}" srcOrd="1" destOrd="0" presId="urn:microsoft.com/office/officeart/2005/8/layout/hierarchy2"/>
    <dgm:cxn modelId="{E20E534A-DEF6-F14B-803A-E190624EA46D}" type="presOf" srcId="{77171351-7247-6549-AEDC-4A10CA6CAFC8}" destId="{44D297E0-4B94-6C4F-8EF0-D58159D819E3}" srcOrd="0" destOrd="0" presId="urn:microsoft.com/office/officeart/2005/8/layout/hierarchy2"/>
    <dgm:cxn modelId="{A67E024B-5633-E14F-8D3D-DB395D7FBA21}" type="presOf" srcId="{AE471B4D-090D-4D4C-9F45-BC7291EEAFF3}" destId="{45933253-3760-0E47-A2F1-5B06D2D95AFB}" srcOrd="0" destOrd="0" presId="urn:microsoft.com/office/officeart/2005/8/layout/hierarchy2"/>
    <dgm:cxn modelId="{18E6764E-E479-7441-8E89-65F14129BEAF}" type="presOf" srcId="{EAEF3FD0-3F7A-1846-913F-35A1F560313A}" destId="{C5FFDC63-3DDF-4444-81BF-22EBDAE1DE24}" srcOrd="0" destOrd="0" presId="urn:microsoft.com/office/officeart/2005/8/layout/hierarchy2"/>
    <dgm:cxn modelId="{49D99C4E-BDBB-8A40-A05F-C5319FF0D4B4}" type="presOf" srcId="{78C81E9A-3702-8241-A0BA-DFDE37DE6628}" destId="{4CF15B44-1435-164F-9836-94E02EC8AE60}" srcOrd="0" destOrd="0" presId="urn:microsoft.com/office/officeart/2005/8/layout/hierarchy2"/>
    <dgm:cxn modelId="{C7B28E4F-6655-B944-ACD0-CE9185B65949}" type="presOf" srcId="{1401DAC5-CD8E-2840-9B7D-3E47377ADB4D}" destId="{C8CA856E-3A6D-844D-93D7-DE22D9FA71D6}" srcOrd="1" destOrd="0" presId="urn:microsoft.com/office/officeart/2005/8/layout/hierarchy2"/>
    <dgm:cxn modelId="{74E4F871-5044-454A-9FA3-D4FC9CEF1D32}" type="presOf" srcId="{DD44526C-5862-9E4D-B986-A2671D5A3284}" destId="{21853E6C-09A6-0846-B215-1EE3595BD038}" srcOrd="0" destOrd="0" presId="urn:microsoft.com/office/officeart/2005/8/layout/hierarchy2"/>
    <dgm:cxn modelId="{CF046E73-BE0A-9546-A240-C95098315C34}" srcId="{E2BCA48B-7298-584A-9531-1D3F32922394}" destId="{461BB58D-3A5F-904E-B58B-9F9636FE908A}" srcOrd="0" destOrd="0" parTransId="{D47B9296-4E69-CA47-BD90-378ABA2E1064}" sibTransId="{1B752F5B-5E68-A444-9178-8CA4B0C28256}"/>
    <dgm:cxn modelId="{B86D4354-DC5C-F140-824F-44541131E75C}" type="presOf" srcId="{2B67AFE8-C1E5-F34C-A06F-FEB3589F744C}" destId="{463345EC-00B8-CA4F-B2CD-4F4D15ADEBF3}" srcOrd="0" destOrd="0" presId="urn:microsoft.com/office/officeart/2005/8/layout/hierarchy2"/>
    <dgm:cxn modelId="{AF6F8A59-32D5-B44A-9C2A-6D1C07F5A14C}" srcId="{4088C430-0F36-DE40-B160-07F24E10844A}" destId="{4298479D-5006-3C43-9BB1-D971D99EACFC}" srcOrd="0" destOrd="0" parTransId="{9F9D171F-6E98-3941-8AD7-4E28FE80D23C}" sibTransId="{41409EF7-E97E-9048-9CAB-E78D2677EDF8}"/>
    <dgm:cxn modelId="{4806767D-EFDB-D741-A525-4AE12D55DFB9}" type="presOf" srcId="{B8293E36-B90C-1841-893B-5E8361CB0D5E}" destId="{C140A6ED-64B6-B949-A140-6530B16EB80E}" srcOrd="0" destOrd="0" presId="urn:microsoft.com/office/officeart/2005/8/layout/hierarchy2"/>
    <dgm:cxn modelId="{4D46F27D-DFB3-8A4E-895B-ECC3BA0CED14}" type="presOf" srcId="{3A3B8177-BB1E-A244-B79E-32128EC84225}" destId="{76CBE1CE-740B-2B48-8DC6-3F19D5015878}" srcOrd="0" destOrd="0" presId="urn:microsoft.com/office/officeart/2005/8/layout/hierarchy2"/>
    <dgm:cxn modelId="{810DB180-0E3A-A849-9E57-575780531463}" srcId="{2B67AFE8-C1E5-F34C-A06F-FEB3589F744C}" destId="{B6C6DE76-6000-C849-9216-12A5A773A107}" srcOrd="5" destOrd="0" parTransId="{28E19FE8-09E0-DD44-8112-98F6736C9F51}" sibTransId="{56493527-5177-5E40-A9A0-FD87FE3EE6F3}"/>
    <dgm:cxn modelId="{C5A15184-CA45-834E-8425-79F24A5FAE84}" type="presOf" srcId="{DD44526C-5862-9E4D-B986-A2671D5A3284}" destId="{3FB95271-4D67-E04E-BC3A-2E877B0950DF}" srcOrd="1" destOrd="0" presId="urn:microsoft.com/office/officeart/2005/8/layout/hierarchy2"/>
    <dgm:cxn modelId="{BF5F9C88-778B-8A49-A8D1-FEA3C599EB03}" srcId="{BD37D257-B5BC-3249-9F0F-383BB3A3394B}" destId="{AE471B4D-090D-4D4C-9F45-BC7291EEAFF3}" srcOrd="1" destOrd="0" parTransId="{EAEF3FD0-3F7A-1846-913F-35A1F560313A}" sibTransId="{432D43CE-FE38-704F-B147-A8CB333FFBE6}"/>
    <dgm:cxn modelId="{8ACA3D8F-EC20-FB48-93CF-1D21DC9311F2}" type="presOf" srcId="{B6C6DE76-6000-C849-9216-12A5A773A107}" destId="{A8470588-FE0F-5D48-9C98-1249FABDFD23}" srcOrd="0" destOrd="0" presId="urn:microsoft.com/office/officeart/2005/8/layout/hierarchy2"/>
    <dgm:cxn modelId="{E4310091-B438-46D1-8DD8-9C259DD72E74}" srcId="{E2BCA48B-7298-584A-9531-1D3F32922394}" destId="{64098CEC-8EB6-4C0E-AA7A-FE953DAE522B}" srcOrd="3" destOrd="0" parTransId="{7C5E8CC8-4335-4728-9C05-21CDE2F00AE3}" sibTransId="{AB43E3BC-448B-4A26-BB59-5CC607DA0A7E}"/>
    <dgm:cxn modelId="{48144497-EF17-364F-8980-2224168A0EE9}" type="presOf" srcId="{60E9899B-C1ED-524D-BE63-AD2BAC0B7D17}" destId="{03905061-E7D7-6047-96A4-168261485A02}" srcOrd="0" destOrd="0" presId="urn:microsoft.com/office/officeart/2005/8/layout/hierarchy2"/>
    <dgm:cxn modelId="{A17D4198-0EB0-5A45-9085-20177DC1824A}" type="presOf" srcId="{619A6F7A-E08C-9342-AA23-242D33E89CE5}" destId="{6072B7E5-6B28-5446-90CC-123113A00AFF}" srcOrd="0" destOrd="0" presId="urn:microsoft.com/office/officeart/2005/8/layout/hierarchy2"/>
    <dgm:cxn modelId="{20004A9A-FD62-B94B-AE89-B3A245ACD969}" srcId="{2B67AFE8-C1E5-F34C-A06F-FEB3589F744C}" destId="{BD37D257-B5BC-3249-9F0F-383BB3A3394B}" srcOrd="1" destOrd="0" parTransId="{730FDD79-31E4-A540-AD2A-E05DCD8BCB9C}" sibTransId="{D6171F18-F32A-FC44-BE66-0E687D223B57}"/>
    <dgm:cxn modelId="{C94BD09A-6FDB-CC43-B4CF-4CCA9692C60F}" type="presOf" srcId="{192A8146-1FC1-FE46-A91F-43E3E23AD810}" destId="{89AF4504-E3B0-E74B-A7E6-24C6B51BBC78}" srcOrd="0" destOrd="0" presId="urn:microsoft.com/office/officeart/2005/8/layout/hierarchy2"/>
    <dgm:cxn modelId="{A469D89A-71D2-3743-AFF4-E7F84BE48A32}" type="presOf" srcId="{4088C430-0F36-DE40-B160-07F24E10844A}" destId="{5CEEF364-42A6-F945-8CDA-C1B3E5DCC967}" srcOrd="0" destOrd="0" presId="urn:microsoft.com/office/officeart/2005/8/layout/hierarchy2"/>
    <dgm:cxn modelId="{3EF737A1-7915-2A49-A8AB-1F169F25381A}" srcId="{E2BCA48B-7298-584A-9531-1D3F32922394}" destId="{21AEC93E-10EF-2248-BAA7-471FF3DAD594}" srcOrd="1" destOrd="0" parTransId="{AD3629F4-4BC7-4342-82E4-60CE6435F6E4}" sibTransId="{27EF4B54-E489-BE4E-9E75-1AEEEE5DA8D1}"/>
    <dgm:cxn modelId="{62D13EA3-8195-704B-87F4-9CFF54FAA76D}" type="presOf" srcId="{AD3629F4-4BC7-4342-82E4-60CE6435F6E4}" destId="{A41D21DC-889F-C148-8016-0E751FC5C5AE}" srcOrd="0" destOrd="0" presId="urn:microsoft.com/office/officeart/2005/8/layout/hierarchy2"/>
    <dgm:cxn modelId="{9518D5A5-2F95-F042-B13C-663FA48AB9ED}" srcId="{2B67AFE8-C1E5-F34C-A06F-FEB3589F744C}" destId="{14CF01E7-094A-A54B-B261-F740E77D971A}" srcOrd="4" destOrd="0" parTransId="{434F1760-A9B3-804B-95AC-647E014725E0}" sibTransId="{A0E144CC-6DD1-1E46-AE6D-C1165A2DC576}"/>
    <dgm:cxn modelId="{3667C1AD-2FFE-A84F-B28D-4D46A5130C62}" type="presOf" srcId="{1401DAC5-CD8E-2840-9B7D-3E47377ADB4D}" destId="{CB5FA648-4E11-E14A-834D-A876777D95F5}" srcOrd="0" destOrd="0" presId="urn:microsoft.com/office/officeart/2005/8/layout/hierarchy2"/>
    <dgm:cxn modelId="{C6FEAFB1-F5ED-9447-8896-3455AEC1DEF6}" srcId="{2C979537-76D4-FB4F-81CB-786698CEA861}" destId="{2B67AFE8-C1E5-F34C-A06F-FEB3589F744C}" srcOrd="0" destOrd="0" parTransId="{CA88CD95-7E35-BF4E-9B04-CD357F282901}" sibTransId="{62BCD6D2-9029-7A40-951F-8938FAAC910D}"/>
    <dgm:cxn modelId="{4EDF2BB5-C04F-8A45-8970-77B269FE09C9}" srcId="{2B67AFE8-C1E5-F34C-A06F-FEB3589F744C}" destId="{E2BCA48B-7298-584A-9531-1D3F32922394}" srcOrd="0" destOrd="0" parTransId="{619A6F7A-E08C-9342-AA23-242D33E89CE5}" sibTransId="{AD298A38-F0B0-0841-825B-BADE73D7BD50}"/>
    <dgm:cxn modelId="{81E074B8-2EE0-304F-BBCF-97CC36873FFD}" type="presOf" srcId="{60E9899B-C1ED-524D-BE63-AD2BAC0B7D17}" destId="{E8396F3A-C2AA-014A-92D6-49EEB40145AD}" srcOrd="1" destOrd="0" presId="urn:microsoft.com/office/officeart/2005/8/layout/hierarchy2"/>
    <dgm:cxn modelId="{5B9401BC-523F-3748-BA33-63C8C5F9D2B9}" type="presOf" srcId="{2C979537-76D4-FB4F-81CB-786698CEA861}" destId="{9239316E-39D7-5F4F-B7A7-27C94AF3CE3B}" srcOrd="0" destOrd="0" presId="urn:microsoft.com/office/officeart/2005/8/layout/hierarchy2"/>
    <dgm:cxn modelId="{14FB19C0-31D8-444C-9360-7BF0E32D25AD}" type="presOf" srcId="{14CF01E7-094A-A54B-B261-F740E77D971A}" destId="{05FF1A96-B645-E142-9192-1AC270D47D3D}" srcOrd="0" destOrd="0" presId="urn:microsoft.com/office/officeart/2005/8/layout/hierarchy2"/>
    <dgm:cxn modelId="{6FBFF6C5-B121-D84A-919B-1A88193DBDBA}" type="presOf" srcId="{BD37D257-B5BC-3249-9F0F-383BB3A3394B}" destId="{7C084C13-1EC0-FC43-9CB6-1840F237B0BA}" srcOrd="0" destOrd="0" presId="urn:microsoft.com/office/officeart/2005/8/layout/hierarchy2"/>
    <dgm:cxn modelId="{A04916C8-1A2E-814E-9AF6-457417EFAC4F}" type="presOf" srcId="{B8293E36-B90C-1841-893B-5E8361CB0D5E}" destId="{3353FFCE-1C2C-0D42-9E0D-336D5E21AEF8}" srcOrd="1" destOrd="0" presId="urn:microsoft.com/office/officeart/2005/8/layout/hierarchy2"/>
    <dgm:cxn modelId="{A6D7B2CA-028D-D746-90F7-48CA6690158E}" type="presOf" srcId="{70947D1F-C333-5943-BC79-B9E0B4DD9BD0}" destId="{6304C632-0F9C-2D4F-B9B3-A3D89F2433FF}" srcOrd="0" destOrd="0" presId="urn:microsoft.com/office/officeart/2005/8/layout/hierarchy2"/>
    <dgm:cxn modelId="{7DA6CBCD-17DA-8946-AE79-25E5E2336765}" type="presOf" srcId="{8EB92ECA-884C-D24E-9084-9733FF28652D}" destId="{648A2B67-A238-BE48-B8CB-6A4D32D3E6C9}" srcOrd="0" destOrd="0" presId="urn:microsoft.com/office/officeart/2005/8/layout/hierarchy2"/>
    <dgm:cxn modelId="{A378A8D7-A8B5-4A4E-9CFF-575DA9E0AF20}" type="presOf" srcId="{D47B9296-4E69-CA47-BD90-378ABA2E1064}" destId="{E9E49205-4C0D-8F45-B0E4-59C6B62E01BC}" srcOrd="0" destOrd="0" presId="urn:microsoft.com/office/officeart/2005/8/layout/hierarchy2"/>
    <dgm:cxn modelId="{03EFDED8-DE45-5E47-AF2E-EFCABE155B7B}" type="presOf" srcId="{FAB53536-FE09-2E43-B4E0-9E82CAE88794}" destId="{158E23EA-CE60-E14C-BF52-1DF6BBD9E796}" srcOrd="0" destOrd="0" presId="urn:microsoft.com/office/officeart/2005/8/layout/hierarchy2"/>
    <dgm:cxn modelId="{EE6BAFD9-19D0-CB47-AD5A-7FF5B92F10F6}" type="presOf" srcId="{434F1760-A9B3-804B-95AC-647E014725E0}" destId="{95A1EAA3-A1CB-6D48-A330-30EF6D631CD3}" srcOrd="0" destOrd="0" presId="urn:microsoft.com/office/officeart/2005/8/layout/hierarchy2"/>
    <dgm:cxn modelId="{53D98CE0-B4FC-B54A-9533-5AB2A9C0BE1E}" type="presOf" srcId="{BAB1E7D9-0A95-654C-897D-1F922744F876}" destId="{7851E23B-1CDB-7943-AA90-0842FFC1BAF7}" srcOrd="1" destOrd="0" presId="urn:microsoft.com/office/officeart/2005/8/layout/hierarchy2"/>
    <dgm:cxn modelId="{B77947E1-9625-9745-849D-C7635DEDE3CB}" type="presOf" srcId="{730FDD79-31E4-A540-AD2A-E05DCD8BCB9C}" destId="{06CC7D5B-CB93-244F-99BD-75F34630EA23}" srcOrd="1" destOrd="0" presId="urn:microsoft.com/office/officeart/2005/8/layout/hierarchy2"/>
    <dgm:cxn modelId="{30F471E1-283E-7345-99C7-3EF8CBB4E923}" type="presOf" srcId="{BAB1E7D9-0A95-654C-897D-1F922744F876}" destId="{6959F4E7-EFF8-0E48-8475-23E726E068E5}" srcOrd="0" destOrd="0" presId="urn:microsoft.com/office/officeart/2005/8/layout/hierarchy2"/>
    <dgm:cxn modelId="{9CCDF7E1-1EC9-6148-B52C-CA2F6E4B201F}" type="presOf" srcId="{9F9D171F-6E98-3941-8AD7-4E28FE80D23C}" destId="{A740A239-9D4A-5F40-AC0C-349E62287346}" srcOrd="0" destOrd="0" presId="urn:microsoft.com/office/officeart/2005/8/layout/hierarchy2"/>
    <dgm:cxn modelId="{3756DBE4-0676-A548-A115-1283D4240C14}" type="presOf" srcId="{730FDD79-31E4-A540-AD2A-E05DCD8BCB9C}" destId="{D1FCD139-6D6F-784F-9C47-4FA36D718A13}" srcOrd="0" destOrd="0" presId="urn:microsoft.com/office/officeart/2005/8/layout/hierarchy2"/>
    <dgm:cxn modelId="{B96866E9-26D3-804D-8170-7F164ED14B0A}" type="presOf" srcId="{28E19FE8-09E0-DD44-8112-98F6736C9F51}" destId="{E68C944F-E299-944F-B6C5-A0BA7EBF2414}" srcOrd="0" destOrd="0" presId="urn:microsoft.com/office/officeart/2005/8/layout/hierarchy2"/>
    <dgm:cxn modelId="{BD8596EE-784D-5842-8FB3-D174546535F7}" type="presOf" srcId="{FAB53536-FE09-2E43-B4E0-9E82CAE88794}" destId="{BA8AD03B-3D5D-DD49-AE6A-DE8D24E7296E}" srcOrd="1" destOrd="0" presId="urn:microsoft.com/office/officeart/2005/8/layout/hierarchy2"/>
    <dgm:cxn modelId="{840F84F3-F776-124D-95B2-CF58A6FE4645}" srcId="{2B67AFE8-C1E5-F34C-A06F-FEB3589F744C}" destId="{4088C430-0F36-DE40-B160-07F24E10844A}" srcOrd="3" destOrd="0" parTransId="{60E9899B-C1ED-524D-BE63-AD2BAC0B7D17}" sibTransId="{F9855BB0-C043-444C-8B79-D1018BA5C964}"/>
    <dgm:cxn modelId="{E057EBF6-C47D-1D41-A6D2-0EE78951B920}" srcId="{BD37D257-B5BC-3249-9F0F-383BB3A3394B}" destId="{70947D1F-C333-5943-BC79-B9E0B4DD9BD0}" srcOrd="2" destOrd="0" parTransId="{EA34BEBD-B95C-2346-B6F1-A7699EF0C0C8}" sibTransId="{97839E46-BE5E-F849-8692-AA05ABEC23AB}"/>
    <dgm:cxn modelId="{18EA0CFC-471B-1145-907C-C9E5305358A5}" type="presOf" srcId="{E2BCA48B-7298-584A-9531-1D3F32922394}" destId="{3BE81C51-A42D-9145-A49F-1388ACCD2735}" srcOrd="0" destOrd="0" presId="urn:microsoft.com/office/officeart/2005/8/layout/hierarchy2"/>
    <dgm:cxn modelId="{A3A00FFC-0342-1444-9340-343135A39938}" srcId="{E2BCA48B-7298-584A-9531-1D3F32922394}" destId="{192A8146-1FC1-FE46-A91F-43E3E23AD810}" srcOrd="2" destOrd="0" parTransId="{DD44526C-5862-9E4D-B986-A2671D5A3284}" sibTransId="{6DB42638-1877-434B-BDED-872F34577971}"/>
    <dgm:cxn modelId="{4E887B52-C3BF-9242-A2A1-07BA7C410F34}" type="presParOf" srcId="{9239316E-39D7-5F4F-B7A7-27C94AF3CE3B}" destId="{9F992168-5D49-EB45-A258-162F4604AE0B}" srcOrd="0" destOrd="0" presId="urn:microsoft.com/office/officeart/2005/8/layout/hierarchy2"/>
    <dgm:cxn modelId="{04E2E85C-89E7-3F4C-8BBC-1417E9269A5D}" type="presParOf" srcId="{9F992168-5D49-EB45-A258-162F4604AE0B}" destId="{463345EC-00B8-CA4F-B2CD-4F4D15ADEBF3}" srcOrd="0" destOrd="0" presId="urn:microsoft.com/office/officeart/2005/8/layout/hierarchy2"/>
    <dgm:cxn modelId="{14943680-3610-8642-878F-01699DAFE922}" type="presParOf" srcId="{9F992168-5D49-EB45-A258-162F4604AE0B}" destId="{4186936C-EB87-9E40-B365-4DD7E65130C5}" srcOrd="1" destOrd="0" presId="urn:microsoft.com/office/officeart/2005/8/layout/hierarchy2"/>
    <dgm:cxn modelId="{5E0CD7F8-A1CF-ED40-B245-C3F78DB86F48}" type="presParOf" srcId="{4186936C-EB87-9E40-B365-4DD7E65130C5}" destId="{6072B7E5-6B28-5446-90CC-123113A00AFF}" srcOrd="0" destOrd="0" presId="urn:microsoft.com/office/officeart/2005/8/layout/hierarchy2"/>
    <dgm:cxn modelId="{E7CC50AF-1CC0-8B41-AE51-B5737147E5CB}" type="presParOf" srcId="{6072B7E5-6B28-5446-90CC-123113A00AFF}" destId="{3E058846-4355-274F-9681-23E7C556162B}" srcOrd="0" destOrd="0" presId="urn:microsoft.com/office/officeart/2005/8/layout/hierarchy2"/>
    <dgm:cxn modelId="{81FF0219-8A18-5946-AEBA-EC68E0C8E19E}" type="presParOf" srcId="{4186936C-EB87-9E40-B365-4DD7E65130C5}" destId="{2C9014D1-8A83-D943-BAA4-733CA95D3A92}" srcOrd="1" destOrd="0" presId="urn:microsoft.com/office/officeart/2005/8/layout/hierarchy2"/>
    <dgm:cxn modelId="{BBB17134-B6BF-4C42-BB56-FFF58C93A556}" type="presParOf" srcId="{2C9014D1-8A83-D943-BAA4-733CA95D3A92}" destId="{3BE81C51-A42D-9145-A49F-1388ACCD2735}" srcOrd="0" destOrd="0" presId="urn:microsoft.com/office/officeart/2005/8/layout/hierarchy2"/>
    <dgm:cxn modelId="{8D98E057-2C99-7A49-B4E1-255EC4280884}" type="presParOf" srcId="{2C9014D1-8A83-D943-BAA4-733CA95D3A92}" destId="{AC39EC07-FB6F-4E44-AFFB-8BA70519BA45}" srcOrd="1" destOrd="0" presId="urn:microsoft.com/office/officeart/2005/8/layout/hierarchy2"/>
    <dgm:cxn modelId="{65110110-5CF2-3342-B889-BEC26773E53A}" type="presParOf" srcId="{AC39EC07-FB6F-4E44-AFFB-8BA70519BA45}" destId="{E9E49205-4C0D-8F45-B0E4-59C6B62E01BC}" srcOrd="0" destOrd="0" presId="urn:microsoft.com/office/officeart/2005/8/layout/hierarchy2"/>
    <dgm:cxn modelId="{991CFBEC-33A4-9F4A-8720-66E076291EF0}" type="presParOf" srcId="{E9E49205-4C0D-8F45-B0E4-59C6B62E01BC}" destId="{750BB338-2F36-C445-B857-2773F9A5521E}" srcOrd="0" destOrd="0" presId="urn:microsoft.com/office/officeart/2005/8/layout/hierarchy2"/>
    <dgm:cxn modelId="{E6E571C8-8D8F-D34F-8F18-3D07C9AE1CA2}" type="presParOf" srcId="{AC39EC07-FB6F-4E44-AFFB-8BA70519BA45}" destId="{FB7B95EB-19DE-0F46-8AA2-8BF1754842C5}" srcOrd="1" destOrd="0" presId="urn:microsoft.com/office/officeart/2005/8/layout/hierarchy2"/>
    <dgm:cxn modelId="{8612C0E1-FF68-9A40-A7CB-69E8DC8611FD}" type="presParOf" srcId="{FB7B95EB-19DE-0F46-8AA2-8BF1754842C5}" destId="{7782E4F8-F217-2D44-A33D-17384735247D}" srcOrd="0" destOrd="0" presId="urn:microsoft.com/office/officeart/2005/8/layout/hierarchy2"/>
    <dgm:cxn modelId="{F51BC0A7-C0B9-0F4B-AD12-E3F2726B5B8C}" type="presParOf" srcId="{FB7B95EB-19DE-0F46-8AA2-8BF1754842C5}" destId="{7C4FCCB4-CFC4-6441-A138-35351DCBEA60}" srcOrd="1" destOrd="0" presId="urn:microsoft.com/office/officeart/2005/8/layout/hierarchy2"/>
    <dgm:cxn modelId="{5719E755-3BA2-7644-8216-F613FCF8246B}" type="presParOf" srcId="{AC39EC07-FB6F-4E44-AFFB-8BA70519BA45}" destId="{A41D21DC-889F-C148-8016-0E751FC5C5AE}" srcOrd="2" destOrd="0" presId="urn:microsoft.com/office/officeart/2005/8/layout/hierarchy2"/>
    <dgm:cxn modelId="{DBA2554B-0125-7F42-A970-FA377AE2FB3A}" type="presParOf" srcId="{A41D21DC-889F-C148-8016-0E751FC5C5AE}" destId="{817A2E25-AB7F-5844-A7B0-90E467FAC74B}" srcOrd="0" destOrd="0" presId="urn:microsoft.com/office/officeart/2005/8/layout/hierarchy2"/>
    <dgm:cxn modelId="{2DE825E1-30FC-C043-9B41-8986062AA034}" type="presParOf" srcId="{AC39EC07-FB6F-4E44-AFFB-8BA70519BA45}" destId="{420F64FA-C7FF-8B41-AF71-C1CE0958CBEA}" srcOrd="3" destOrd="0" presId="urn:microsoft.com/office/officeart/2005/8/layout/hierarchy2"/>
    <dgm:cxn modelId="{28191456-08F6-724B-80B1-4236815F1120}" type="presParOf" srcId="{420F64FA-C7FF-8B41-AF71-C1CE0958CBEA}" destId="{1029C14D-9201-954F-8804-018501C885F5}" srcOrd="0" destOrd="0" presId="urn:microsoft.com/office/officeart/2005/8/layout/hierarchy2"/>
    <dgm:cxn modelId="{AF9984E6-5F56-3445-9F73-F27E7E050A96}" type="presParOf" srcId="{420F64FA-C7FF-8B41-AF71-C1CE0958CBEA}" destId="{2D6AE69E-8E17-334C-841A-7A461D322474}" srcOrd="1" destOrd="0" presId="urn:microsoft.com/office/officeart/2005/8/layout/hierarchy2"/>
    <dgm:cxn modelId="{9AFB396F-F186-7F49-B810-F7854DB229A3}" type="presParOf" srcId="{AC39EC07-FB6F-4E44-AFFB-8BA70519BA45}" destId="{21853E6C-09A6-0846-B215-1EE3595BD038}" srcOrd="4" destOrd="0" presId="urn:microsoft.com/office/officeart/2005/8/layout/hierarchy2"/>
    <dgm:cxn modelId="{AA2051EC-7FE4-7043-BE20-19849A51ADB2}" type="presParOf" srcId="{21853E6C-09A6-0846-B215-1EE3595BD038}" destId="{3FB95271-4D67-E04E-BC3A-2E877B0950DF}" srcOrd="0" destOrd="0" presId="urn:microsoft.com/office/officeart/2005/8/layout/hierarchy2"/>
    <dgm:cxn modelId="{9F2EB135-804D-6543-9F63-4B65467EF551}" type="presParOf" srcId="{AC39EC07-FB6F-4E44-AFFB-8BA70519BA45}" destId="{53DCC9C2-B2AE-A847-A6E8-98E2D2F45129}" srcOrd="5" destOrd="0" presId="urn:microsoft.com/office/officeart/2005/8/layout/hierarchy2"/>
    <dgm:cxn modelId="{1BCA8B6C-86E4-D143-B827-429B8C5CC15C}" type="presParOf" srcId="{53DCC9C2-B2AE-A847-A6E8-98E2D2F45129}" destId="{89AF4504-E3B0-E74B-A7E6-24C6B51BBC78}" srcOrd="0" destOrd="0" presId="urn:microsoft.com/office/officeart/2005/8/layout/hierarchy2"/>
    <dgm:cxn modelId="{6DC2489A-A2AD-4346-B89F-AFDA5DFA9285}" type="presParOf" srcId="{53DCC9C2-B2AE-A847-A6E8-98E2D2F45129}" destId="{D76D707C-DF18-AB46-B752-BDF3643A5551}" srcOrd="1" destOrd="0" presId="urn:microsoft.com/office/officeart/2005/8/layout/hierarchy2"/>
    <dgm:cxn modelId="{4B61F762-97EA-4B4A-B596-65AE8F741D70}" type="presParOf" srcId="{AC39EC07-FB6F-4E44-AFFB-8BA70519BA45}" destId="{B598DCFB-4E47-4B1E-8464-C7435B5A7B3D}" srcOrd="6" destOrd="0" presId="urn:microsoft.com/office/officeart/2005/8/layout/hierarchy2"/>
    <dgm:cxn modelId="{1450A33E-7A17-4CCF-9D3D-A4EB0E72DD27}" type="presParOf" srcId="{B598DCFB-4E47-4B1E-8464-C7435B5A7B3D}" destId="{9EE9CAAF-7974-46B4-95F7-013773A4892C}" srcOrd="0" destOrd="0" presId="urn:microsoft.com/office/officeart/2005/8/layout/hierarchy2"/>
    <dgm:cxn modelId="{3BEC2866-45DA-4EBE-A9C7-DC3E60A12232}" type="presParOf" srcId="{AC39EC07-FB6F-4E44-AFFB-8BA70519BA45}" destId="{D9A93158-A388-46A1-8549-B220290BCF27}" srcOrd="7" destOrd="0" presId="urn:microsoft.com/office/officeart/2005/8/layout/hierarchy2"/>
    <dgm:cxn modelId="{24FB4697-CF26-49B7-9414-7C1883FCE2A0}" type="presParOf" srcId="{D9A93158-A388-46A1-8549-B220290BCF27}" destId="{92B75B63-29F7-4467-8580-FA42652E4685}" srcOrd="0" destOrd="0" presId="urn:microsoft.com/office/officeart/2005/8/layout/hierarchy2"/>
    <dgm:cxn modelId="{4C8A1F6A-5E06-4F9B-9A4F-04CE30EB57E0}" type="presParOf" srcId="{D9A93158-A388-46A1-8549-B220290BCF27}" destId="{A1E08B60-58A9-44FD-9ECA-92BC60DFBF51}" srcOrd="1" destOrd="0" presId="urn:microsoft.com/office/officeart/2005/8/layout/hierarchy2"/>
    <dgm:cxn modelId="{B88EE05E-DE92-1B4A-89BB-F786B3CE977E}" type="presParOf" srcId="{4186936C-EB87-9E40-B365-4DD7E65130C5}" destId="{D1FCD139-6D6F-784F-9C47-4FA36D718A13}" srcOrd="2" destOrd="0" presId="urn:microsoft.com/office/officeart/2005/8/layout/hierarchy2"/>
    <dgm:cxn modelId="{2005970C-9A0D-6A4D-8818-5E656CF48D82}" type="presParOf" srcId="{D1FCD139-6D6F-784F-9C47-4FA36D718A13}" destId="{06CC7D5B-CB93-244F-99BD-75F34630EA23}" srcOrd="0" destOrd="0" presId="urn:microsoft.com/office/officeart/2005/8/layout/hierarchy2"/>
    <dgm:cxn modelId="{2F23C8AB-58F0-DA40-A14D-E3E8B5E32CE2}" type="presParOf" srcId="{4186936C-EB87-9E40-B365-4DD7E65130C5}" destId="{8E2C3DF9-D64B-9244-891C-A9A642B3FCF1}" srcOrd="3" destOrd="0" presId="urn:microsoft.com/office/officeart/2005/8/layout/hierarchy2"/>
    <dgm:cxn modelId="{C77664C3-7428-644A-B42F-24EEB14AED83}" type="presParOf" srcId="{8E2C3DF9-D64B-9244-891C-A9A642B3FCF1}" destId="{7C084C13-1EC0-FC43-9CB6-1840F237B0BA}" srcOrd="0" destOrd="0" presId="urn:microsoft.com/office/officeart/2005/8/layout/hierarchy2"/>
    <dgm:cxn modelId="{694AC8A9-C593-E243-8846-4C9B42C641C4}" type="presParOf" srcId="{8E2C3DF9-D64B-9244-891C-A9A642B3FCF1}" destId="{063D845C-7581-8C42-AFDE-55E5075C3531}" srcOrd="1" destOrd="0" presId="urn:microsoft.com/office/officeart/2005/8/layout/hierarchy2"/>
    <dgm:cxn modelId="{0843DB2F-4485-0C40-AD5F-E2ADE637C5A7}" type="presParOf" srcId="{063D845C-7581-8C42-AFDE-55E5075C3531}" destId="{CB5FA648-4E11-E14A-834D-A876777D95F5}" srcOrd="0" destOrd="0" presId="urn:microsoft.com/office/officeart/2005/8/layout/hierarchy2"/>
    <dgm:cxn modelId="{9D392072-A2B5-A344-BF35-FE5960F5FD49}" type="presParOf" srcId="{CB5FA648-4E11-E14A-834D-A876777D95F5}" destId="{C8CA856E-3A6D-844D-93D7-DE22D9FA71D6}" srcOrd="0" destOrd="0" presId="urn:microsoft.com/office/officeart/2005/8/layout/hierarchy2"/>
    <dgm:cxn modelId="{9837BE89-8716-2349-9A36-0231090471BA}" type="presParOf" srcId="{063D845C-7581-8C42-AFDE-55E5075C3531}" destId="{97CE5C1D-A8CD-4F44-9069-D6C12694EC74}" srcOrd="1" destOrd="0" presId="urn:microsoft.com/office/officeart/2005/8/layout/hierarchy2"/>
    <dgm:cxn modelId="{5A9DE4B8-CD46-D949-B874-46A0E42D2495}" type="presParOf" srcId="{97CE5C1D-A8CD-4F44-9069-D6C12694EC74}" destId="{4CF15B44-1435-164F-9836-94E02EC8AE60}" srcOrd="0" destOrd="0" presId="urn:microsoft.com/office/officeart/2005/8/layout/hierarchy2"/>
    <dgm:cxn modelId="{80F95B48-87CA-204B-94A7-B0DAF77A3C6F}" type="presParOf" srcId="{97CE5C1D-A8CD-4F44-9069-D6C12694EC74}" destId="{9DD2C4EB-DC2D-8D44-B7D8-58A2A1334ABE}" srcOrd="1" destOrd="0" presId="urn:microsoft.com/office/officeart/2005/8/layout/hierarchy2"/>
    <dgm:cxn modelId="{C8866CB5-EE96-8343-846C-46C206CCF9B8}" type="presParOf" srcId="{063D845C-7581-8C42-AFDE-55E5075C3531}" destId="{C5FFDC63-3DDF-4444-81BF-22EBDAE1DE24}" srcOrd="2" destOrd="0" presId="urn:microsoft.com/office/officeart/2005/8/layout/hierarchy2"/>
    <dgm:cxn modelId="{7B86A5A1-3AB8-2249-8D4C-FCEFC9B33EA8}" type="presParOf" srcId="{C5FFDC63-3DDF-4444-81BF-22EBDAE1DE24}" destId="{AE682E2C-1432-8446-A6D4-5936B92DFB2F}" srcOrd="0" destOrd="0" presId="urn:microsoft.com/office/officeart/2005/8/layout/hierarchy2"/>
    <dgm:cxn modelId="{2A3D9920-9C47-5F4B-8055-343287F07257}" type="presParOf" srcId="{063D845C-7581-8C42-AFDE-55E5075C3531}" destId="{F8440920-C8D6-A444-A8CB-EC7882955C94}" srcOrd="3" destOrd="0" presId="urn:microsoft.com/office/officeart/2005/8/layout/hierarchy2"/>
    <dgm:cxn modelId="{D1356FAC-6BDA-4C4C-AF69-D9E4973AE4FA}" type="presParOf" srcId="{F8440920-C8D6-A444-A8CB-EC7882955C94}" destId="{45933253-3760-0E47-A2F1-5B06D2D95AFB}" srcOrd="0" destOrd="0" presId="urn:microsoft.com/office/officeart/2005/8/layout/hierarchy2"/>
    <dgm:cxn modelId="{23BC8FB5-EA96-7E47-8973-FB1C28BC8703}" type="presParOf" srcId="{F8440920-C8D6-A444-A8CB-EC7882955C94}" destId="{429C5A04-817E-2340-ADEF-DD57CEF2FD6D}" srcOrd="1" destOrd="0" presId="urn:microsoft.com/office/officeart/2005/8/layout/hierarchy2"/>
    <dgm:cxn modelId="{007191FC-A16D-F348-9A70-03F566E68B54}" type="presParOf" srcId="{063D845C-7581-8C42-AFDE-55E5075C3531}" destId="{5C34E443-D457-5741-A467-DF65DC05246E}" srcOrd="4" destOrd="0" presId="urn:microsoft.com/office/officeart/2005/8/layout/hierarchy2"/>
    <dgm:cxn modelId="{DEF6CF65-282D-644C-A394-ED95DBB1548C}" type="presParOf" srcId="{5C34E443-D457-5741-A467-DF65DC05246E}" destId="{CAE14276-1B66-DD44-B9F8-5A903236F4EB}" srcOrd="0" destOrd="0" presId="urn:microsoft.com/office/officeart/2005/8/layout/hierarchy2"/>
    <dgm:cxn modelId="{FD97E9FA-E97F-BB4C-96FF-D571F15CB5DF}" type="presParOf" srcId="{063D845C-7581-8C42-AFDE-55E5075C3531}" destId="{ADA80071-DF10-564B-B88B-BC76469524CD}" srcOrd="5" destOrd="0" presId="urn:microsoft.com/office/officeart/2005/8/layout/hierarchy2"/>
    <dgm:cxn modelId="{CEACA714-E108-F448-8DE0-A3F541982031}" type="presParOf" srcId="{ADA80071-DF10-564B-B88B-BC76469524CD}" destId="{6304C632-0F9C-2D4F-B9B3-A3D89F2433FF}" srcOrd="0" destOrd="0" presId="urn:microsoft.com/office/officeart/2005/8/layout/hierarchy2"/>
    <dgm:cxn modelId="{9CD262C8-E1D0-EA45-B7CE-BE30EFC23FE8}" type="presParOf" srcId="{ADA80071-DF10-564B-B88B-BC76469524CD}" destId="{0CBD0A0B-F3E4-8D4E-B946-9DC95B2F8F78}" srcOrd="1" destOrd="0" presId="urn:microsoft.com/office/officeart/2005/8/layout/hierarchy2"/>
    <dgm:cxn modelId="{5DBD7068-4CBC-3E43-B6C3-88B460179BA7}" type="presParOf" srcId="{063D845C-7581-8C42-AFDE-55E5075C3531}" destId="{158E23EA-CE60-E14C-BF52-1DF6BBD9E796}" srcOrd="6" destOrd="0" presId="urn:microsoft.com/office/officeart/2005/8/layout/hierarchy2"/>
    <dgm:cxn modelId="{6B66F00A-7372-F443-B461-ECD8123AC120}" type="presParOf" srcId="{158E23EA-CE60-E14C-BF52-1DF6BBD9E796}" destId="{BA8AD03B-3D5D-DD49-AE6A-DE8D24E7296E}" srcOrd="0" destOrd="0" presId="urn:microsoft.com/office/officeart/2005/8/layout/hierarchy2"/>
    <dgm:cxn modelId="{52674620-68D3-B744-B081-B225AE29D79E}" type="presParOf" srcId="{063D845C-7581-8C42-AFDE-55E5075C3531}" destId="{1723F4E3-56FC-264E-A3DF-D52508AE2C87}" srcOrd="7" destOrd="0" presId="urn:microsoft.com/office/officeart/2005/8/layout/hierarchy2"/>
    <dgm:cxn modelId="{BCB7E7BE-2B1D-A54F-B7A6-AF114C40D5BE}" type="presParOf" srcId="{1723F4E3-56FC-264E-A3DF-D52508AE2C87}" destId="{44D297E0-4B94-6C4F-8EF0-D58159D819E3}" srcOrd="0" destOrd="0" presId="urn:microsoft.com/office/officeart/2005/8/layout/hierarchy2"/>
    <dgm:cxn modelId="{23DE9B7E-E0D8-C446-84C9-A5A57914286F}" type="presParOf" srcId="{1723F4E3-56FC-264E-A3DF-D52508AE2C87}" destId="{1477A3FE-80F9-FD41-8324-A5CDC8655697}" srcOrd="1" destOrd="0" presId="urn:microsoft.com/office/officeart/2005/8/layout/hierarchy2"/>
    <dgm:cxn modelId="{1B497B7B-04D2-0445-B6EC-197EA0A61FE3}" type="presParOf" srcId="{4186936C-EB87-9E40-B365-4DD7E65130C5}" destId="{6959F4E7-EFF8-0E48-8475-23E726E068E5}" srcOrd="4" destOrd="0" presId="urn:microsoft.com/office/officeart/2005/8/layout/hierarchy2"/>
    <dgm:cxn modelId="{1ED2D688-2A87-AE43-A350-A0A6DB9BA630}" type="presParOf" srcId="{6959F4E7-EFF8-0E48-8475-23E726E068E5}" destId="{7851E23B-1CDB-7943-AA90-0842FFC1BAF7}" srcOrd="0" destOrd="0" presId="urn:microsoft.com/office/officeart/2005/8/layout/hierarchy2"/>
    <dgm:cxn modelId="{D795444C-4F17-CA40-A552-CA316286287E}" type="presParOf" srcId="{4186936C-EB87-9E40-B365-4DD7E65130C5}" destId="{6EFC072E-B9C3-F24F-A62C-3CA3ED88C3EC}" srcOrd="5" destOrd="0" presId="urn:microsoft.com/office/officeart/2005/8/layout/hierarchy2"/>
    <dgm:cxn modelId="{30461BBD-C1F1-CE4C-89EB-B98D3082F70A}" type="presParOf" srcId="{6EFC072E-B9C3-F24F-A62C-3CA3ED88C3EC}" destId="{648A2B67-A238-BE48-B8CB-6A4D32D3E6C9}" srcOrd="0" destOrd="0" presId="urn:microsoft.com/office/officeart/2005/8/layout/hierarchy2"/>
    <dgm:cxn modelId="{3AF97695-5B68-D242-9A2D-E98C3051AC33}" type="presParOf" srcId="{6EFC072E-B9C3-F24F-A62C-3CA3ED88C3EC}" destId="{2329DC19-7E35-A440-A0B7-457500E725EF}" srcOrd="1" destOrd="0" presId="urn:microsoft.com/office/officeart/2005/8/layout/hierarchy2"/>
    <dgm:cxn modelId="{EE7EA41C-C779-F948-9F15-1CA2E45B1DAA}" type="presParOf" srcId="{4186936C-EB87-9E40-B365-4DD7E65130C5}" destId="{03905061-E7D7-6047-96A4-168261485A02}" srcOrd="6" destOrd="0" presId="urn:microsoft.com/office/officeart/2005/8/layout/hierarchy2"/>
    <dgm:cxn modelId="{D3A1E4C8-6151-FF48-880A-437A8FF1B145}" type="presParOf" srcId="{03905061-E7D7-6047-96A4-168261485A02}" destId="{E8396F3A-C2AA-014A-92D6-49EEB40145AD}" srcOrd="0" destOrd="0" presId="urn:microsoft.com/office/officeart/2005/8/layout/hierarchy2"/>
    <dgm:cxn modelId="{D404B112-AC89-6544-9DBB-0AB17A03BF16}" type="presParOf" srcId="{4186936C-EB87-9E40-B365-4DD7E65130C5}" destId="{4484AA07-237C-1C42-BA11-27256F74BFFB}" srcOrd="7" destOrd="0" presId="urn:microsoft.com/office/officeart/2005/8/layout/hierarchy2"/>
    <dgm:cxn modelId="{3ABE55F4-72A9-1147-B28E-3165BD6C39AC}" type="presParOf" srcId="{4484AA07-237C-1C42-BA11-27256F74BFFB}" destId="{5CEEF364-42A6-F945-8CDA-C1B3E5DCC967}" srcOrd="0" destOrd="0" presId="urn:microsoft.com/office/officeart/2005/8/layout/hierarchy2"/>
    <dgm:cxn modelId="{97A40D8C-4C31-4443-9291-3BF28BC3C0D4}" type="presParOf" srcId="{4484AA07-237C-1C42-BA11-27256F74BFFB}" destId="{D67BFA00-2963-C84B-8848-261413A77ADE}" srcOrd="1" destOrd="0" presId="urn:microsoft.com/office/officeart/2005/8/layout/hierarchy2"/>
    <dgm:cxn modelId="{DB55893A-F021-0848-BD00-594A03DDA079}" type="presParOf" srcId="{D67BFA00-2963-C84B-8848-261413A77ADE}" destId="{A740A239-9D4A-5F40-AC0C-349E62287346}" srcOrd="0" destOrd="0" presId="urn:microsoft.com/office/officeart/2005/8/layout/hierarchy2"/>
    <dgm:cxn modelId="{08AE5E44-40CC-1942-B054-E15640B14AD5}" type="presParOf" srcId="{A740A239-9D4A-5F40-AC0C-349E62287346}" destId="{EAF9530B-7C49-A34A-A5C0-0C38FCE862FF}" srcOrd="0" destOrd="0" presId="urn:microsoft.com/office/officeart/2005/8/layout/hierarchy2"/>
    <dgm:cxn modelId="{79F4A816-A25B-A04E-A15C-CFF46B3D81E0}" type="presParOf" srcId="{D67BFA00-2963-C84B-8848-261413A77ADE}" destId="{52EC038E-5788-6248-95C4-B66084A22010}" srcOrd="1" destOrd="0" presId="urn:microsoft.com/office/officeart/2005/8/layout/hierarchy2"/>
    <dgm:cxn modelId="{D2DD7125-F07A-F04F-97FB-8053943ACDA8}" type="presParOf" srcId="{52EC038E-5788-6248-95C4-B66084A22010}" destId="{4761240C-11C7-B44F-A5E8-7E233FAB18ED}" srcOrd="0" destOrd="0" presId="urn:microsoft.com/office/officeart/2005/8/layout/hierarchy2"/>
    <dgm:cxn modelId="{8820C4ED-5DD1-464A-9B4F-E6E5296A528D}" type="presParOf" srcId="{52EC038E-5788-6248-95C4-B66084A22010}" destId="{220F4AE2-3D98-4B46-9040-DC14120C5919}" srcOrd="1" destOrd="0" presId="urn:microsoft.com/office/officeart/2005/8/layout/hierarchy2"/>
    <dgm:cxn modelId="{ABD9625D-9E3D-764C-8A91-874A9F1A4128}" type="presParOf" srcId="{4186936C-EB87-9E40-B365-4DD7E65130C5}" destId="{95A1EAA3-A1CB-6D48-A330-30EF6D631CD3}" srcOrd="8" destOrd="0" presId="urn:microsoft.com/office/officeart/2005/8/layout/hierarchy2"/>
    <dgm:cxn modelId="{19161CFB-5606-2945-BF66-8989E152D747}" type="presParOf" srcId="{95A1EAA3-A1CB-6D48-A330-30EF6D631CD3}" destId="{A67032D2-83F5-E740-93CA-8792BB0D05F0}" srcOrd="0" destOrd="0" presId="urn:microsoft.com/office/officeart/2005/8/layout/hierarchy2"/>
    <dgm:cxn modelId="{E681347A-057B-7346-A274-C39368B959CB}" type="presParOf" srcId="{4186936C-EB87-9E40-B365-4DD7E65130C5}" destId="{2C882B30-F8FE-6044-A075-FF1B6FC6B253}" srcOrd="9" destOrd="0" presId="urn:microsoft.com/office/officeart/2005/8/layout/hierarchy2"/>
    <dgm:cxn modelId="{FB7DCE9D-188B-524E-A52C-8F1066A8043B}" type="presParOf" srcId="{2C882B30-F8FE-6044-A075-FF1B6FC6B253}" destId="{05FF1A96-B645-E142-9192-1AC270D47D3D}" srcOrd="0" destOrd="0" presId="urn:microsoft.com/office/officeart/2005/8/layout/hierarchy2"/>
    <dgm:cxn modelId="{ABDBB416-78F6-794C-B926-2B4C590F6BDB}" type="presParOf" srcId="{2C882B30-F8FE-6044-A075-FF1B6FC6B253}" destId="{AAC8773E-C6E4-8B4A-AAE6-26561E9E099B}" srcOrd="1" destOrd="0" presId="urn:microsoft.com/office/officeart/2005/8/layout/hierarchy2"/>
    <dgm:cxn modelId="{58A680F1-9002-5640-A425-FFBB6666E4BC}" type="presParOf" srcId="{AAC8773E-C6E4-8B4A-AAE6-26561E9E099B}" destId="{C140A6ED-64B6-B949-A140-6530B16EB80E}" srcOrd="0" destOrd="0" presId="urn:microsoft.com/office/officeart/2005/8/layout/hierarchy2"/>
    <dgm:cxn modelId="{3FFE9AB4-4CF2-9F44-9299-14A418714C98}" type="presParOf" srcId="{C140A6ED-64B6-B949-A140-6530B16EB80E}" destId="{3353FFCE-1C2C-0D42-9E0D-336D5E21AEF8}" srcOrd="0" destOrd="0" presId="urn:microsoft.com/office/officeart/2005/8/layout/hierarchy2"/>
    <dgm:cxn modelId="{66E3A71C-7C9A-C546-A34C-081BB24B7C09}" type="presParOf" srcId="{AAC8773E-C6E4-8B4A-AAE6-26561E9E099B}" destId="{17087B8F-8D62-4342-8AFC-D050426E3313}" srcOrd="1" destOrd="0" presId="urn:microsoft.com/office/officeart/2005/8/layout/hierarchy2"/>
    <dgm:cxn modelId="{A4A55702-5222-5E4C-A2FF-BB7E22CD14F8}" type="presParOf" srcId="{17087B8F-8D62-4342-8AFC-D050426E3313}" destId="{9AD05E47-6C2D-E34D-BD84-C897F6A74828}" srcOrd="0" destOrd="0" presId="urn:microsoft.com/office/officeart/2005/8/layout/hierarchy2"/>
    <dgm:cxn modelId="{28E228DC-77DC-0E48-9446-9F10B5C5D167}" type="presParOf" srcId="{17087B8F-8D62-4342-8AFC-D050426E3313}" destId="{75A0E84A-2D9B-004D-B5C8-B38EBE1F2104}" srcOrd="1" destOrd="0" presId="urn:microsoft.com/office/officeart/2005/8/layout/hierarchy2"/>
    <dgm:cxn modelId="{3D0547C6-08A5-FB41-A094-8D6274672CC0}" type="presParOf" srcId="{4186936C-EB87-9E40-B365-4DD7E65130C5}" destId="{E68C944F-E299-944F-B6C5-A0BA7EBF2414}" srcOrd="10" destOrd="0" presId="urn:microsoft.com/office/officeart/2005/8/layout/hierarchy2"/>
    <dgm:cxn modelId="{DAAFCB8C-7121-9E43-B615-B6A7FE9A8151}" type="presParOf" srcId="{E68C944F-E299-944F-B6C5-A0BA7EBF2414}" destId="{BD302312-DECF-ED4C-B4C1-8362298845FC}" srcOrd="0" destOrd="0" presId="urn:microsoft.com/office/officeart/2005/8/layout/hierarchy2"/>
    <dgm:cxn modelId="{FE884DFC-3C9C-DB44-9E1E-132BBCC360E4}" type="presParOf" srcId="{4186936C-EB87-9E40-B365-4DD7E65130C5}" destId="{C781BDDC-B1BA-1441-B5FF-86EF2A56C47F}" srcOrd="11" destOrd="0" presId="urn:microsoft.com/office/officeart/2005/8/layout/hierarchy2"/>
    <dgm:cxn modelId="{3BDEC16C-AB23-894F-A25A-9871A3078729}" type="presParOf" srcId="{C781BDDC-B1BA-1441-B5FF-86EF2A56C47F}" destId="{A8470588-FE0F-5D48-9C98-1249FABDFD23}" srcOrd="0" destOrd="0" presId="urn:microsoft.com/office/officeart/2005/8/layout/hierarchy2"/>
    <dgm:cxn modelId="{004A75CE-3EE4-A548-ACBB-C26CECC29D20}" type="presParOf" srcId="{C781BDDC-B1BA-1441-B5FF-86EF2A56C47F}" destId="{17E3E3DC-52D8-704D-A68C-89D2DB03A511}" srcOrd="1" destOrd="0" presId="urn:microsoft.com/office/officeart/2005/8/layout/hierarchy2"/>
    <dgm:cxn modelId="{43CD3C9B-6C6B-334F-8CEE-717598D88287}" type="presParOf" srcId="{4186936C-EB87-9E40-B365-4DD7E65130C5}" destId="{76CBE1CE-740B-2B48-8DC6-3F19D5015878}" srcOrd="12" destOrd="0" presId="urn:microsoft.com/office/officeart/2005/8/layout/hierarchy2"/>
    <dgm:cxn modelId="{0BB96FEF-804F-D040-BDAD-3AC638B7A656}" type="presParOf" srcId="{76CBE1CE-740B-2B48-8DC6-3F19D5015878}" destId="{48BFD630-3182-FE43-A539-4771250FCB13}" srcOrd="0" destOrd="0" presId="urn:microsoft.com/office/officeart/2005/8/layout/hierarchy2"/>
    <dgm:cxn modelId="{E219AAF1-D63C-EE4A-873C-6554302C568E}" type="presParOf" srcId="{4186936C-EB87-9E40-B365-4DD7E65130C5}" destId="{97575F46-FA72-E84D-AE2A-BD0DA1F97B1E}" srcOrd="13" destOrd="0" presId="urn:microsoft.com/office/officeart/2005/8/layout/hierarchy2"/>
    <dgm:cxn modelId="{DADC4BB7-1267-F44B-A5D3-AD188537F0E5}" type="presParOf" srcId="{97575F46-FA72-E84D-AE2A-BD0DA1F97B1E}" destId="{EBEBBE9E-FE62-CA4B-AFB5-B69C966E067D}" srcOrd="0" destOrd="0" presId="urn:microsoft.com/office/officeart/2005/8/layout/hierarchy2"/>
    <dgm:cxn modelId="{29995723-0102-694F-BD2D-93B1856564C7}" type="presParOf" srcId="{97575F46-FA72-E84D-AE2A-BD0DA1F97B1E}" destId="{018F4998-5F0B-1144-8EA3-2FEA8760FBB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7A8D90-563F-3642-A2D5-EAC412658EA1}" type="doc">
      <dgm:prSet loTypeId="urn:microsoft.com/office/officeart/2008/layout/HalfCircleOrganizationChart" loCatId="" qsTypeId="urn:microsoft.com/office/officeart/2005/8/quickstyle/simple1" qsCatId="simple" csTypeId="urn:microsoft.com/office/officeart/2005/8/colors/accent1_2" csCatId="accent1" phldr="1"/>
      <dgm:spPr/>
      <dgm:t>
        <a:bodyPr/>
        <a:lstStyle/>
        <a:p>
          <a:endParaRPr lang="en-GB"/>
        </a:p>
      </dgm:t>
    </dgm:pt>
    <dgm:pt modelId="{B07E475A-4C20-7F4A-8A7D-7F7874E4EB76}">
      <dgm:prSet phldrT="[Text]"/>
      <dgm:spPr/>
      <dgm:t>
        <a:bodyPr/>
        <a:lstStyle/>
        <a:p>
          <a:r>
            <a:rPr lang="en-GB" dirty="0">
              <a:solidFill>
                <a:schemeClr val="bg1"/>
              </a:solidFill>
            </a:rPr>
            <a:t>Machine Learning</a:t>
          </a:r>
        </a:p>
      </dgm:t>
    </dgm:pt>
    <dgm:pt modelId="{30FAA0E3-4542-A445-B652-062D1C969D67}" type="parTrans" cxnId="{AD7D9C61-D184-2A47-BE94-98079767DB7A}">
      <dgm:prSet/>
      <dgm:spPr/>
      <dgm:t>
        <a:bodyPr/>
        <a:lstStyle/>
        <a:p>
          <a:endParaRPr lang="en-GB">
            <a:solidFill>
              <a:schemeClr val="bg1"/>
            </a:solidFill>
          </a:endParaRPr>
        </a:p>
      </dgm:t>
    </dgm:pt>
    <dgm:pt modelId="{AC134E7F-22A2-754B-A85B-40602B41D2D8}" type="sibTrans" cxnId="{AD7D9C61-D184-2A47-BE94-98079767DB7A}">
      <dgm:prSet/>
      <dgm:spPr/>
      <dgm:t>
        <a:bodyPr/>
        <a:lstStyle/>
        <a:p>
          <a:endParaRPr lang="en-GB">
            <a:solidFill>
              <a:schemeClr val="bg1"/>
            </a:solidFill>
          </a:endParaRPr>
        </a:p>
      </dgm:t>
    </dgm:pt>
    <dgm:pt modelId="{65D0F5B8-278B-194D-B4E7-162FE61FC98C}">
      <dgm:prSet phldrT="[Text]"/>
      <dgm:spPr/>
      <dgm:t>
        <a:bodyPr/>
        <a:lstStyle/>
        <a:p>
          <a:r>
            <a:rPr lang="en-GB" dirty="0">
              <a:solidFill>
                <a:schemeClr val="bg1"/>
              </a:solidFill>
            </a:rPr>
            <a:t>Supervised</a:t>
          </a:r>
        </a:p>
      </dgm:t>
    </dgm:pt>
    <dgm:pt modelId="{32C16310-D3AD-574A-9F8F-D092F63C3FC4}" type="parTrans" cxnId="{1E2BD86B-400B-BF4B-8451-6B7D981FB05D}">
      <dgm:prSet/>
      <dgm:spPr/>
      <dgm:t>
        <a:bodyPr/>
        <a:lstStyle/>
        <a:p>
          <a:endParaRPr lang="en-GB">
            <a:solidFill>
              <a:schemeClr val="bg1"/>
            </a:solidFill>
          </a:endParaRPr>
        </a:p>
      </dgm:t>
    </dgm:pt>
    <dgm:pt modelId="{4D737AA8-76DF-DD41-A3C9-1C2807750A5A}" type="sibTrans" cxnId="{1E2BD86B-400B-BF4B-8451-6B7D981FB05D}">
      <dgm:prSet/>
      <dgm:spPr/>
      <dgm:t>
        <a:bodyPr/>
        <a:lstStyle/>
        <a:p>
          <a:endParaRPr lang="en-GB">
            <a:solidFill>
              <a:schemeClr val="bg1"/>
            </a:solidFill>
          </a:endParaRPr>
        </a:p>
      </dgm:t>
    </dgm:pt>
    <dgm:pt modelId="{B7463067-1763-A440-95F2-FFAF0D914151}">
      <dgm:prSet phldrT="[Text]"/>
      <dgm:spPr/>
      <dgm:t>
        <a:bodyPr/>
        <a:lstStyle/>
        <a:p>
          <a:r>
            <a:rPr lang="en-GB" dirty="0">
              <a:solidFill>
                <a:schemeClr val="bg1"/>
              </a:solidFill>
            </a:rPr>
            <a:t>Reinforcement</a:t>
          </a:r>
        </a:p>
      </dgm:t>
    </dgm:pt>
    <dgm:pt modelId="{E8663555-0347-9E4A-89B9-B099406FB369}" type="parTrans" cxnId="{FC182F65-4901-7E4C-8EDC-097BB305FB55}">
      <dgm:prSet/>
      <dgm:spPr/>
      <dgm:t>
        <a:bodyPr/>
        <a:lstStyle/>
        <a:p>
          <a:endParaRPr lang="en-GB">
            <a:solidFill>
              <a:schemeClr val="bg1"/>
            </a:solidFill>
          </a:endParaRPr>
        </a:p>
      </dgm:t>
    </dgm:pt>
    <dgm:pt modelId="{9B01667C-6FE6-DE41-925B-05F6CE70D872}" type="sibTrans" cxnId="{FC182F65-4901-7E4C-8EDC-097BB305FB55}">
      <dgm:prSet/>
      <dgm:spPr/>
      <dgm:t>
        <a:bodyPr/>
        <a:lstStyle/>
        <a:p>
          <a:endParaRPr lang="en-GB">
            <a:solidFill>
              <a:schemeClr val="bg1"/>
            </a:solidFill>
          </a:endParaRPr>
        </a:p>
      </dgm:t>
    </dgm:pt>
    <dgm:pt modelId="{DB830E21-8E7A-D64B-A3F1-EB6130087865}">
      <dgm:prSet/>
      <dgm:spPr/>
      <dgm:t>
        <a:bodyPr/>
        <a:lstStyle/>
        <a:p>
          <a:r>
            <a:rPr lang="en-GB" dirty="0">
              <a:solidFill>
                <a:schemeClr val="bg1"/>
              </a:solidFill>
            </a:rPr>
            <a:t>Unsupervised</a:t>
          </a:r>
        </a:p>
      </dgm:t>
    </dgm:pt>
    <dgm:pt modelId="{AD93230C-4593-3C4A-A8F3-3EB3BDCCB280}" type="parTrans" cxnId="{80E14592-B6BA-E440-800C-7B4E2110381C}">
      <dgm:prSet/>
      <dgm:spPr/>
      <dgm:t>
        <a:bodyPr/>
        <a:lstStyle/>
        <a:p>
          <a:endParaRPr lang="en-GB">
            <a:solidFill>
              <a:schemeClr val="bg1"/>
            </a:solidFill>
          </a:endParaRPr>
        </a:p>
      </dgm:t>
    </dgm:pt>
    <dgm:pt modelId="{0DE6A770-F0DD-374A-B5BC-B7B137C2FEBD}" type="sibTrans" cxnId="{80E14592-B6BA-E440-800C-7B4E2110381C}">
      <dgm:prSet/>
      <dgm:spPr/>
      <dgm:t>
        <a:bodyPr/>
        <a:lstStyle/>
        <a:p>
          <a:endParaRPr lang="en-GB">
            <a:solidFill>
              <a:schemeClr val="bg1"/>
            </a:solidFill>
          </a:endParaRPr>
        </a:p>
      </dgm:t>
    </dgm:pt>
    <dgm:pt modelId="{AF3E63DA-8935-0748-81A3-DE5AF63986D7}">
      <dgm:prSet/>
      <dgm:spPr/>
      <dgm:t>
        <a:bodyPr/>
        <a:lstStyle/>
        <a:p>
          <a:r>
            <a:rPr lang="en-GB" dirty="0">
              <a:solidFill>
                <a:schemeClr val="bg1"/>
              </a:solidFill>
            </a:rPr>
            <a:t>Continuous</a:t>
          </a:r>
        </a:p>
      </dgm:t>
    </dgm:pt>
    <dgm:pt modelId="{816E829C-C26E-4D4B-84B4-EC7A36D5687C}" type="parTrans" cxnId="{09ADDAED-8F7D-4B43-9831-C7B1123EFA0C}">
      <dgm:prSet/>
      <dgm:spPr/>
      <dgm:t>
        <a:bodyPr/>
        <a:lstStyle/>
        <a:p>
          <a:endParaRPr lang="en-GB">
            <a:solidFill>
              <a:schemeClr val="bg1"/>
            </a:solidFill>
          </a:endParaRPr>
        </a:p>
      </dgm:t>
    </dgm:pt>
    <dgm:pt modelId="{79B352BD-7431-B249-B7C6-2418BC0ADC0D}" type="sibTrans" cxnId="{09ADDAED-8F7D-4B43-9831-C7B1123EFA0C}">
      <dgm:prSet/>
      <dgm:spPr/>
      <dgm:t>
        <a:bodyPr/>
        <a:lstStyle/>
        <a:p>
          <a:endParaRPr lang="en-GB">
            <a:solidFill>
              <a:schemeClr val="bg1"/>
            </a:solidFill>
          </a:endParaRPr>
        </a:p>
      </dgm:t>
    </dgm:pt>
    <dgm:pt modelId="{76328D07-0A0F-3242-8D2A-874596194ACA}">
      <dgm:prSet/>
      <dgm:spPr/>
      <dgm:t>
        <a:bodyPr/>
        <a:lstStyle/>
        <a:p>
          <a:r>
            <a:rPr lang="en-GB" dirty="0">
              <a:solidFill>
                <a:schemeClr val="bg1"/>
              </a:solidFill>
            </a:rPr>
            <a:t>Regression</a:t>
          </a:r>
        </a:p>
      </dgm:t>
    </dgm:pt>
    <dgm:pt modelId="{F213F402-5E07-A34C-AC14-C40F854D87AE}" type="parTrans" cxnId="{223333C6-57BC-F641-8892-75D94758588A}">
      <dgm:prSet/>
      <dgm:spPr/>
      <dgm:t>
        <a:bodyPr/>
        <a:lstStyle/>
        <a:p>
          <a:endParaRPr lang="en-GB">
            <a:solidFill>
              <a:schemeClr val="bg1"/>
            </a:solidFill>
          </a:endParaRPr>
        </a:p>
      </dgm:t>
    </dgm:pt>
    <dgm:pt modelId="{9FE5680E-C9C8-1548-8233-596944453A0F}" type="sibTrans" cxnId="{223333C6-57BC-F641-8892-75D94758588A}">
      <dgm:prSet/>
      <dgm:spPr/>
      <dgm:t>
        <a:bodyPr/>
        <a:lstStyle/>
        <a:p>
          <a:endParaRPr lang="en-GB">
            <a:solidFill>
              <a:schemeClr val="bg1"/>
            </a:solidFill>
          </a:endParaRPr>
        </a:p>
      </dgm:t>
    </dgm:pt>
    <dgm:pt modelId="{9DCF91BE-4D8D-DF4F-840C-79DC31A157E3}">
      <dgm:prSet/>
      <dgm:spPr/>
      <dgm:t>
        <a:bodyPr/>
        <a:lstStyle/>
        <a:p>
          <a:r>
            <a:rPr lang="en-GB" dirty="0">
              <a:solidFill>
                <a:schemeClr val="bg1"/>
              </a:solidFill>
            </a:rPr>
            <a:t>Discrete</a:t>
          </a:r>
        </a:p>
      </dgm:t>
    </dgm:pt>
    <dgm:pt modelId="{4DAF309D-5CB5-7D47-B24F-EC648CC9A568}" type="parTrans" cxnId="{7A993AEF-70E4-B24F-ADE7-E6BC1D832902}">
      <dgm:prSet/>
      <dgm:spPr/>
      <dgm:t>
        <a:bodyPr/>
        <a:lstStyle/>
        <a:p>
          <a:endParaRPr lang="en-GB">
            <a:solidFill>
              <a:schemeClr val="bg1"/>
            </a:solidFill>
          </a:endParaRPr>
        </a:p>
      </dgm:t>
    </dgm:pt>
    <dgm:pt modelId="{3A834AFE-C4E9-3E48-A116-E411B54A0FA0}" type="sibTrans" cxnId="{7A993AEF-70E4-B24F-ADE7-E6BC1D832902}">
      <dgm:prSet/>
      <dgm:spPr/>
      <dgm:t>
        <a:bodyPr/>
        <a:lstStyle/>
        <a:p>
          <a:endParaRPr lang="en-GB">
            <a:solidFill>
              <a:schemeClr val="bg1"/>
            </a:solidFill>
          </a:endParaRPr>
        </a:p>
      </dgm:t>
    </dgm:pt>
    <dgm:pt modelId="{7E0EFC48-52F7-E742-8EDD-ECF682E91E3A}">
      <dgm:prSet/>
      <dgm:spPr/>
      <dgm:t>
        <a:bodyPr/>
        <a:lstStyle/>
        <a:p>
          <a:r>
            <a:rPr lang="en-GB" dirty="0">
              <a:solidFill>
                <a:schemeClr val="bg1"/>
              </a:solidFill>
            </a:rPr>
            <a:t>Classification</a:t>
          </a:r>
        </a:p>
      </dgm:t>
    </dgm:pt>
    <dgm:pt modelId="{BAE81520-E07C-284E-AEA2-30A8004FF7BA}" type="parTrans" cxnId="{5D627002-521E-014F-9194-D3AED46DD39B}">
      <dgm:prSet/>
      <dgm:spPr/>
      <dgm:t>
        <a:bodyPr/>
        <a:lstStyle/>
        <a:p>
          <a:endParaRPr lang="en-GB">
            <a:solidFill>
              <a:schemeClr val="bg1"/>
            </a:solidFill>
          </a:endParaRPr>
        </a:p>
      </dgm:t>
    </dgm:pt>
    <dgm:pt modelId="{60F0B7FE-FB37-FD48-A5D8-9C9846DD5D35}" type="sibTrans" cxnId="{5D627002-521E-014F-9194-D3AED46DD39B}">
      <dgm:prSet/>
      <dgm:spPr/>
      <dgm:t>
        <a:bodyPr/>
        <a:lstStyle/>
        <a:p>
          <a:endParaRPr lang="en-GB">
            <a:solidFill>
              <a:schemeClr val="bg1"/>
            </a:solidFill>
          </a:endParaRPr>
        </a:p>
      </dgm:t>
    </dgm:pt>
    <dgm:pt modelId="{FEA19689-A907-544C-AF19-36DF11982B11}">
      <dgm:prSet/>
      <dgm:spPr/>
      <dgm:t>
        <a:bodyPr/>
        <a:lstStyle/>
        <a:p>
          <a:r>
            <a:rPr lang="en-GB" dirty="0">
              <a:solidFill>
                <a:schemeClr val="bg1"/>
              </a:solidFill>
            </a:rPr>
            <a:t>No target variable</a:t>
          </a:r>
        </a:p>
      </dgm:t>
    </dgm:pt>
    <dgm:pt modelId="{F87F35E3-4ECD-5B48-B867-0160842AF3ED}" type="parTrans" cxnId="{3847A231-AF50-1740-B053-A89767E52727}">
      <dgm:prSet/>
      <dgm:spPr/>
      <dgm:t>
        <a:bodyPr/>
        <a:lstStyle/>
        <a:p>
          <a:endParaRPr lang="en-GB">
            <a:solidFill>
              <a:schemeClr val="bg1"/>
            </a:solidFill>
          </a:endParaRPr>
        </a:p>
      </dgm:t>
    </dgm:pt>
    <dgm:pt modelId="{082A8DEC-E759-524A-979A-6104E7B8256A}" type="sibTrans" cxnId="{3847A231-AF50-1740-B053-A89767E52727}">
      <dgm:prSet/>
      <dgm:spPr/>
      <dgm:t>
        <a:bodyPr/>
        <a:lstStyle/>
        <a:p>
          <a:endParaRPr lang="en-GB">
            <a:solidFill>
              <a:schemeClr val="bg1"/>
            </a:solidFill>
          </a:endParaRPr>
        </a:p>
      </dgm:t>
    </dgm:pt>
    <dgm:pt modelId="{F67F47C5-77E6-6840-B2E3-CACCEF7A93CC}">
      <dgm:prSet/>
      <dgm:spPr/>
      <dgm:t>
        <a:bodyPr/>
        <a:lstStyle/>
        <a:p>
          <a:r>
            <a:rPr lang="en-GB" dirty="0">
              <a:solidFill>
                <a:schemeClr val="bg1"/>
              </a:solidFill>
            </a:rPr>
            <a:t>Clustering</a:t>
          </a:r>
        </a:p>
      </dgm:t>
    </dgm:pt>
    <dgm:pt modelId="{BCE2D8C3-20DC-F845-BE3D-9B8DA3266FB7}" type="parTrans" cxnId="{D737349D-AA9A-2240-9223-B37DD2D4FC20}">
      <dgm:prSet/>
      <dgm:spPr/>
      <dgm:t>
        <a:bodyPr/>
        <a:lstStyle/>
        <a:p>
          <a:endParaRPr lang="en-GB">
            <a:solidFill>
              <a:schemeClr val="bg1"/>
            </a:solidFill>
          </a:endParaRPr>
        </a:p>
      </dgm:t>
    </dgm:pt>
    <dgm:pt modelId="{6E7E2C8F-C099-5145-B3BE-1415FA676804}" type="sibTrans" cxnId="{D737349D-AA9A-2240-9223-B37DD2D4FC20}">
      <dgm:prSet/>
      <dgm:spPr/>
      <dgm:t>
        <a:bodyPr/>
        <a:lstStyle/>
        <a:p>
          <a:endParaRPr lang="en-GB">
            <a:solidFill>
              <a:schemeClr val="bg1"/>
            </a:solidFill>
          </a:endParaRPr>
        </a:p>
      </dgm:t>
    </dgm:pt>
    <dgm:pt modelId="{F5B78031-34E2-894E-9B25-99792F4BDAD8}">
      <dgm:prSet/>
      <dgm:spPr/>
      <dgm:t>
        <a:bodyPr/>
        <a:lstStyle/>
        <a:p>
          <a:r>
            <a:rPr lang="en-GB" dirty="0">
              <a:solidFill>
                <a:schemeClr val="bg1"/>
              </a:solidFill>
            </a:rPr>
            <a:t>Association</a:t>
          </a:r>
        </a:p>
      </dgm:t>
    </dgm:pt>
    <dgm:pt modelId="{393A97DB-3E6B-BB4F-945B-B4D9E761DB45}" type="parTrans" cxnId="{59E3F2B2-3A38-8545-B3A7-143F8D46E074}">
      <dgm:prSet/>
      <dgm:spPr/>
      <dgm:t>
        <a:bodyPr/>
        <a:lstStyle/>
        <a:p>
          <a:endParaRPr lang="en-GB">
            <a:solidFill>
              <a:schemeClr val="bg1"/>
            </a:solidFill>
          </a:endParaRPr>
        </a:p>
      </dgm:t>
    </dgm:pt>
    <dgm:pt modelId="{D269A601-8EDB-CE41-9627-CD172A82C722}" type="sibTrans" cxnId="{59E3F2B2-3A38-8545-B3A7-143F8D46E074}">
      <dgm:prSet/>
      <dgm:spPr/>
      <dgm:t>
        <a:bodyPr/>
        <a:lstStyle/>
        <a:p>
          <a:endParaRPr lang="en-GB">
            <a:solidFill>
              <a:schemeClr val="bg1"/>
            </a:solidFill>
          </a:endParaRPr>
        </a:p>
      </dgm:t>
    </dgm:pt>
    <dgm:pt modelId="{C05587E1-E5CF-2744-9C45-75F2252BFFBB}">
      <dgm:prSet/>
      <dgm:spPr/>
      <dgm:t>
        <a:bodyPr/>
        <a:lstStyle/>
        <a:p>
          <a:r>
            <a:rPr lang="en-GB" dirty="0">
              <a:solidFill>
                <a:schemeClr val="bg1"/>
              </a:solidFill>
            </a:rPr>
            <a:t>Continuous</a:t>
          </a:r>
        </a:p>
      </dgm:t>
    </dgm:pt>
    <dgm:pt modelId="{1023C816-C53E-534B-A8A9-4E475AF45A03}" type="parTrans" cxnId="{DF0B9090-7D60-6C4E-A493-2F4B472CE408}">
      <dgm:prSet/>
      <dgm:spPr/>
      <dgm:t>
        <a:bodyPr/>
        <a:lstStyle/>
        <a:p>
          <a:endParaRPr lang="en-GB">
            <a:solidFill>
              <a:schemeClr val="bg1"/>
            </a:solidFill>
          </a:endParaRPr>
        </a:p>
      </dgm:t>
    </dgm:pt>
    <dgm:pt modelId="{A8ED484A-8E73-8444-929C-F1B4EC7527EC}" type="sibTrans" cxnId="{DF0B9090-7D60-6C4E-A493-2F4B472CE408}">
      <dgm:prSet/>
      <dgm:spPr/>
      <dgm:t>
        <a:bodyPr/>
        <a:lstStyle/>
        <a:p>
          <a:endParaRPr lang="en-GB">
            <a:solidFill>
              <a:schemeClr val="bg1"/>
            </a:solidFill>
          </a:endParaRPr>
        </a:p>
      </dgm:t>
    </dgm:pt>
    <dgm:pt modelId="{670AA7E3-3AA8-A443-B448-16440FFDCCD2}">
      <dgm:prSet/>
      <dgm:spPr/>
      <dgm:t>
        <a:bodyPr/>
        <a:lstStyle/>
        <a:p>
          <a:r>
            <a:rPr lang="en-GB" dirty="0">
              <a:solidFill>
                <a:schemeClr val="bg1"/>
              </a:solidFill>
            </a:rPr>
            <a:t>No target variable</a:t>
          </a:r>
        </a:p>
      </dgm:t>
    </dgm:pt>
    <dgm:pt modelId="{9EA45F85-1ED3-8B4E-8202-D58C888C4D19}" type="parTrans" cxnId="{1B9027C0-8BBB-9343-B8EE-FF9ACAAEAA11}">
      <dgm:prSet/>
      <dgm:spPr/>
      <dgm:t>
        <a:bodyPr/>
        <a:lstStyle/>
        <a:p>
          <a:endParaRPr lang="en-GB">
            <a:solidFill>
              <a:schemeClr val="bg1"/>
            </a:solidFill>
          </a:endParaRPr>
        </a:p>
      </dgm:t>
    </dgm:pt>
    <dgm:pt modelId="{A1A4F16A-99F8-5E45-AFA9-A60B7B2F998E}" type="sibTrans" cxnId="{1B9027C0-8BBB-9343-B8EE-FF9ACAAEAA11}">
      <dgm:prSet/>
      <dgm:spPr/>
      <dgm:t>
        <a:bodyPr/>
        <a:lstStyle/>
        <a:p>
          <a:endParaRPr lang="en-GB">
            <a:solidFill>
              <a:schemeClr val="bg1"/>
            </a:solidFill>
          </a:endParaRPr>
        </a:p>
      </dgm:t>
    </dgm:pt>
    <dgm:pt modelId="{1F0827B2-492C-2A44-8E7F-904CE1E27273}">
      <dgm:prSet/>
      <dgm:spPr/>
      <dgm:t>
        <a:bodyPr/>
        <a:lstStyle/>
        <a:p>
          <a:r>
            <a:rPr lang="en-GB" dirty="0">
              <a:solidFill>
                <a:schemeClr val="bg1"/>
              </a:solidFill>
            </a:rPr>
            <a:t>Classification</a:t>
          </a:r>
        </a:p>
      </dgm:t>
    </dgm:pt>
    <dgm:pt modelId="{9DDBB2C9-3F6E-ED48-88DF-B52F91472984}" type="parTrans" cxnId="{4FBB9B5B-4A50-AD4C-9E7E-AA56DB38B94E}">
      <dgm:prSet/>
      <dgm:spPr/>
      <dgm:t>
        <a:bodyPr/>
        <a:lstStyle/>
        <a:p>
          <a:endParaRPr lang="en-GB">
            <a:solidFill>
              <a:schemeClr val="bg1"/>
            </a:solidFill>
          </a:endParaRPr>
        </a:p>
      </dgm:t>
    </dgm:pt>
    <dgm:pt modelId="{6C12CFD7-524F-4A4C-AB55-4B038600716C}" type="sibTrans" cxnId="{4FBB9B5B-4A50-AD4C-9E7E-AA56DB38B94E}">
      <dgm:prSet/>
      <dgm:spPr/>
      <dgm:t>
        <a:bodyPr/>
        <a:lstStyle/>
        <a:p>
          <a:endParaRPr lang="en-GB">
            <a:solidFill>
              <a:schemeClr val="bg1"/>
            </a:solidFill>
          </a:endParaRPr>
        </a:p>
      </dgm:t>
    </dgm:pt>
    <dgm:pt modelId="{E8A50A18-7D8B-5642-BA6B-00884952A95B}">
      <dgm:prSet/>
      <dgm:spPr/>
      <dgm:t>
        <a:bodyPr/>
        <a:lstStyle/>
        <a:p>
          <a:r>
            <a:rPr lang="en-GB" dirty="0">
              <a:solidFill>
                <a:schemeClr val="bg1"/>
              </a:solidFill>
            </a:rPr>
            <a:t>Control</a:t>
          </a:r>
        </a:p>
      </dgm:t>
    </dgm:pt>
    <dgm:pt modelId="{BC913368-1F88-304C-BA12-8C2193805DBC}" type="parTrans" cxnId="{5E2A02B0-DB1E-8442-A9E7-1567BB13557F}">
      <dgm:prSet/>
      <dgm:spPr/>
      <dgm:t>
        <a:bodyPr/>
        <a:lstStyle/>
        <a:p>
          <a:endParaRPr lang="en-GB">
            <a:solidFill>
              <a:schemeClr val="bg1"/>
            </a:solidFill>
          </a:endParaRPr>
        </a:p>
      </dgm:t>
    </dgm:pt>
    <dgm:pt modelId="{BAD735AF-DFA0-BF45-8CE7-7BF9D10C7D31}" type="sibTrans" cxnId="{5E2A02B0-DB1E-8442-A9E7-1567BB13557F}">
      <dgm:prSet/>
      <dgm:spPr/>
      <dgm:t>
        <a:bodyPr/>
        <a:lstStyle/>
        <a:p>
          <a:endParaRPr lang="en-GB">
            <a:solidFill>
              <a:schemeClr val="bg1"/>
            </a:solidFill>
          </a:endParaRPr>
        </a:p>
      </dgm:t>
    </dgm:pt>
    <dgm:pt modelId="{8F27E30A-ECB2-4259-8361-ADB3023FB557}">
      <dgm:prSet/>
      <dgm:spPr/>
      <dgm:t>
        <a:bodyPr/>
        <a:lstStyle/>
        <a:p>
          <a:r>
            <a:rPr lang="en-GB" dirty="0">
              <a:solidFill>
                <a:schemeClr val="bg1"/>
              </a:solidFill>
            </a:rPr>
            <a:t>Semi-supervised</a:t>
          </a:r>
        </a:p>
      </dgm:t>
    </dgm:pt>
    <dgm:pt modelId="{FBE63F2F-6898-4F70-94AD-C54E929D8848}" type="parTrans" cxnId="{43A1282F-DBAF-4107-842B-44162312CBB8}">
      <dgm:prSet/>
      <dgm:spPr/>
      <dgm:t>
        <a:bodyPr/>
        <a:lstStyle/>
        <a:p>
          <a:endParaRPr lang="en-GB">
            <a:solidFill>
              <a:schemeClr val="bg1"/>
            </a:solidFill>
          </a:endParaRPr>
        </a:p>
      </dgm:t>
    </dgm:pt>
    <dgm:pt modelId="{6A25D4EA-B889-4258-9A8F-794B9C57C00C}" type="sibTrans" cxnId="{43A1282F-DBAF-4107-842B-44162312CBB8}">
      <dgm:prSet/>
      <dgm:spPr/>
      <dgm:t>
        <a:bodyPr/>
        <a:lstStyle/>
        <a:p>
          <a:endParaRPr lang="en-GB">
            <a:solidFill>
              <a:schemeClr val="bg1"/>
            </a:solidFill>
          </a:endParaRPr>
        </a:p>
      </dgm:t>
    </dgm:pt>
    <dgm:pt modelId="{B5231E8E-C5E8-433A-A2CD-C2C4F510BB0A}">
      <dgm:prSet/>
      <dgm:spPr/>
      <dgm:t>
        <a:bodyPr/>
        <a:lstStyle/>
        <a:p>
          <a:r>
            <a:rPr lang="en-GB" dirty="0">
              <a:solidFill>
                <a:schemeClr val="bg1"/>
              </a:solidFill>
            </a:rPr>
            <a:t>Continuous</a:t>
          </a:r>
        </a:p>
      </dgm:t>
    </dgm:pt>
    <dgm:pt modelId="{31111D92-5C34-4913-AAC1-8BA9B4147999}" type="parTrans" cxnId="{1EDCA8A7-3539-4BC5-A317-1DCE3D8C17A4}">
      <dgm:prSet/>
      <dgm:spPr/>
      <dgm:t>
        <a:bodyPr/>
        <a:lstStyle/>
        <a:p>
          <a:endParaRPr lang="en-GB">
            <a:solidFill>
              <a:schemeClr val="bg1"/>
            </a:solidFill>
          </a:endParaRPr>
        </a:p>
      </dgm:t>
    </dgm:pt>
    <dgm:pt modelId="{597140BF-CCAA-4E84-B9B8-2F113A6EF258}" type="sibTrans" cxnId="{1EDCA8A7-3539-4BC5-A317-1DCE3D8C17A4}">
      <dgm:prSet/>
      <dgm:spPr/>
      <dgm:t>
        <a:bodyPr/>
        <a:lstStyle/>
        <a:p>
          <a:endParaRPr lang="en-GB">
            <a:solidFill>
              <a:schemeClr val="bg1"/>
            </a:solidFill>
          </a:endParaRPr>
        </a:p>
      </dgm:t>
    </dgm:pt>
    <dgm:pt modelId="{29A6E8EB-3985-4AC5-B00C-9700E719E03C}">
      <dgm:prSet/>
      <dgm:spPr/>
      <dgm:t>
        <a:bodyPr/>
        <a:lstStyle/>
        <a:p>
          <a:r>
            <a:rPr lang="en-GB" dirty="0">
              <a:solidFill>
                <a:schemeClr val="bg1"/>
              </a:solidFill>
            </a:rPr>
            <a:t>Discrete</a:t>
          </a:r>
        </a:p>
      </dgm:t>
    </dgm:pt>
    <dgm:pt modelId="{6B64D80A-616E-4F64-BA0F-88DCFD8022A6}" type="parTrans" cxnId="{5C29B53D-265B-4FC0-9BDD-E2B6497AEBD3}">
      <dgm:prSet/>
      <dgm:spPr/>
      <dgm:t>
        <a:bodyPr/>
        <a:lstStyle/>
        <a:p>
          <a:endParaRPr lang="en-GB">
            <a:solidFill>
              <a:schemeClr val="bg1"/>
            </a:solidFill>
          </a:endParaRPr>
        </a:p>
      </dgm:t>
    </dgm:pt>
    <dgm:pt modelId="{09FC176A-0175-497D-9E18-D595C9226FE0}" type="sibTrans" cxnId="{5C29B53D-265B-4FC0-9BDD-E2B6497AEBD3}">
      <dgm:prSet/>
      <dgm:spPr/>
      <dgm:t>
        <a:bodyPr/>
        <a:lstStyle/>
        <a:p>
          <a:endParaRPr lang="en-GB">
            <a:solidFill>
              <a:schemeClr val="bg1"/>
            </a:solidFill>
          </a:endParaRPr>
        </a:p>
      </dgm:t>
    </dgm:pt>
    <dgm:pt modelId="{53D0144A-B2C1-4668-B23A-8778E59D01B4}">
      <dgm:prSet/>
      <dgm:spPr/>
      <dgm:t>
        <a:bodyPr/>
        <a:lstStyle/>
        <a:p>
          <a:r>
            <a:rPr lang="en-GB" dirty="0">
              <a:solidFill>
                <a:schemeClr val="bg1"/>
              </a:solidFill>
            </a:rPr>
            <a:t>No target variable</a:t>
          </a:r>
        </a:p>
      </dgm:t>
    </dgm:pt>
    <dgm:pt modelId="{AED5766A-07A8-447E-AF55-F91C779AB635}" type="parTrans" cxnId="{C516195A-7FAA-4C24-AFC3-28A7A3E407FD}">
      <dgm:prSet/>
      <dgm:spPr/>
      <dgm:t>
        <a:bodyPr/>
        <a:lstStyle/>
        <a:p>
          <a:endParaRPr lang="en-GB">
            <a:solidFill>
              <a:schemeClr val="bg1"/>
            </a:solidFill>
          </a:endParaRPr>
        </a:p>
      </dgm:t>
    </dgm:pt>
    <dgm:pt modelId="{995E65C6-B529-4E0C-A12D-767C1989EABA}" type="sibTrans" cxnId="{C516195A-7FAA-4C24-AFC3-28A7A3E407FD}">
      <dgm:prSet/>
      <dgm:spPr/>
      <dgm:t>
        <a:bodyPr/>
        <a:lstStyle/>
        <a:p>
          <a:endParaRPr lang="en-GB">
            <a:solidFill>
              <a:schemeClr val="bg1"/>
            </a:solidFill>
          </a:endParaRPr>
        </a:p>
      </dgm:t>
    </dgm:pt>
    <dgm:pt modelId="{C60C67B9-8648-46F8-BA43-7DAAFA1F8859}">
      <dgm:prSet/>
      <dgm:spPr/>
      <dgm:t>
        <a:bodyPr/>
        <a:lstStyle/>
        <a:p>
          <a:r>
            <a:rPr lang="en-GB" dirty="0">
              <a:solidFill>
                <a:schemeClr val="bg1"/>
              </a:solidFill>
            </a:rPr>
            <a:t>Regression</a:t>
          </a:r>
        </a:p>
      </dgm:t>
    </dgm:pt>
    <dgm:pt modelId="{72FA552B-1B05-4F11-ABE1-8B06CB89FC18}" type="parTrans" cxnId="{E11C3FB3-B172-43A1-AC19-20CF475E1888}">
      <dgm:prSet/>
      <dgm:spPr/>
      <dgm:t>
        <a:bodyPr/>
        <a:lstStyle/>
        <a:p>
          <a:endParaRPr lang="en-GB">
            <a:solidFill>
              <a:schemeClr val="bg1"/>
            </a:solidFill>
          </a:endParaRPr>
        </a:p>
      </dgm:t>
    </dgm:pt>
    <dgm:pt modelId="{BB03B75D-381E-4FF9-B9C5-462B7CBF8F6F}" type="sibTrans" cxnId="{E11C3FB3-B172-43A1-AC19-20CF475E1888}">
      <dgm:prSet/>
      <dgm:spPr/>
      <dgm:t>
        <a:bodyPr/>
        <a:lstStyle/>
        <a:p>
          <a:endParaRPr lang="en-GB">
            <a:solidFill>
              <a:schemeClr val="bg1"/>
            </a:solidFill>
          </a:endParaRPr>
        </a:p>
      </dgm:t>
    </dgm:pt>
    <dgm:pt modelId="{44E37EA0-E100-4D01-8CD4-7021EA8F1B98}">
      <dgm:prSet/>
      <dgm:spPr/>
      <dgm:t>
        <a:bodyPr/>
        <a:lstStyle/>
        <a:p>
          <a:r>
            <a:rPr lang="en-GB" dirty="0">
              <a:solidFill>
                <a:schemeClr val="bg1"/>
              </a:solidFill>
            </a:rPr>
            <a:t>Classification</a:t>
          </a:r>
        </a:p>
      </dgm:t>
    </dgm:pt>
    <dgm:pt modelId="{19F8FB82-07FA-4BCF-BCD0-9C6C31425A6C}" type="parTrans" cxnId="{810F1E66-0BA6-47FB-B6DD-17709FAE8212}">
      <dgm:prSet/>
      <dgm:spPr/>
      <dgm:t>
        <a:bodyPr/>
        <a:lstStyle/>
        <a:p>
          <a:endParaRPr lang="en-GB">
            <a:solidFill>
              <a:schemeClr val="bg1"/>
            </a:solidFill>
          </a:endParaRPr>
        </a:p>
      </dgm:t>
    </dgm:pt>
    <dgm:pt modelId="{6F56C521-6ADC-4352-926F-3DCFE8B417E1}" type="sibTrans" cxnId="{810F1E66-0BA6-47FB-B6DD-17709FAE8212}">
      <dgm:prSet/>
      <dgm:spPr/>
      <dgm:t>
        <a:bodyPr/>
        <a:lstStyle/>
        <a:p>
          <a:endParaRPr lang="en-GB">
            <a:solidFill>
              <a:schemeClr val="bg1"/>
            </a:solidFill>
          </a:endParaRPr>
        </a:p>
      </dgm:t>
    </dgm:pt>
    <dgm:pt modelId="{6728EA21-4BD3-4EA5-9241-B0F5D058E744}">
      <dgm:prSet/>
      <dgm:spPr/>
      <dgm:t>
        <a:bodyPr/>
        <a:lstStyle/>
        <a:p>
          <a:r>
            <a:rPr lang="en-GB" dirty="0">
              <a:solidFill>
                <a:schemeClr val="bg1"/>
              </a:solidFill>
            </a:rPr>
            <a:t>Clustering</a:t>
          </a:r>
        </a:p>
      </dgm:t>
    </dgm:pt>
    <dgm:pt modelId="{CFC73329-00B2-4489-84B3-2DF5F7552FAA}" type="parTrans" cxnId="{4C9F7B6C-6B03-48F3-B04A-485B8D6BA48E}">
      <dgm:prSet/>
      <dgm:spPr/>
      <dgm:t>
        <a:bodyPr/>
        <a:lstStyle/>
        <a:p>
          <a:endParaRPr lang="en-GB">
            <a:solidFill>
              <a:schemeClr val="bg1"/>
            </a:solidFill>
          </a:endParaRPr>
        </a:p>
      </dgm:t>
    </dgm:pt>
    <dgm:pt modelId="{60EA140C-1666-460E-8E5A-78B8D241EF78}" type="sibTrans" cxnId="{4C9F7B6C-6B03-48F3-B04A-485B8D6BA48E}">
      <dgm:prSet/>
      <dgm:spPr/>
      <dgm:t>
        <a:bodyPr/>
        <a:lstStyle/>
        <a:p>
          <a:endParaRPr lang="en-GB">
            <a:solidFill>
              <a:schemeClr val="bg1"/>
            </a:solidFill>
          </a:endParaRPr>
        </a:p>
      </dgm:t>
    </dgm:pt>
    <dgm:pt modelId="{C593B4D1-4C4B-C44E-8FFA-DEF547FC0AFF}" type="pres">
      <dgm:prSet presAssocID="{0D7A8D90-563F-3642-A2D5-EAC412658EA1}" presName="Name0" presStyleCnt="0">
        <dgm:presLayoutVars>
          <dgm:orgChart val="1"/>
          <dgm:chPref val="1"/>
          <dgm:dir/>
          <dgm:animOne val="branch"/>
          <dgm:animLvl val="lvl"/>
          <dgm:resizeHandles/>
        </dgm:presLayoutVars>
      </dgm:prSet>
      <dgm:spPr/>
    </dgm:pt>
    <dgm:pt modelId="{C6BD5FFE-9854-C240-9DCB-B3BA40427F90}" type="pres">
      <dgm:prSet presAssocID="{B07E475A-4C20-7F4A-8A7D-7F7874E4EB76}" presName="hierRoot1" presStyleCnt="0">
        <dgm:presLayoutVars>
          <dgm:hierBranch val="init"/>
        </dgm:presLayoutVars>
      </dgm:prSet>
      <dgm:spPr/>
    </dgm:pt>
    <dgm:pt modelId="{57298301-F2A6-CE40-A2E4-01873ED424E5}" type="pres">
      <dgm:prSet presAssocID="{B07E475A-4C20-7F4A-8A7D-7F7874E4EB76}" presName="rootComposite1" presStyleCnt="0"/>
      <dgm:spPr/>
    </dgm:pt>
    <dgm:pt modelId="{75B6835E-E397-6A4C-A518-AEEC16611B70}" type="pres">
      <dgm:prSet presAssocID="{B07E475A-4C20-7F4A-8A7D-7F7874E4EB76}" presName="rootText1" presStyleLbl="alignAcc1" presStyleIdx="0" presStyleCnt="0">
        <dgm:presLayoutVars>
          <dgm:chPref val="3"/>
        </dgm:presLayoutVars>
      </dgm:prSet>
      <dgm:spPr/>
    </dgm:pt>
    <dgm:pt modelId="{A5A5B1A9-1EBA-8C41-A919-8E002D318711}" type="pres">
      <dgm:prSet presAssocID="{B07E475A-4C20-7F4A-8A7D-7F7874E4EB76}" presName="topArc1" presStyleLbl="parChTrans1D1" presStyleIdx="0" presStyleCnt="44"/>
      <dgm:spPr/>
    </dgm:pt>
    <dgm:pt modelId="{9DA7CA9B-4EE5-BB44-B1D9-FF8554D90DDC}" type="pres">
      <dgm:prSet presAssocID="{B07E475A-4C20-7F4A-8A7D-7F7874E4EB76}" presName="bottomArc1" presStyleLbl="parChTrans1D1" presStyleIdx="1" presStyleCnt="44"/>
      <dgm:spPr/>
    </dgm:pt>
    <dgm:pt modelId="{B30A2A80-BE36-5142-86A9-C09EF51520C4}" type="pres">
      <dgm:prSet presAssocID="{B07E475A-4C20-7F4A-8A7D-7F7874E4EB76}" presName="topConnNode1" presStyleLbl="node1" presStyleIdx="0" presStyleCnt="0"/>
      <dgm:spPr/>
    </dgm:pt>
    <dgm:pt modelId="{C55A006F-9397-D34B-B864-CFB06ABC3003}" type="pres">
      <dgm:prSet presAssocID="{B07E475A-4C20-7F4A-8A7D-7F7874E4EB76}" presName="hierChild2" presStyleCnt="0"/>
      <dgm:spPr/>
    </dgm:pt>
    <dgm:pt modelId="{128877DC-7336-464B-9815-5C0055AD1FD4}" type="pres">
      <dgm:prSet presAssocID="{32C16310-D3AD-574A-9F8F-D092F63C3FC4}" presName="Name28" presStyleLbl="parChTrans1D2" presStyleIdx="0" presStyleCnt="4"/>
      <dgm:spPr/>
    </dgm:pt>
    <dgm:pt modelId="{C32B97F3-A652-AA49-B787-DF31000F9CEA}" type="pres">
      <dgm:prSet presAssocID="{65D0F5B8-278B-194D-B4E7-162FE61FC98C}" presName="hierRoot2" presStyleCnt="0">
        <dgm:presLayoutVars>
          <dgm:hierBranch val="init"/>
        </dgm:presLayoutVars>
      </dgm:prSet>
      <dgm:spPr/>
    </dgm:pt>
    <dgm:pt modelId="{2AE52BAF-6C46-704A-9D1F-CF41F8AF7279}" type="pres">
      <dgm:prSet presAssocID="{65D0F5B8-278B-194D-B4E7-162FE61FC98C}" presName="rootComposite2" presStyleCnt="0"/>
      <dgm:spPr/>
    </dgm:pt>
    <dgm:pt modelId="{8DE7FBA2-37B9-6748-B372-F063B5962BDE}" type="pres">
      <dgm:prSet presAssocID="{65D0F5B8-278B-194D-B4E7-162FE61FC98C}" presName="rootText2" presStyleLbl="alignAcc1" presStyleIdx="0" presStyleCnt="0">
        <dgm:presLayoutVars>
          <dgm:chPref val="3"/>
        </dgm:presLayoutVars>
      </dgm:prSet>
      <dgm:spPr/>
    </dgm:pt>
    <dgm:pt modelId="{7B12E7EB-9A8F-8442-9D1A-CB35B91A9ECE}" type="pres">
      <dgm:prSet presAssocID="{65D0F5B8-278B-194D-B4E7-162FE61FC98C}" presName="topArc2" presStyleLbl="parChTrans1D1" presStyleIdx="2" presStyleCnt="44"/>
      <dgm:spPr/>
    </dgm:pt>
    <dgm:pt modelId="{91B6DD64-519A-9549-8694-4CD59CA8DC1F}" type="pres">
      <dgm:prSet presAssocID="{65D0F5B8-278B-194D-B4E7-162FE61FC98C}" presName="bottomArc2" presStyleLbl="parChTrans1D1" presStyleIdx="3" presStyleCnt="44"/>
      <dgm:spPr/>
    </dgm:pt>
    <dgm:pt modelId="{10FE74B4-83D5-2947-87B1-CF6F0993220A}" type="pres">
      <dgm:prSet presAssocID="{65D0F5B8-278B-194D-B4E7-162FE61FC98C}" presName="topConnNode2" presStyleLbl="node2" presStyleIdx="0" presStyleCnt="0"/>
      <dgm:spPr/>
    </dgm:pt>
    <dgm:pt modelId="{BECC7E1F-0074-634A-B227-0FE39B56067C}" type="pres">
      <dgm:prSet presAssocID="{65D0F5B8-278B-194D-B4E7-162FE61FC98C}" presName="hierChild4" presStyleCnt="0"/>
      <dgm:spPr/>
    </dgm:pt>
    <dgm:pt modelId="{748F260D-9947-6344-BF03-00184C4A0139}" type="pres">
      <dgm:prSet presAssocID="{816E829C-C26E-4D4B-84B4-EC7A36D5687C}" presName="Name28" presStyleLbl="parChTrans1D3" presStyleIdx="0" presStyleCnt="8"/>
      <dgm:spPr/>
    </dgm:pt>
    <dgm:pt modelId="{FB0889A6-7F02-A341-B33A-1BAC74F980DB}" type="pres">
      <dgm:prSet presAssocID="{AF3E63DA-8935-0748-81A3-DE5AF63986D7}" presName="hierRoot2" presStyleCnt="0">
        <dgm:presLayoutVars>
          <dgm:hierBranch val="init"/>
        </dgm:presLayoutVars>
      </dgm:prSet>
      <dgm:spPr/>
    </dgm:pt>
    <dgm:pt modelId="{875C0804-153C-6E45-B6F0-D4B512A07356}" type="pres">
      <dgm:prSet presAssocID="{AF3E63DA-8935-0748-81A3-DE5AF63986D7}" presName="rootComposite2" presStyleCnt="0"/>
      <dgm:spPr/>
    </dgm:pt>
    <dgm:pt modelId="{0210C15E-FA6A-0A4B-9A2D-F8A2D959BBAF}" type="pres">
      <dgm:prSet presAssocID="{AF3E63DA-8935-0748-81A3-DE5AF63986D7}" presName="rootText2" presStyleLbl="alignAcc1" presStyleIdx="0" presStyleCnt="0">
        <dgm:presLayoutVars>
          <dgm:chPref val="3"/>
        </dgm:presLayoutVars>
      </dgm:prSet>
      <dgm:spPr/>
    </dgm:pt>
    <dgm:pt modelId="{E16671B3-69D2-3E46-AD61-F0379B7D2474}" type="pres">
      <dgm:prSet presAssocID="{AF3E63DA-8935-0748-81A3-DE5AF63986D7}" presName="topArc2" presStyleLbl="parChTrans1D1" presStyleIdx="4" presStyleCnt="44"/>
      <dgm:spPr/>
    </dgm:pt>
    <dgm:pt modelId="{B23527FE-1688-064D-87CA-E870BB41F7CF}" type="pres">
      <dgm:prSet presAssocID="{AF3E63DA-8935-0748-81A3-DE5AF63986D7}" presName="bottomArc2" presStyleLbl="parChTrans1D1" presStyleIdx="5" presStyleCnt="44"/>
      <dgm:spPr/>
    </dgm:pt>
    <dgm:pt modelId="{9BDA36F0-E457-5A47-9E5F-A5EC198E224C}" type="pres">
      <dgm:prSet presAssocID="{AF3E63DA-8935-0748-81A3-DE5AF63986D7}" presName="topConnNode2" presStyleLbl="node3" presStyleIdx="0" presStyleCnt="0"/>
      <dgm:spPr/>
    </dgm:pt>
    <dgm:pt modelId="{AE2F5D3C-0A29-1A4A-BD68-7F0032FF5502}" type="pres">
      <dgm:prSet presAssocID="{AF3E63DA-8935-0748-81A3-DE5AF63986D7}" presName="hierChild4" presStyleCnt="0"/>
      <dgm:spPr/>
    </dgm:pt>
    <dgm:pt modelId="{43D7A7AA-F0E9-BE43-963D-49A5A8CB905A}" type="pres">
      <dgm:prSet presAssocID="{F213F402-5E07-A34C-AC14-C40F854D87AE}" presName="Name28" presStyleLbl="parChTrans1D4" presStyleIdx="0" presStyleCnt="9"/>
      <dgm:spPr/>
    </dgm:pt>
    <dgm:pt modelId="{B6F3C03B-F9CE-5C42-AEEA-312EF423319B}" type="pres">
      <dgm:prSet presAssocID="{76328D07-0A0F-3242-8D2A-874596194ACA}" presName="hierRoot2" presStyleCnt="0">
        <dgm:presLayoutVars>
          <dgm:hierBranch val="init"/>
        </dgm:presLayoutVars>
      </dgm:prSet>
      <dgm:spPr/>
    </dgm:pt>
    <dgm:pt modelId="{24653CE3-6711-154B-B931-C24CF7C9325C}" type="pres">
      <dgm:prSet presAssocID="{76328D07-0A0F-3242-8D2A-874596194ACA}" presName="rootComposite2" presStyleCnt="0"/>
      <dgm:spPr/>
    </dgm:pt>
    <dgm:pt modelId="{5D4C9970-95A9-3841-A226-05833C13BAAA}" type="pres">
      <dgm:prSet presAssocID="{76328D07-0A0F-3242-8D2A-874596194ACA}" presName="rootText2" presStyleLbl="alignAcc1" presStyleIdx="0" presStyleCnt="0" custLinFactNeighborY="-908">
        <dgm:presLayoutVars>
          <dgm:chPref val="3"/>
        </dgm:presLayoutVars>
      </dgm:prSet>
      <dgm:spPr/>
    </dgm:pt>
    <dgm:pt modelId="{E0F12F87-E321-6C48-8C2A-7E72F4F6B1E2}" type="pres">
      <dgm:prSet presAssocID="{76328D07-0A0F-3242-8D2A-874596194ACA}" presName="topArc2" presStyleLbl="parChTrans1D1" presStyleIdx="6" presStyleCnt="44"/>
      <dgm:spPr/>
    </dgm:pt>
    <dgm:pt modelId="{E13CADC5-5022-3D43-9071-F1B42DADB31B}" type="pres">
      <dgm:prSet presAssocID="{76328D07-0A0F-3242-8D2A-874596194ACA}" presName="bottomArc2" presStyleLbl="parChTrans1D1" presStyleIdx="7" presStyleCnt="44"/>
      <dgm:spPr/>
    </dgm:pt>
    <dgm:pt modelId="{2CAEF9D4-B149-2A40-8A6F-A2017D97D0C2}" type="pres">
      <dgm:prSet presAssocID="{76328D07-0A0F-3242-8D2A-874596194ACA}" presName="topConnNode2" presStyleLbl="node4" presStyleIdx="0" presStyleCnt="0"/>
      <dgm:spPr/>
    </dgm:pt>
    <dgm:pt modelId="{0223FC92-8C2A-C043-827C-518524915992}" type="pres">
      <dgm:prSet presAssocID="{76328D07-0A0F-3242-8D2A-874596194ACA}" presName="hierChild4" presStyleCnt="0"/>
      <dgm:spPr/>
    </dgm:pt>
    <dgm:pt modelId="{5C3F1013-3DF2-4A4B-B172-4245F04328AF}" type="pres">
      <dgm:prSet presAssocID="{76328D07-0A0F-3242-8D2A-874596194ACA}" presName="hierChild5" presStyleCnt="0"/>
      <dgm:spPr/>
    </dgm:pt>
    <dgm:pt modelId="{EED358B6-FD40-144A-910A-B0B0F1D48437}" type="pres">
      <dgm:prSet presAssocID="{AF3E63DA-8935-0748-81A3-DE5AF63986D7}" presName="hierChild5" presStyleCnt="0"/>
      <dgm:spPr/>
    </dgm:pt>
    <dgm:pt modelId="{07450943-6C18-5E4D-A7BF-F7017FB44FD4}" type="pres">
      <dgm:prSet presAssocID="{4DAF309D-5CB5-7D47-B24F-EC648CC9A568}" presName="Name28" presStyleLbl="parChTrans1D3" presStyleIdx="1" presStyleCnt="8"/>
      <dgm:spPr/>
    </dgm:pt>
    <dgm:pt modelId="{A55F8900-3D95-2043-B427-335BF99C1772}" type="pres">
      <dgm:prSet presAssocID="{9DCF91BE-4D8D-DF4F-840C-79DC31A157E3}" presName="hierRoot2" presStyleCnt="0">
        <dgm:presLayoutVars>
          <dgm:hierBranch val="init"/>
        </dgm:presLayoutVars>
      </dgm:prSet>
      <dgm:spPr/>
    </dgm:pt>
    <dgm:pt modelId="{2CEDDAB5-8C01-0440-B644-19AAD5B167BE}" type="pres">
      <dgm:prSet presAssocID="{9DCF91BE-4D8D-DF4F-840C-79DC31A157E3}" presName="rootComposite2" presStyleCnt="0"/>
      <dgm:spPr/>
    </dgm:pt>
    <dgm:pt modelId="{B31657E4-6FDA-3F41-896D-143F48055FAB}" type="pres">
      <dgm:prSet presAssocID="{9DCF91BE-4D8D-DF4F-840C-79DC31A157E3}" presName="rootText2" presStyleLbl="alignAcc1" presStyleIdx="0" presStyleCnt="0">
        <dgm:presLayoutVars>
          <dgm:chPref val="3"/>
        </dgm:presLayoutVars>
      </dgm:prSet>
      <dgm:spPr/>
    </dgm:pt>
    <dgm:pt modelId="{D8A19131-3AB0-B34C-A5DA-8C9AB11A1812}" type="pres">
      <dgm:prSet presAssocID="{9DCF91BE-4D8D-DF4F-840C-79DC31A157E3}" presName="topArc2" presStyleLbl="parChTrans1D1" presStyleIdx="8" presStyleCnt="44"/>
      <dgm:spPr/>
    </dgm:pt>
    <dgm:pt modelId="{0D814F52-10ED-E949-8353-209EAA227305}" type="pres">
      <dgm:prSet presAssocID="{9DCF91BE-4D8D-DF4F-840C-79DC31A157E3}" presName="bottomArc2" presStyleLbl="parChTrans1D1" presStyleIdx="9" presStyleCnt="44"/>
      <dgm:spPr/>
    </dgm:pt>
    <dgm:pt modelId="{D8354D0D-8C8F-AF4F-87D1-95619496BF16}" type="pres">
      <dgm:prSet presAssocID="{9DCF91BE-4D8D-DF4F-840C-79DC31A157E3}" presName="topConnNode2" presStyleLbl="node3" presStyleIdx="0" presStyleCnt="0"/>
      <dgm:spPr/>
    </dgm:pt>
    <dgm:pt modelId="{CCBBE705-466E-5849-886E-717DF2D21828}" type="pres">
      <dgm:prSet presAssocID="{9DCF91BE-4D8D-DF4F-840C-79DC31A157E3}" presName="hierChild4" presStyleCnt="0"/>
      <dgm:spPr/>
    </dgm:pt>
    <dgm:pt modelId="{5D31B11F-2586-8D45-BB42-8E1AF6B6D6CC}" type="pres">
      <dgm:prSet presAssocID="{BAE81520-E07C-284E-AEA2-30A8004FF7BA}" presName="Name28" presStyleLbl="parChTrans1D4" presStyleIdx="1" presStyleCnt="9"/>
      <dgm:spPr/>
    </dgm:pt>
    <dgm:pt modelId="{29967CC3-FD97-0A49-AEF6-AC315EB6A96A}" type="pres">
      <dgm:prSet presAssocID="{7E0EFC48-52F7-E742-8EDD-ECF682E91E3A}" presName="hierRoot2" presStyleCnt="0">
        <dgm:presLayoutVars>
          <dgm:hierBranch val="init"/>
        </dgm:presLayoutVars>
      </dgm:prSet>
      <dgm:spPr/>
    </dgm:pt>
    <dgm:pt modelId="{DDBF812D-C059-9543-90ED-00CEF7CA4631}" type="pres">
      <dgm:prSet presAssocID="{7E0EFC48-52F7-E742-8EDD-ECF682E91E3A}" presName="rootComposite2" presStyleCnt="0"/>
      <dgm:spPr/>
    </dgm:pt>
    <dgm:pt modelId="{3FEF2953-F756-664F-A819-0F8B2FDBD03A}" type="pres">
      <dgm:prSet presAssocID="{7E0EFC48-52F7-E742-8EDD-ECF682E91E3A}" presName="rootText2" presStyleLbl="alignAcc1" presStyleIdx="0" presStyleCnt="0">
        <dgm:presLayoutVars>
          <dgm:chPref val="3"/>
        </dgm:presLayoutVars>
      </dgm:prSet>
      <dgm:spPr/>
    </dgm:pt>
    <dgm:pt modelId="{516251E6-490C-D74D-8531-4A7BCA24BB23}" type="pres">
      <dgm:prSet presAssocID="{7E0EFC48-52F7-E742-8EDD-ECF682E91E3A}" presName="topArc2" presStyleLbl="parChTrans1D1" presStyleIdx="10" presStyleCnt="44"/>
      <dgm:spPr/>
    </dgm:pt>
    <dgm:pt modelId="{F6C5AD58-12C1-4F4E-9D66-BE10B9683101}" type="pres">
      <dgm:prSet presAssocID="{7E0EFC48-52F7-E742-8EDD-ECF682E91E3A}" presName="bottomArc2" presStyleLbl="parChTrans1D1" presStyleIdx="11" presStyleCnt="44"/>
      <dgm:spPr/>
    </dgm:pt>
    <dgm:pt modelId="{9EC164B6-3DE1-E843-9FF3-983442D15BF4}" type="pres">
      <dgm:prSet presAssocID="{7E0EFC48-52F7-E742-8EDD-ECF682E91E3A}" presName="topConnNode2" presStyleLbl="node4" presStyleIdx="0" presStyleCnt="0"/>
      <dgm:spPr/>
    </dgm:pt>
    <dgm:pt modelId="{79C26FFA-A014-804D-9050-4203C5B4D252}" type="pres">
      <dgm:prSet presAssocID="{7E0EFC48-52F7-E742-8EDD-ECF682E91E3A}" presName="hierChild4" presStyleCnt="0"/>
      <dgm:spPr/>
    </dgm:pt>
    <dgm:pt modelId="{F597A339-A3A8-2746-B4CF-49A94CF93F1E}" type="pres">
      <dgm:prSet presAssocID="{7E0EFC48-52F7-E742-8EDD-ECF682E91E3A}" presName="hierChild5" presStyleCnt="0"/>
      <dgm:spPr/>
    </dgm:pt>
    <dgm:pt modelId="{AF4F93B1-D47A-B34C-9327-B322583C55F3}" type="pres">
      <dgm:prSet presAssocID="{9DCF91BE-4D8D-DF4F-840C-79DC31A157E3}" presName="hierChild5" presStyleCnt="0"/>
      <dgm:spPr/>
    </dgm:pt>
    <dgm:pt modelId="{B2CEF381-8C9C-AA4A-B45E-917E3E09228D}" type="pres">
      <dgm:prSet presAssocID="{65D0F5B8-278B-194D-B4E7-162FE61FC98C}" presName="hierChild5" presStyleCnt="0"/>
      <dgm:spPr/>
    </dgm:pt>
    <dgm:pt modelId="{AEC91801-154C-3643-93CA-9F0915132867}" type="pres">
      <dgm:prSet presAssocID="{AD93230C-4593-3C4A-A8F3-3EB3BDCCB280}" presName="Name28" presStyleLbl="parChTrans1D2" presStyleIdx="1" presStyleCnt="4"/>
      <dgm:spPr/>
    </dgm:pt>
    <dgm:pt modelId="{5B805ACF-C160-4C48-84D1-A097A52F0678}" type="pres">
      <dgm:prSet presAssocID="{DB830E21-8E7A-D64B-A3F1-EB6130087865}" presName="hierRoot2" presStyleCnt="0">
        <dgm:presLayoutVars>
          <dgm:hierBranch val="init"/>
        </dgm:presLayoutVars>
      </dgm:prSet>
      <dgm:spPr/>
    </dgm:pt>
    <dgm:pt modelId="{7B90A1D8-2B42-824F-80D2-4807730FAF7E}" type="pres">
      <dgm:prSet presAssocID="{DB830E21-8E7A-D64B-A3F1-EB6130087865}" presName="rootComposite2" presStyleCnt="0"/>
      <dgm:spPr/>
    </dgm:pt>
    <dgm:pt modelId="{B529E6C5-5C88-6C4D-B9D0-23A6EFF9D581}" type="pres">
      <dgm:prSet presAssocID="{DB830E21-8E7A-D64B-A3F1-EB6130087865}" presName="rootText2" presStyleLbl="alignAcc1" presStyleIdx="0" presStyleCnt="0">
        <dgm:presLayoutVars>
          <dgm:chPref val="3"/>
        </dgm:presLayoutVars>
      </dgm:prSet>
      <dgm:spPr/>
    </dgm:pt>
    <dgm:pt modelId="{94F5802C-723B-334E-BE72-B105274FD2AD}" type="pres">
      <dgm:prSet presAssocID="{DB830E21-8E7A-D64B-A3F1-EB6130087865}" presName="topArc2" presStyleLbl="parChTrans1D1" presStyleIdx="12" presStyleCnt="44"/>
      <dgm:spPr/>
    </dgm:pt>
    <dgm:pt modelId="{790DF9BB-6C21-BA46-8EAC-11DFE33E083A}" type="pres">
      <dgm:prSet presAssocID="{DB830E21-8E7A-D64B-A3F1-EB6130087865}" presName="bottomArc2" presStyleLbl="parChTrans1D1" presStyleIdx="13" presStyleCnt="44"/>
      <dgm:spPr/>
    </dgm:pt>
    <dgm:pt modelId="{319CD088-9793-D847-9C96-13248850345B}" type="pres">
      <dgm:prSet presAssocID="{DB830E21-8E7A-D64B-A3F1-EB6130087865}" presName="topConnNode2" presStyleLbl="node2" presStyleIdx="0" presStyleCnt="0"/>
      <dgm:spPr/>
    </dgm:pt>
    <dgm:pt modelId="{C7DCA155-FECF-A544-8EAA-F6DE31EC8CB1}" type="pres">
      <dgm:prSet presAssocID="{DB830E21-8E7A-D64B-A3F1-EB6130087865}" presName="hierChild4" presStyleCnt="0"/>
      <dgm:spPr/>
    </dgm:pt>
    <dgm:pt modelId="{39AF8AC6-04F3-064C-89AE-2F21A38AB92F}" type="pres">
      <dgm:prSet presAssocID="{F87F35E3-4ECD-5B48-B867-0160842AF3ED}" presName="Name28" presStyleLbl="parChTrans1D3" presStyleIdx="2" presStyleCnt="8"/>
      <dgm:spPr/>
    </dgm:pt>
    <dgm:pt modelId="{EBB4BBB0-8043-5F4B-8644-8D7AFD89A854}" type="pres">
      <dgm:prSet presAssocID="{FEA19689-A907-544C-AF19-36DF11982B11}" presName="hierRoot2" presStyleCnt="0">
        <dgm:presLayoutVars>
          <dgm:hierBranch val="init"/>
        </dgm:presLayoutVars>
      </dgm:prSet>
      <dgm:spPr/>
    </dgm:pt>
    <dgm:pt modelId="{6E40562B-F1F4-CB40-87BE-F0B431E0F30C}" type="pres">
      <dgm:prSet presAssocID="{FEA19689-A907-544C-AF19-36DF11982B11}" presName="rootComposite2" presStyleCnt="0"/>
      <dgm:spPr/>
    </dgm:pt>
    <dgm:pt modelId="{11B7C179-E84A-B948-9F2F-E1E13D67D9C1}" type="pres">
      <dgm:prSet presAssocID="{FEA19689-A907-544C-AF19-36DF11982B11}" presName="rootText2" presStyleLbl="alignAcc1" presStyleIdx="0" presStyleCnt="0">
        <dgm:presLayoutVars>
          <dgm:chPref val="3"/>
        </dgm:presLayoutVars>
      </dgm:prSet>
      <dgm:spPr/>
    </dgm:pt>
    <dgm:pt modelId="{815D5822-9FA1-5641-80E9-B85CB951CBBC}" type="pres">
      <dgm:prSet presAssocID="{FEA19689-A907-544C-AF19-36DF11982B11}" presName="topArc2" presStyleLbl="parChTrans1D1" presStyleIdx="14" presStyleCnt="44"/>
      <dgm:spPr/>
    </dgm:pt>
    <dgm:pt modelId="{F169EA4E-55C5-EA43-8CEB-144606BCBEEC}" type="pres">
      <dgm:prSet presAssocID="{FEA19689-A907-544C-AF19-36DF11982B11}" presName="bottomArc2" presStyleLbl="parChTrans1D1" presStyleIdx="15" presStyleCnt="44"/>
      <dgm:spPr/>
    </dgm:pt>
    <dgm:pt modelId="{83BAB0E6-304E-3A4E-910A-C67DB2280BE0}" type="pres">
      <dgm:prSet presAssocID="{FEA19689-A907-544C-AF19-36DF11982B11}" presName="topConnNode2" presStyleLbl="node3" presStyleIdx="0" presStyleCnt="0"/>
      <dgm:spPr/>
    </dgm:pt>
    <dgm:pt modelId="{97E5D288-D067-D846-85E7-1A4F373F68D8}" type="pres">
      <dgm:prSet presAssocID="{FEA19689-A907-544C-AF19-36DF11982B11}" presName="hierChild4" presStyleCnt="0"/>
      <dgm:spPr/>
    </dgm:pt>
    <dgm:pt modelId="{9A149CB0-5AC6-D146-AF8E-6FD7738F6DAE}" type="pres">
      <dgm:prSet presAssocID="{BCE2D8C3-20DC-F845-BE3D-9B8DA3266FB7}" presName="Name28" presStyleLbl="parChTrans1D4" presStyleIdx="2" presStyleCnt="9"/>
      <dgm:spPr/>
    </dgm:pt>
    <dgm:pt modelId="{7949478A-15EC-0844-BD6D-547978994347}" type="pres">
      <dgm:prSet presAssocID="{F67F47C5-77E6-6840-B2E3-CACCEF7A93CC}" presName="hierRoot2" presStyleCnt="0">
        <dgm:presLayoutVars>
          <dgm:hierBranch val="init"/>
        </dgm:presLayoutVars>
      </dgm:prSet>
      <dgm:spPr/>
    </dgm:pt>
    <dgm:pt modelId="{F29E82F2-C84D-7745-AE99-A7CEEFCB3FF9}" type="pres">
      <dgm:prSet presAssocID="{F67F47C5-77E6-6840-B2E3-CACCEF7A93CC}" presName="rootComposite2" presStyleCnt="0"/>
      <dgm:spPr/>
    </dgm:pt>
    <dgm:pt modelId="{057EB879-8367-8141-B523-DE96DC24693A}" type="pres">
      <dgm:prSet presAssocID="{F67F47C5-77E6-6840-B2E3-CACCEF7A93CC}" presName="rootText2" presStyleLbl="alignAcc1" presStyleIdx="0" presStyleCnt="0">
        <dgm:presLayoutVars>
          <dgm:chPref val="3"/>
        </dgm:presLayoutVars>
      </dgm:prSet>
      <dgm:spPr/>
    </dgm:pt>
    <dgm:pt modelId="{C7897092-8BE1-CA45-A861-1B08C9F0A405}" type="pres">
      <dgm:prSet presAssocID="{F67F47C5-77E6-6840-B2E3-CACCEF7A93CC}" presName="topArc2" presStyleLbl="parChTrans1D1" presStyleIdx="16" presStyleCnt="44"/>
      <dgm:spPr/>
    </dgm:pt>
    <dgm:pt modelId="{AF4D9C22-742F-9742-96D0-ADE5310A8F3F}" type="pres">
      <dgm:prSet presAssocID="{F67F47C5-77E6-6840-B2E3-CACCEF7A93CC}" presName="bottomArc2" presStyleLbl="parChTrans1D1" presStyleIdx="17" presStyleCnt="44"/>
      <dgm:spPr/>
    </dgm:pt>
    <dgm:pt modelId="{4A5C8E2F-6EF3-E84A-B0E5-3AF4FE4C516F}" type="pres">
      <dgm:prSet presAssocID="{F67F47C5-77E6-6840-B2E3-CACCEF7A93CC}" presName="topConnNode2" presStyleLbl="node4" presStyleIdx="0" presStyleCnt="0"/>
      <dgm:spPr/>
    </dgm:pt>
    <dgm:pt modelId="{1E15801D-2D92-564D-B966-E3F3524A945C}" type="pres">
      <dgm:prSet presAssocID="{F67F47C5-77E6-6840-B2E3-CACCEF7A93CC}" presName="hierChild4" presStyleCnt="0"/>
      <dgm:spPr/>
    </dgm:pt>
    <dgm:pt modelId="{7253CCBC-3BF0-5640-802A-A089CF3A6AA0}" type="pres">
      <dgm:prSet presAssocID="{F67F47C5-77E6-6840-B2E3-CACCEF7A93CC}" presName="hierChild5" presStyleCnt="0"/>
      <dgm:spPr/>
    </dgm:pt>
    <dgm:pt modelId="{7D49ED69-FAC0-994F-9988-C28400C3D880}" type="pres">
      <dgm:prSet presAssocID="{393A97DB-3E6B-BB4F-945B-B4D9E761DB45}" presName="Name28" presStyleLbl="parChTrans1D4" presStyleIdx="3" presStyleCnt="9"/>
      <dgm:spPr/>
    </dgm:pt>
    <dgm:pt modelId="{072A0343-0FC8-2249-8B36-319E7AC9FC08}" type="pres">
      <dgm:prSet presAssocID="{F5B78031-34E2-894E-9B25-99792F4BDAD8}" presName="hierRoot2" presStyleCnt="0">
        <dgm:presLayoutVars>
          <dgm:hierBranch val="init"/>
        </dgm:presLayoutVars>
      </dgm:prSet>
      <dgm:spPr/>
    </dgm:pt>
    <dgm:pt modelId="{1BD13E57-E203-0F44-BE9E-2E629DC64F49}" type="pres">
      <dgm:prSet presAssocID="{F5B78031-34E2-894E-9B25-99792F4BDAD8}" presName="rootComposite2" presStyleCnt="0"/>
      <dgm:spPr/>
    </dgm:pt>
    <dgm:pt modelId="{F0FACFAC-6CCA-6C41-9BDC-4BDAE1AE44F6}" type="pres">
      <dgm:prSet presAssocID="{F5B78031-34E2-894E-9B25-99792F4BDAD8}" presName="rootText2" presStyleLbl="alignAcc1" presStyleIdx="0" presStyleCnt="0">
        <dgm:presLayoutVars>
          <dgm:chPref val="3"/>
        </dgm:presLayoutVars>
      </dgm:prSet>
      <dgm:spPr/>
    </dgm:pt>
    <dgm:pt modelId="{001D0016-BC9E-794C-8999-747FB494C307}" type="pres">
      <dgm:prSet presAssocID="{F5B78031-34E2-894E-9B25-99792F4BDAD8}" presName="topArc2" presStyleLbl="parChTrans1D1" presStyleIdx="18" presStyleCnt="44"/>
      <dgm:spPr/>
    </dgm:pt>
    <dgm:pt modelId="{2B653317-D710-0142-97A4-7FAA235F623D}" type="pres">
      <dgm:prSet presAssocID="{F5B78031-34E2-894E-9B25-99792F4BDAD8}" presName="bottomArc2" presStyleLbl="parChTrans1D1" presStyleIdx="19" presStyleCnt="44"/>
      <dgm:spPr/>
    </dgm:pt>
    <dgm:pt modelId="{2E1D1250-3D4D-2946-9A8C-D79A1DAA72F3}" type="pres">
      <dgm:prSet presAssocID="{F5B78031-34E2-894E-9B25-99792F4BDAD8}" presName="topConnNode2" presStyleLbl="node4" presStyleIdx="0" presStyleCnt="0"/>
      <dgm:spPr/>
    </dgm:pt>
    <dgm:pt modelId="{4EA7DC78-3103-7A48-BAA8-7B2D72EC44F1}" type="pres">
      <dgm:prSet presAssocID="{F5B78031-34E2-894E-9B25-99792F4BDAD8}" presName="hierChild4" presStyleCnt="0"/>
      <dgm:spPr/>
    </dgm:pt>
    <dgm:pt modelId="{A2521D21-A145-2246-8C0A-1B274622F5E7}" type="pres">
      <dgm:prSet presAssocID="{F5B78031-34E2-894E-9B25-99792F4BDAD8}" presName="hierChild5" presStyleCnt="0"/>
      <dgm:spPr/>
    </dgm:pt>
    <dgm:pt modelId="{1EF38423-3841-6A4D-82B1-1CAE7D14AD92}" type="pres">
      <dgm:prSet presAssocID="{FEA19689-A907-544C-AF19-36DF11982B11}" presName="hierChild5" presStyleCnt="0"/>
      <dgm:spPr/>
    </dgm:pt>
    <dgm:pt modelId="{8D0D7BB2-7FDB-1E45-915F-B27675137FA7}" type="pres">
      <dgm:prSet presAssocID="{DB830E21-8E7A-D64B-A3F1-EB6130087865}" presName="hierChild5" presStyleCnt="0"/>
      <dgm:spPr/>
    </dgm:pt>
    <dgm:pt modelId="{778868E4-CF03-4056-BDB3-D6E8EBBDDF2E}" type="pres">
      <dgm:prSet presAssocID="{FBE63F2F-6898-4F70-94AD-C54E929D8848}" presName="Name28" presStyleLbl="parChTrans1D2" presStyleIdx="2" presStyleCnt="4"/>
      <dgm:spPr/>
    </dgm:pt>
    <dgm:pt modelId="{0D794BDC-7BF2-46B4-9840-2810FE5A1B5B}" type="pres">
      <dgm:prSet presAssocID="{8F27E30A-ECB2-4259-8361-ADB3023FB557}" presName="hierRoot2" presStyleCnt="0">
        <dgm:presLayoutVars>
          <dgm:hierBranch val="init"/>
        </dgm:presLayoutVars>
      </dgm:prSet>
      <dgm:spPr/>
    </dgm:pt>
    <dgm:pt modelId="{E811A787-542F-4280-95CB-A98EB17F19EE}" type="pres">
      <dgm:prSet presAssocID="{8F27E30A-ECB2-4259-8361-ADB3023FB557}" presName="rootComposite2" presStyleCnt="0"/>
      <dgm:spPr/>
    </dgm:pt>
    <dgm:pt modelId="{24CD55D2-64D3-4812-918F-ED028200EB76}" type="pres">
      <dgm:prSet presAssocID="{8F27E30A-ECB2-4259-8361-ADB3023FB557}" presName="rootText2" presStyleLbl="alignAcc1" presStyleIdx="0" presStyleCnt="0">
        <dgm:presLayoutVars>
          <dgm:chPref val="3"/>
        </dgm:presLayoutVars>
      </dgm:prSet>
      <dgm:spPr/>
    </dgm:pt>
    <dgm:pt modelId="{20966839-5C09-4D49-A1F8-70E648EE9F8A}" type="pres">
      <dgm:prSet presAssocID="{8F27E30A-ECB2-4259-8361-ADB3023FB557}" presName="topArc2" presStyleLbl="parChTrans1D1" presStyleIdx="20" presStyleCnt="44"/>
      <dgm:spPr/>
    </dgm:pt>
    <dgm:pt modelId="{99C4EE9C-3609-4126-AC3B-9290DE375B76}" type="pres">
      <dgm:prSet presAssocID="{8F27E30A-ECB2-4259-8361-ADB3023FB557}" presName="bottomArc2" presStyleLbl="parChTrans1D1" presStyleIdx="21" presStyleCnt="44"/>
      <dgm:spPr/>
    </dgm:pt>
    <dgm:pt modelId="{0BBDCB05-F410-436E-881D-2F19D6F99B1F}" type="pres">
      <dgm:prSet presAssocID="{8F27E30A-ECB2-4259-8361-ADB3023FB557}" presName="topConnNode2" presStyleLbl="node2" presStyleIdx="0" presStyleCnt="0"/>
      <dgm:spPr/>
    </dgm:pt>
    <dgm:pt modelId="{A6A01DE2-EC10-4980-B643-49C0D39F1814}" type="pres">
      <dgm:prSet presAssocID="{8F27E30A-ECB2-4259-8361-ADB3023FB557}" presName="hierChild4" presStyleCnt="0"/>
      <dgm:spPr/>
    </dgm:pt>
    <dgm:pt modelId="{F46B6B36-38CA-49F8-8F8D-01A9A997979D}" type="pres">
      <dgm:prSet presAssocID="{31111D92-5C34-4913-AAC1-8BA9B4147999}" presName="Name28" presStyleLbl="parChTrans1D3" presStyleIdx="3" presStyleCnt="8"/>
      <dgm:spPr/>
    </dgm:pt>
    <dgm:pt modelId="{0C4C64EA-FDEC-4087-AA13-F54E13286D07}" type="pres">
      <dgm:prSet presAssocID="{B5231E8E-C5E8-433A-A2CD-C2C4F510BB0A}" presName="hierRoot2" presStyleCnt="0">
        <dgm:presLayoutVars>
          <dgm:hierBranch val="init"/>
        </dgm:presLayoutVars>
      </dgm:prSet>
      <dgm:spPr/>
    </dgm:pt>
    <dgm:pt modelId="{51D98766-E880-4DC0-A7DC-FE5CB0D3F824}" type="pres">
      <dgm:prSet presAssocID="{B5231E8E-C5E8-433A-A2CD-C2C4F510BB0A}" presName="rootComposite2" presStyleCnt="0"/>
      <dgm:spPr/>
    </dgm:pt>
    <dgm:pt modelId="{E884D258-26C5-4E00-BA8B-73D063BD156E}" type="pres">
      <dgm:prSet presAssocID="{B5231E8E-C5E8-433A-A2CD-C2C4F510BB0A}" presName="rootText2" presStyleLbl="alignAcc1" presStyleIdx="0" presStyleCnt="0">
        <dgm:presLayoutVars>
          <dgm:chPref val="3"/>
        </dgm:presLayoutVars>
      </dgm:prSet>
      <dgm:spPr/>
    </dgm:pt>
    <dgm:pt modelId="{234DE4A4-6C42-45F3-AB9B-11BBE119A3A0}" type="pres">
      <dgm:prSet presAssocID="{B5231E8E-C5E8-433A-A2CD-C2C4F510BB0A}" presName="topArc2" presStyleLbl="parChTrans1D1" presStyleIdx="22" presStyleCnt="44"/>
      <dgm:spPr/>
    </dgm:pt>
    <dgm:pt modelId="{B3A752E8-1C36-4AB5-9917-41FD2711B016}" type="pres">
      <dgm:prSet presAssocID="{B5231E8E-C5E8-433A-A2CD-C2C4F510BB0A}" presName="bottomArc2" presStyleLbl="parChTrans1D1" presStyleIdx="23" presStyleCnt="44"/>
      <dgm:spPr/>
    </dgm:pt>
    <dgm:pt modelId="{4955947C-BE89-4867-8046-65A4A1997CC7}" type="pres">
      <dgm:prSet presAssocID="{B5231E8E-C5E8-433A-A2CD-C2C4F510BB0A}" presName="topConnNode2" presStyleLbl="node3" presStyleIdx="0" presStyleCnt="0"/>
      <dgm:spPr/>
    </dgm:pt>
    <dgm:pt modelId="{AC7533DE-ADF6-4D55-9895-36E839BD844B}" type="pres">
      <dgm:prSet presAssocID="{B5231E8E-C5E8-433A-A2CD-C2C4F510BB0A}" presName="hierChild4" presStyleCnt="0"/>
      <dgm:spPr/>
    </dgm:pt>
    <dgm:pt modelId="{69FE01BA-56C7-4F7B-BCAB-19D82B02EDD1}" type="pres">
      <dgm:prSet presAssocID="{72FA552B-1B05-4F11-ABE1-8B06CB89FC18}" presName="Name28" presStyleLbl="parChTrans1D4" presStyleIdx="4" presStyleCnt="9"/>
      <dgm:spPr/>
    </dgm:pt>
    <dgm:pt modelId="{B266A1BA-12E4-4BF8-AE48-FA2095597AC6}" type="pres">
      <dgm:prSet presAssocID="{C60C67B9-8648-46F8-BA43-7DAAFA1F8859}" presName="hierRoot2" presStyleCnt="0">
        <dgm:presLayoutVars>
          <dgm:hierBranch val="init"/>
        </dgm:presLayoutVars>
      </dgm:prSet>
      <dgm:spPr/>
    </dgm:pt>
    <dgm:pt modelId="{C60E7077-6A68-4D52-B514-F93CC531C5C4}" type="pres">
      <dgm:prSet presAssocID="{C60C67B9-8648-46F8-BA43-7DAAFA1F8859}" presName="rootComposite2" presStyleCnt="0"/>
      <dgm:spPr/>
    </dgm:pt>
    <dgm:pt modelId="{7D71E287-01B7-4A92-AF8E-9D0C3692F38F}" type="pres">
      <dgm:prSet presAssocID="{C60C67B9-8648-46F8-BA43-7DAAFA1F8859}" presName="rootText2" presStyleLbl="alignAcc1" presStyleIdx="0" presStyleCnt="0">
        <dgm:presLayoutVars>
          <dgm:chPref val="3"/>
        </dgm:presLayoutVars>
      </dgm:prSet>
      <dgm:spPr/>
    </dgm:pt>
    <dgm:pt modelId="{8059E9CC-20FF-4029-93DA-E1E8D791A9B5}" type="pres">
      <dgm:prSet presAssocID="{C60C67B9-8648-46F8-BA43-7DAAFA1F8859}" presName="topArc2" presStyleLbl="parChTrans1D1" presStyleIdx="24" presStyleCnt="44"/>
      <dgm:spPr/>
    </dgm:pt>
    <dgm:pt modelId="{83AAC98C-7B30-4594-A1EC-7186B03E0460}" type="pres">
      <dgm:prSet presAssocID="{C60C67B9-8648-46F8-BA43-7DAAFA1F8859}" presName="bottomArc2" presStyleLbl="parChTrans1D1" presStyleIdx="25" presStyleCnt="44"/>
      <dgm:spPr/>
    </dgm:pt>
    <dgm:pt modelId="{2DAABE5B-A192-4479-9617-A8ED6DCFCE49}" type="pres">
      <dgm:prSet presAssocID="{C60C67B9-8648-46F8-BA43-7DAAFA1F8859}" presName="topConnNode2" presStyleLbl="node4" presStyleIdx="0" presStyleCnt="0"/>
      <dgm:spPr/>
    </dgm:pt>
    <dgm:pt modelId="{08B4E58F-EEF8-4A96-B87C-3468A9512147}" type="pres">
      <dgm:prSet presAssocID="{C60C67B9-8648-46F8-BA43-7DAAFA1F8859}" presName="hierChild4" presStyleCnt="0"/>
      <dgm:spPr/>
    </dgm:pt>
    <dgm:pt modelId="{033C85C9-7C60-41F4-A6B2-4C353A2A91BC}" type="pres">
      <dgm:prSet presAssocID="{C60C67B9-8648-46F8-BA43-7DAAFA1F8859}" presName="hierChild5" presStyleCnt="0"/>
      <dgm:spPr/>
    </dgm:pt>
    <dgm:pt modelId="{8738B0F9-1009-4DCA-BCBD-686B96DDDC63}" type="pres">
      <dgm:prSet presAssocID="{B5231E8E-C5E8-433A-A2CD-C2C4F510BB0A}" presName="hierChild5" presStyleCnt="0"/>
      <dgm:spPr/>
    </dgm:pt>
    <dgm:pt modelId="{5D8176B5-0751-4807-985E-D68D038B7395}" type="pres">
      <dgm:prSet presAssocID="{6B64D80A-616E-4F64-BA0F-88DCFD8022A6}" presName="Name28" presStyleLbl="parChTrans1D3" presStyleIdx="4" presStyleCnt="8"/>
      <dgm:spPr/>
    </dgm:pt>
    <dgm:pt modelId="{3DE74F07-2CDD-44B1-9326-C4DE3C95A6AC}" type="pres">
      <dgm:prSet presAssocID="{29A6E8EB-3985-4AC5-B00C-9700E719E03C}" presName="hierRoot2" presStyleCnt="0">
        <dgm:presLayoutVars>
          <dgm:hierBranch val="init"/>
        </dgm:presLayoutVars>
      </dgm:prSet>
      <dgm:spPr/>
    </dgm:pt>
    <dgm:pt modelId="{F43890A5-BCDB-4A9B-BE16-9A91DCED3FE6}" type="pres">
      <dgm:prSet presAssocID="{29A6E8EB-3985-4AC5-B00C-9700E719E03C}" presName="rootComposite2" presStyleCnt="0"/>
      <dgm:spPr/>
    </dgm:pt>
    <dgm:pt modelId="{8A1AEE09-7177-4F47-98CF-7A047357A52D}" type="pres">
      <dgm:prSet presAssocID="{29A6E8EB-3985-4AC5-B00C-9700E719E03C}" presName="rootText2" presStyleLbl="alignAcc1" presStyleIdx="0" presStyleCnt="0">
        <dgm:presLayoutVars>
          <dgm:chPref val="3"/>
        </dgm:presLayoutVars>
      </dgm:prSet>
      <dgm:spPr/>
    </dgm:pt>
    <dgm:pt modelId="{DFD9CCD0-E2A8-4E6B-9289-60AAEBF6041F}" type="pres">
      <dgm:prSet presAssocID="{29A6E8EB-3985-4AC5-B00C-9700E719E03C}" presName="topArc2" presStyleLbl="parChTrans1D1" presStyleIdx="26" presStyleCnt="44"/>
      <dgm:spPr/>
    </dgm:pt>
    <dgm:pt modelId="{216FBF8E-D330-4CEE-B00E-C9F39AE5190D}" type="pres">
      <dgm:prSet presAssocID="{29A6E8EB-3985-4AC5-B00C-9700E719E03C}" presName="bottomArc2" presStyleLbl="parChTrans1D1" presStyleIdx="27" presStyleCnt="44"/>
      <dgm:spPr/>
    </dgm:pt>
    <dgm:pt modelId="{78BB1391-597D-4427-9C00-DC4FAF1656C6}" type="pres">
      <dgm:prSet presAssocID="{29A6E8EB-3985-4AC5-B00C-9700E719E03C}" presName="topConnNode2" presStyleLbl="node3" presStyleIdx="0" presStyleCnt="0"/>
      <dgm:spPr/>
    </dgm:pt>
    <dgm:pt modelId="{9B5409FA-D5A6-42EF-9355-2BD3E40DEB84}" type="pres">
      <dgm:prSet presAssocID="{29A6E8EB-3985-4AC5-B00C-9700E719E03C}" presName="hierChild4" presStyleCnt="0"/>
      <dgm:spPr/>
    </dgm:pt>
    <dgm:pt modelId="{633653DE-7C1F-4152-AD37-6ECB47631791}" type="pres">
      <dgm:prSet presAssocID="{19F8FB82-07FA-4BCF-BCD0-9C6C31425A6C}" presName="Name28" presStyleLbl="parChTrans1D4" presStyleIdx="5" presStyleCnt="9"/>
      <dgm:spPr/>
    </dgm:pt>
    <dgm:pt modelId="{76C50BF2-EE57-4E1D-888A-EC13EFF08A10}" type="pres">
      <dgm:prSet presAssocID="{44E37EA0-E100-4D01-8CD4-7021EA8F1B98}" presName="hierRoot2" presStyleCnt="0">
        <dgm:presLayoutVars>
          <dgm:hierBranch val="init"/>
        </dgm:presLayoutVars>
      </dgm:prSet>
      <dgm:spPr/>
    </dgm:pt>
    <dgm:pt modelId="{86817D49-1980-4F28-9A66-7710AE72D643}" type="pres">
      <dgm:prSet presAssocID="{44E37EA0-E100-4D01-8CD4-7021EA8F1B98}" presName="rootComposite2" presStyleCnt="0"/>
      <dgm:spPr/>
    </dgm:pt>
    <dgm:pt modelId="{2711FD34-D702-4CBC-BCD4-5A1444C5B0DE}" type="pres">
      <dgm:prSet presAssocID="{44E37EA0-E100-4D01-8CD4-7021EA8F1B98}" presName="rootText2" presStyleLbl="alignAcc1" presStyleIdx="0" presStyleCnt="0">
        <dgm:presLayoutVars>
          <dgm:chPref val="3"/>
        </dgm:presLayoutVars>
      </dgm:prSet>
      <dgm:spPr/>
    </dgm:pt>
    <dgm:pt modelId="{AD689D22-CC72-4748-9904-DFA08A0FE1E6}" type="pres">
      <dgm:prSet presAssocID="{44E37EA0-E100-4D01-8CD4-7021EA8F1B98}" presName="topArc2" presStyleLbl="parChTrans1D1" presStyleIdx="28" presStyleCnt="44"/>
      <dgm:spPr/>
    </dgm:pt>
    <dgm:pt modelId="{48200C16-7DA4-43F9-8031-D12E87D9AAF9}" type="pres">
      <dgm:prSet presAssocID="{44E37EA0-E100-4D01-8CD4-7021EA8F1B98}" presName="bottomArc2" presStyleLbl="parChTrans1D1" presStyleIdx="29" presStyleCnt="44"/>
      <dgm:spPr/>
    </dgm:pt>
    <dgm:pt modelId="{27B6C28E-9B7D-4AC0-97F1-9CD6686B5A2F}" type="pres">
      <dgm:prSet presAssocID="{44E37EA0-E100-4D01-8CD4-7021EA8F1B98}" presName="topConnNode2" presStyleLbl="node4" presStyleIdx="0" presStyleCnt="0"/>
      <dgm:spPr/>
    </dgm:pt>
    <dgm:pt modelId="{E7CCEFB2-5DD9-46BC-B92A-60119F99A59F}" type="pres">
      <dgm:prSet presAssocID="{44E37EA0-E100-4D01-8CD4-7021EA8F1B98}" presName="hierChild4" presStyleCnt="0"/>
      <dgm:spPr/>
    </dgm:pt>
    <dgm:pt modelId="{69D0E725-F3DB-46CE-9993-1094D1B192AC}" type="pres">
      <dgm:prSet presAssocID="{44E37EA0-E100-4D01-8CD4-7021EA8F1B98}" presName="hierChild5" presStyleCnt="0"/>
      <dgm:spPr/>
    </dgm:pt>
    <dgm:pt modelId="{CE9CC75A-B0D4-45FB-9E5F-FC26CF7A6D12}" type="pres">
      <dgm:prSet presAssocID="{29A6E8EB-3985-4AC5-B00C-9700E719E03C}" presName="hierChild5" presStyleCnt="0"/>
      <dgm:spPr/>
    </dgm:pt>
    <dgm:pt modelId="{77D7EC33-B609-4024-AD01-EEB60659305B}" type="pres">
      <dgm:prSet presAssocID="{AED5766A-07A8-447E-AF55-F91C779AB635}" presName="Name28" presStyleLbl="parChTrans1D3" presStyleIdx="5" presStyleCnt="8"/>
      <dgm:spPr/>
    </dgm:pt>
    <dgm:pt modelId="{F8260B65-4C5C-4F00-B930-DBE1C34B60BA}" type="pres">
      <dgm:prSet presAssocID="{53D0144A-B2C1-4668-B23A-8778E59D01B4}" presName="hierRoot2" presStyleCnt="0">
        <dgm:presLayoutVars>
          <dgm:hierBranch val="init"/>
        </dgm:presLayoutVars>
      </dgm:prSet>
      <dgm:spPr/>
    </dgm:pt>
    <dgm:pt modelId="{1B86811D-6AB4-4ECC-ACB9-81AA170F6A6E}" type="pres">
      <dgm:prSet presAssocID="{53D0144A-B2C1-4668-B23A-8778E59D01B4}" presName="rootComposite2" presStyleCnt="0"/>
      <dgm:spPr/>
    </dgm:pt>
    <dgm:pt modelId="{05D11A55-1E5E-4AEB-9F4C-8BFB1BAF2DF2}" type="pres">
      <dgm:prSet presAssocID="{53D0144A-B2C1-4668-B23A-8778E59D01B4}" presName="rootText2" presStyleLbl="alignAcc1" presStyleIdx="0" presStyleCnt="0">
        <dgm:presLayoutVars>
          <dgm:chPref val="3"/>
        </dgm:presLayoutVars>
      </dgm:prSet>
      <dgm:spPr/>
    </dgm:pt>
    <dgm:pt modelId="{0C0FC5DC-1411-4309-B195-DEC7FF7F438C}" type="pres">
      <dgm:prSet presAssocID="{53D0144A-B2C1-4668-B23A-8778E59D01B4}" presName="topArc2" presStyleLbl="parChTrans1D1" presStyleIdx="30" presStyleCnt="44"/>
      <dgm:spPr/>
    </dgm:pt>
    <dgm:pt modelId="{409E9AAD-67B7-45E0-A252-0416276F20BF}" type="pres">
      <dgm:prSet presAssocID="{53D0144A-B2C1-4668-B23A-8778E59D01B4}" presName="bottomArc2" presStyleLbl="parChTrans1D1" presStyleIdx="31" presStyleCnt="44"/>
      <dgm:spPr/>
    </dgm:pt>
    <dgm:pt modelId="{63AE9556-0887-481B-8F62-DE9BB04CCCB2}" type="pres">
      <dgm:prSet presAssocID="{53D0144A-B2C1-4668-B23A-8778E59D01B4}" presName="topConnNode2" presStyleLbl="node3" presStyleIdx="0" presStyleCnt="0"/>
      <dgm:spPr/>
    </dgm:pt>
    <dgm:pt modelId="{E7EFDBD6-89EB-42E3-807A-22EE1C9B1FC2}" type="pres">
      <dgm:prSet presAssocID="{53D0144A-B2C1-4668-B23A-8778E59D01B4}" presName="hierChild4" presStyleCnt="0"/>
      <dgm:spPr/>
    </dgm:pt>
    <dgm:pt modelId="{EC111F34-2FE0-4634-9A6D-A77C8307D76A}" type="pres">
      <dgm:prSet presAssocID="{CFC73329-00B2-4489-84B3-2DF5F7552FAA}" presName="Name28" presStyleLbl="parChTrans1D4" presStyleIdx="6" presStyleCnt="9"/>
      <dgm:spPr/>
    </dgm:pt>
    <dgm:pt modelId="{29A2C595-C5D7-44B7-B6D3-BA90C8BE4121}" type="pres">
      <dgm:prSet presAssocID="{6728EA21-4BD3-4EA5-9241-B0F5D058E744}" presName="hierRoot2" presStyleCnt="0">
        <dgm:presLayoutVars>
          <dgm:hierBranch val="init"/>
        </dgm:presLayoutVars>
      </dgm:prSet>
      <dgm:spPr/>
    </dgm:pt>
    <dgm:pt modelId="{E0740B31-DD64-43CE-9CE0-9AA3C85204D0}" type="pres">
      <dgm:prSet presAssocID="{6728EA21-4BD3-4EA5-9241-B0F5D058E744}" presName="rootComposite2" presStyleCnt="0"/>
      <dgm:spPr/>
    </dgm:pt>
    <dgm:pt modelId="{866ED6DA-A41B-414A-B9EF-2D8403A4E88F}" type="pres">
      <dgm:prSet presAssocID="{6728EA21-4BD3-4EA5-9241-B0F5D058E744}" presName="rootText2" presStyleLbl="alignAcc1" presStyleIdx="0" presStyleCnt="0">
        <dgm:presLayoutVars>
          <dgm:chPref val="3"/>
        </dgm:presLayoutVars>
      </dgm:prSet>
      <dgm:spPr/>
    </dgm:pt>
    <dgm:pt modelId="{FDCE445E-9330-4378-96B4-A89F8B39578E}" type="pres">
      <dgm:prSet presAssocID="{6728EA21-4BD3-4EA5-9241-B0F5D058E744}" presName="topArc2" presStyleLbl="parChTrans1D1" presStyleIdx="32" presStyleCnt="44"/>
      <dgm:spPr/>
    </dgm:pt>
    <dgm:pt modelId="{7950C048-B3B4-4CEC-A728-00224FF9DAB6}" type="pres">
      <dgm:prSet presAssocID="{6728EA21-4BD3-4EA5-9241-B0F5D058E744}" presName="bottomArc2" presStyleLbl="parChTrans1D1" presStyleIdx="33" presStyleCnt="44"/>
      <dgm:spPr/>
    </dgm:pt>
    <dgm:pt modelId="{05457F17-B678-4355-B999-F16A39515873}" type="pres">
      <dgm:prSet presAssocID="{6728EA21-4BD3-4EA5-9241-B0F5D058E744}" presName="topConnNode2" presStyleLbl="node4" presStyleIdx="0" presStyleCnt="0"/>
      <dgm:spPr/>
    </dgm:pt>
    <dgm:pt modelId="{203D79E8-795D-41C2-9931-8F1102739BD2}" type="pres">
      <dgm:prSet presAssocID="{6728EA21-4BD3-4EA5-9241-B0F5D058E744}" presName="hierChild4" presStyleCnt="0"/>
      <dgm:spPr/>
    </dgm:pt>
    <dgm:pt modelId="{3A4FA482-5CD7-480E-A1BC-814297880C00}" type="pres">
      <dgm:prSet presAssocID="{6728EA21-4BD3-4EA5-9241-B0F5D058E744}" presName="hierChild5" presStyleCnt="0"/>
      <dgm:spPr/>
    </dgm:pt>
    <dgm:pt modelId="{18A9CCAA-FF6F-4D1B-A532-AD3682DA8D7D}" type="pres">
      <dgm:prSet presAssocID="{53D0144A-B2C1-4668-B23A-8778E59D01B4}" presName="hierChild5" presStyleCnt="0"/>
      <dgm:spPr/>
    </dgm:pt>
    <dgm:pt modelId="{EC173E82-42D8-4AE0-A08A-665A4DFC3CEB}" type="pres">
      <dgm:prSet presAssocID="{8F27E30A-ECB2-4259-8361-ADB3023FB557}" presName="hierChild5" presStyleCnt="0"/>
      <dgm:spPr/>
    </dgm:pt>
    <dgm:pt modelId="{80940FDE-AE7E-8148-B1E9-FD0D47D43C63}" type="pres">
      <dgm:prSet presAssocID="{E8663555-0347-9E4A-89B9-B099406FB369}" presName="Name28" presStyleLbl="parChTrans1D2" presStyleIdx="3" presStyleCnt="4"/>
      <dgm:spPr/>
    </dgm:pt>
    <dgm:pt modelId="{01E7E876-19B1-0B49-8DFE-0FF67B213305}" type="pres">
      <dgm:prSet presAssocID="{B7463067-1763-A440-95F2-FFAF0D914151}" presName="hierRoot2" presStyleCnt="0">
        <dgm:presLayoutVars>
          <dgm:hierBranch val="init"/>
        </dgm:presLayoutVars>
      </dgm:prSet>
      <dgm:spPr/>
    </dgm:pt>
    <dgm:pt modelId="{E263B20C-80B0-F649-A565-E250E07D0029}" type="pres">
      <dgm:prSet presAssocID="{B7463067-1763-A440-95F2-FFAF0D914151}" presName="rootComposite2" presStyleCnt="0"/>
      <dgm:spPr/>
    </dgm:pt>
    <dgm:pt modelId="{881BECA3-33FC-5A4D-B749-3EE4EF470EF9}" type="pres">
      <dgm:prSet presAssocID="{B7463067-1763-A440-95F2-FFAF0D914151}" presName="rootText2" presStyleLbl="alignAcc1" presStyleIdx="0" presStyleCnt="0">
        <dgm:presLayoutVars>
          <dgm:chPref val="3"/>
        </dgm:presLayoutVars>
      </dgm:prSet>
      <dgm:spPr/>
    </dgm:pt>
    <dgm:pt modelId="{B27D4E19-5340-504C-B6FF-5D12B4BD84EB}" type="pres">
      <dgm:prSet presAssocID="{B7463067-1763-A440-95F2-FFAF0D914151}" presName="topArc2" presStyleLbl="parChTrans1D1" presStyleIdx="34" presStyleCnt="44"/>
      <dgm:spPr/>
    </dgm:pt>
    <dgm:pt modelId="{5E40EBB9-233A-E84F-ADB4-F0FDD7FED0D3}" type="pres">
      <dgm:prSet presAssocID="{B7463067-1763-A440-95F2-FFAF0D914151}" presName="bottomArc2" presStyleLbl="parChTrans1D1" presStyleIdx="35" presStyleCnt="44"/>
      <dgm:spPr/>
    </dgm:pt>
    <dgm:pt modelId="{5DB10350-EF49-7D47-87E0-2D2B3442E404}" type="pres">
      <dgm:prSet presAssocID="{B7463067-1763-A440-95F2-FFAF0D914151}" presName="topConnNode2" presStyleLbl="node2" presStyleIdx="0" presStyleCnt="0"/>
      <dgm:spPr/>
    </dgm:pt>
    <dgm:pt modelId="{787A6763-5500-8949-A05D-CCFC1D62733C}" type="pres">
      <dgm:prSet presAssocID="{B7463067-1763-A440-95F2-FFAF0D914151}" presName="hierChild4" presStyleCnt="0"/>
      <dgm:spPr/>
    </dgm:pt>
    <dgm:pt modelId="{F3498923-51EC-0F47-9E72-B8225EB5DB6E}" type="pres">
      <dgm:prSet presAssocID="{1023C816-C53E-534B-A8A9-4E475AF45A03}" presName="Name28" presStyleLbl="parChTrans1D3" presStyleIdx="6" presStyleCnt="8"/>
      <dgm:spPr/>
    </dgm:pt>
    <dgm:pt modelId="{53C8092C-C657-5C4F-A7F0-B3313F1287E3}" type="pres">
      <dgm:prSet presAssocID="{C05587E1-E5CF-2744-9C45-75F2252BFFBB}" presName="hierRoot2" presStyleCnt="0">
        <dgm:presLayoutVars>
          <dgm:hierBranch val="init"/>
        </dgm:presLayoutVars>
      </dgm:prSet>
      <dgm:spPr/>
    </dgm:pt>
    <dgm:pt modelId="{FF16B2BA-C5FA-9E4F-B24C-D4BB83E45C11}" type="pres">
      <dgm:prSet presAssocID="{C05587E1-E5CF-2744-9C45-75F2252BFFBB}" presName="rootComposite2" presStyleCnt="0"/>
      <dgm:spPr/>
    </dgm:pt>
    <dgm:pt modelId="{5095A39A-6911-744D-8C4E-A1373FF5B93E}" type="pres">
      <dgm:prSet presAssocID="{C05587E1-E5CF-2744-9C45-75F2252BFFBB}" presName="rootText2" presStyleLbl="alignAcc1" presStyleIdx="0" presStyleCnt="0">
        <dgm:presLayoutVars>
          <dgm:chPref val="3"/>
        </dgm:presLayoutVars>
      </dgm:prSet>
      <dgm:spPr/>
    </dgm:pt>
    <dgm:pt modelId="{EAEE1D22-59F4-3046-813F-8F5D6D0FDF94}" type="pres">
      <dgm:prSet presAssocID="{C05587E1-E5CF-2744-9C45-75F2252BFFBB}" presName="topArc2" presStyleLbl="parChTrans1D1" presStyleIdx="36" presStyleCnt="44"/>
      <dgm:spPr/>
    </dgm:pt>
    <dgm:pt modelId="{01E30816-191F-EA40-A386-4843967EE9F4}" type="pres">
      <dgm:prSet presAssocID="{C05587E1-E5CF-2744-9C45-75F2252BFFBB}" presName="bottomArc2" presStyleLbl="parChTrans1D1" presStyleIdx="37" presStyleCnt="44"/>
      <dgm:spPr/>
    </dgm:pt>
    <dgm:pt modelId="{55BE593F-A393-B744-B278-543F1A72787D}" type="pres">
      <dgm:prSet presAssocID="{C05587E1-E5CF-2744-9C45-75F2252BFFBB}" presName="topConnNode2" presStyleLbl="node3" presStyleIdx="0" presStyleCnt="0"/>
      <dgm:spPr/>
    </dgm:pt>
    <dgm:pt modelId="{DFD02023-68DF-8840-AA94-688690130C0F}" type="pres">
      <dgm:prSet presAssocID="{C05587E1-E5CF-2744-9C45-75F2252BFFBB}" presName="hierChild4" presStyleCnt="0"/>
      <dgm:spPr/>
    </dgm:pt>
    <dgm:pt modelId="{0D83859D-2EC5-2D4B-8854-8A27550F5A60}" type="pres">
      <dgm:prSet presAssocID="{9DDBB2C9-3F6E-ED48-88DF-B52F91472984}" presName="Name28" presStyleLbl="parChTrans1D4" presStyleIdx="7" presStyleCnt="9"/>
      <dgm:spPr/>
    </dgm:pt>
    <dgm:pt modelId="{523FBE65-35CE-8F40-BA2C-B057E5C56C69}" type="pres">
      <dgm:prSet presAssocID="{1F0827B2-492C-2A44-8E7F-904CE1E27273}" presName="hierRoot2" presStyleCnt="0">
        <dgm:presLayoutVars>
          <dgm:hierBranch val="init"/>
        </dgm:presLayoutVars>
      </dgm:prSet>
      <dgm:spPr/>
    </dgm:pt>
    <dgm:pt modelId="{077D21E6-49EE-AF44-888C-B2260E223CE8}" type="pres">
      <dgm:prSet presAssocID="{1F0827B2-492C-2A44-8E7F-904CE1E27273}" presName="rootComposite2" presStyleCnt="0"/>
      <dgm:spPr/>
    </dgm:pt>
    <dgm:pt modelId="{3A0D23AA-F431-1047-BE47-CACAFD657190}" type="pres">
      <dgm:prSet presAssocID="{1F0827B2-492C-2A44-8E7F-904CE1E27273}" presName="rootText2" presStyleLbl="alignAcc1" presStyleIdx="0" presStyleCnt="0">
        <dgm:presLayoutVars>
          <dgm:chPref val="3"/>
        </dgm:presLayoutVars>
      </dgm:prSet>
      <dgm:spPr/>
    </dgm:pt>
    <dgm:pt modelId="{7FC68C49-2AA9-ED42-9DEB-B3A645909CA9}" type="pres">
      <dgm:prSet presAssocID="{1F0827B2-492C-2A44-8E7F-904CE1E27273}" presName="topArc2" presStyleLbl="parChTrans1D1" presStyleIdx="38" presStyleCnt="44"/>
      <dgm:spPr/>
    </dgm:pt>
    <dgm:pt modelId="{46CED281-3E4F-8F42-8CC3-621FFEC77BB7}" type="pres">
      <dgm:prSet presAssocID="{1F0827B2-492C-2A44-8E7F-904CE1E27273}" presName="bottomArc2" presStyleLbl="parChTrans1D1" presStyleIdx="39" presStyleCnt="44"/>
      <dgm:spPr/>
    </dgm:pt>
    <dgm:pt modelId="{319BC65E-6C49-5D47-8DCA-DBF3F8EF3FC7}" type="pres">
      <dgm:prSet presAssocID="{1F0827B2-492C-2A44-8E7F-904CE1E27273}" presName="topConnNode2" presStyleLbl="node4" presStyleIdx="0" presStyleCnt="0"/>
      <dgm:spPr/>
    </dgm:pt>
    <dgm:pt modelId="{1F764AEF-4B58-6E48-92B1-CA1909562345}" type="pres">
      <dgm:prSet presAssocID="{1F0827B2-492C-2A44-8E7F-904CE1E27273}" presName="hierChild4" presStyleCnt="0"/>
      <dgm:spPr/>
    </dgm:pt>
    <dgm:pt modelId="{D5E20AAF-D051-7943-887B-EE09AF8C9F01}" type="pres">
      <dgm:prSet presAssocID="{1F0827B2-492C-2A44-8E7F-904CE1E27273}" presName="hierChild5" presStyleCnt="0"/>
      <dgm:spPr/>
    </dgm:pt>
    <dgm:pt modelId="{C8CD3BCE-DCAE-F24B-8930-B9AF10F7D9AE}" type="pres">
      <dgm:prSet presAssocID="{C05587E1-E5CF-2744-9C45-75F2252BFFBB}" presName="hierChild5" presStyleCnt="0"/>
      <dgm:spPr/>
    </dgm:pt>
    <dgm:pt modelId="{8267AA4A-2DC2-7F47-B498-15B510D27EF2}" type="pres">
      <dgm:prSet presAssocID="{9EA45F85-1ED3-8B4E-8202-D58C888C4D19}" presName="Name28" presStyleLbl="parChTrans1D3" presStyleIdx="7" presStyleCnt="8"/>
      <dgm:spPr/>
    </dgm:pt>
    <dgm:pt modelId="{01AFF02A-36BA-D841-AD0D-AE3427E14F1E}" type="pres">
      <dgm:prSet presAssocID="{670AA7E3-3AA8-A443-B448-16440FFDCCD2}" presName="hierRoot2" presStyleCnt="0">
        <dgm:presLayoutVars>
          <dgm:hierBranch val="init"/>
        </dgm:presLayoutVars>
      </dgm:prSet>
      <dgm:spPr/>
    </dgm:pt>
    <dgm:pt modelId="{A983939A-293D-324E-8F70-0EFF68C44826}" type="pres">
      <dgm:prSet presAssocID="{670AA7E3-3AA8-A443-B448-16440FFDCCD2}" presName="rootComposite2" presStyleCnt="0"/>
      <dgm:spPr/>
    </dgm:pt>
    <dgm:pt modelId="{CAB13B58-321C-3446-BD56-C72A9140A468}" type="pres">
      <dgm:prSet presAssocID="{670AA7E3-3AA8-A443-B448-16440FFDCCD2}" presName="rootText2" presStyleLbl="alignAcc1" presStyleIdx="0" presStyleCnt="0">
        <dgm:presLayoutVars>
          <dgm:chPref val="3"/>
        </dgm:presLayoutVars>
      </dgm:prSet>
      <dgm:spPr/>
    </dgm:pt>
    <dgm:pt modelId="{5AB71226-62A5-0F48-A5CE-AA2393034A39}" type="pres">
      <dgm:prSet presAssocID="{670AA7E3-3AA8-A443-B448-16440FFDCCD2}" presName="topArc2" presStyleLbl="parChTrans1D1" presStyleIdx="40" presStyleCnt="44"/>
      <dgm:spPr/>
    </dgm:pt>
    <dgm:pt modelId="{965409C7-0596-5240-B923-63F1961FDBD5}" type="pres">
      <dgm:prSet presAssocID="{670AA7E3-3AA8-A443-B448-16440FFDCCD2}" presName="bottomArc2" presStyleLbl="parChTrans1D1" presStyleIdx="41" presStyleCnt="44"/>
      <dgm:spPr/>
    </dgm:pt>
    <dgm:pt modelId="{4AE73044-5C42-154F-BA1C-D81E2DD52900}" type="pres">
      <dgm:prSet presAssocID="{670AA7E3-3AA8-A443-B448-16440FFDCCD2}" presName="topConnNode2" presStyleLbl="node3" presStyleIdx="0" presStyleCnt="0"/>
      <dgm:spPr/>
    </dgm:pt>
    <dgm:pt modelId="{D65AA657-F065-5343-83AA-75012DCE631C}" type="pres">
      <dgm:prSet presAssocID="{670AA7E3-3AA8-A443-B448-16440FFDCCD2}" presName="hierChild4" presStyleCnt="0"/>
      <dgm:spPr/>
    </dgm:pt>
    <dgm:pt modelId="{CE2D79F1-6AC0-5140-BE4F-31FED6FB75D6}" type="pres">
      <dgm:prSet presAssocID="{BC913368-1F88-304C-BA12-8C2193805DBC}" presName="Name28" presStyleLbl="parChTrans1D4" presStyleIdx="8" presStyleCnt="9"/>
      <dgm:spPr/>
    </dgm:pt>
    <dgm:pt modelId="{678F29D3-D3CB-6247-8764-4B27D84A8555}" type="pres">
      <dgm:prSet presAssocID="{E8A50A18-7D8B-5642-BA6B-00884952A95B}" presName="hierRoot2" presStyleCnt="0">
        <dgm:presLayoutVars>
          <dgm:hierBranch val="init"/>
        </dgm:presLayoutVars>
      </dgm:prSet>
      <dgm:spPr/>
    </dgm:pt>
    <dgm:pt modelId="{091947E1-D99E-FD49-B6D3-6F2ACB5BB5D1}" type="pres">
      <dgm:prSet presAssocID="{E8A50A18-7D8B-5642-BA6B-00884952A95B}" presName="rootComposite2" presStyleCnt="0"/>
      <dgm:spPr/>
    </dgm:pt>
    <dgm:pt modelId="{621B54B5-F6A7-F14E-8BD8-A8E48A289B54}" type="pres">
      <dgm:prSet presAssocID="{E8A50A18-7D8B-5642-BA6B-00884952A95B}" presName="rootText2" presStyleLbl="alignAcc1" presStyleIdx="0" presStyleCnt="0">
        <dgm:presLayoutVars>
          <dgm:chPref val="3"/>
        </dgm:presLayoutVars>
      </dgm:prSet>
      <dgm:spPr/>
    </dgm:pt>
    <dgm:pt modelId="{0648A4E5-C394-2047-BD72-9D47AC151D8D}" type="pres">
      <dgm:prSet presAssocID="{E8A50A18-7D8B-5642-BA6B-00884952A95B}" presName="topArc2" presStyleLbl="parChTrans1D1" presStyleIdx="42" presStyleCnt="44"/>
      <dgm:spPr/>
    </dgm:pt>
    <dgm:pt modelId="{2F38475E-BC53-7946-8CE9-E20E27D17B6F}" type="pres">
      <dgm:prSet presAssocID="{E8A50A18-7D8B-5642-BA6B-00884952A95B}" presName="bottomArc2" presStyleLbl="parChTrans1D1" presStyleIdx="43" presStyleCnt="44"/>
      <dgm:spPr/>
    </dgm:pt>
    <dgm:pt modelId="{45B53697-9F08-C04D-969D-3AF7AEA52B1C}" type="pres">
      <dgm:prSet presAssocID="{E8A50A18-7D8B-5642-BA6B-00884952A95B}" presName="topConnNode2" presStyleLbl="node4" presStyleIdx="0" presStyleCnt="0"/>
      <dgm:spPr/>
    </dgm:pt>
    <dgm:pt modelId="{F9E99F13-D3C2-1743-AD95-187806B9C440}" type="pres">
      <dgm:prSet presAssocID="{E8A50A18-7D8B-5642-BA6B-00884952A95B}" presName="hierChild4" presStyleCnt="0"/>
      <dgm:spPr/>
    </dgm:pt>
    <dgm:pt modelId="{3835355B-18CE-5947-9E09-39039B48553F}" type="pres">
      <dgm:prSet presAssocID="{E8A50A18-7D8B-5642-BA6B-00884952A95B}" presName="hierChild5" presStyleCnt="0"/>
      <dgm:spPr/>
    </dgm:pt>
    <dgm:pt modelId="{CCB45F38-6B28-654C-BA36-721C2944C9C9}" type="pres">
      <dgm:prSet presAssocID="{670AA7E3-3AA8-A443-B448-16440FFDCCD2}" presName="hierChild5" presStyleCnt="0"/>
      <dgm:spPr/>
    </dgm:pt>
    <dgm:pt modelId="{50E14E30-28BC-5D48-8E46-F7C06B7CB020}" type="pres">
      <dgm:prSet presAssocID="{B7463067-1763-A440-95F2-FFAF0D914151}" presName="hierChild5" presStyleCnt="0"/>
      <dgm:spPr/>
    </dgm:pt>
    <dgm:pt modelId="{3D1716AE-CE6E-5B47-BE5D-06CAC056D816}" type="pres">
      <dgm:prSet presAssocID="{B07E475A-4C20-7F4A-8A7D-7F7874E4EB76}" presName="hierChild3" presStyleCnt="0"/>
      <dgm:spPr/>
    </dgm:pt>
  </dgm:ptLst>
  <dgm:cxnLst>
    <dgm:cxn modelId="{5D627002-521E-014F-9194-D3AED46DD39B}" srcId="{9DCF91BE-4D8D-DF4F-840C-79DC31A157E3}" destId="{7E0EFC48-52F7-E742-8EDD-ECF682E91E3A}" srcOrd="0" destOrd="0" parTransId="{BAE81520-E07C-284E-AEA2-30A8004FF7BA}" sibTransId="{60F0B7FE-FB37-FD48-A5D8-9C9846DD5D35}"/>
    <dgm:cxn modelId="{86754509-F383-134D-BFAC-4ADAF79DF3C8}" type="presOf" srcId="{65D0F5B8-278B-194D-B4E7-162FE61FC98C}" destId="{10FE74B4-83D5-2947-87B1-CF6F0993220A}" srcOrd="1" destOrd="0" presId="urn:microsoft.com/office/officeart/2008/layout/HalfCircleOrganizationChart"/>
    <dgm:cxn modelId="{2B6C3C11-0350-49B6-9C37-AB1AA6C6DE6B}" type="presOf" srcId="{44E37EA0-E100-4D01-8CD4-7021EA8F1B98}" destId="{27B6C28E-9B7D-4AC0-97F1-9CD6686B5A2F}" srcOrd="1" destOrd="0" presId="urn:microsoft.com/office/officeart/2008/layout/HalfCircleOrganizationChart"/>
    <dgm:cxn modelId="{FBF5B414-4F0E-4464-B4EC-0926561A4576}" type="presOf" srcId="{8F27E30A-ECB2-4259-8361-ADB3023FB557}" destId="{24CD55D2-64D3-4812-918F-ED028200EB76}" srcOrd="0" destOrd="0" presId="urn:microsoft.com/office/officeart/2008/layout/HalfCircleOrganizationChart"/>
    <dgm:cxn modelId="{8D7D781C-165B-4EB7-A79D-246CB84369E4}" type="presOf" srcId="{6728EA21-4BD3-4EA5-9241-B0F5D058E744}" destId="{866ED6DA-A41B-414A-B9EF-2D8403A4E88F}" srcOrd="0" destOrd="0" presId="urn:microsoft.com/office/officeart/2008/layout/HalfCircleOrganizationChart"/>
    <dgm:cxn modelId="{8463651D-5AFC-4554-984C-C3B4BF06A411}" type="presOf" srcId="{31111D92-5C34-4913-AAC1-8BA9B4147999}" destId="{F46B6B36-38CA-49F8-8F8D-01A9A997979D}" srcOrd="0" destOrd="0" presId="urn:microsoft.com/office/officeart/2008/layout/HalfCircleOrganizationChart"/>
    <dgm:cxn modelId="{7A0BE61D-EA02-494B-8A54-61961CB937B2}" type="presOf" srcId="{76328D07-0A0F-3242-8D2A-874596194ACA}" destId="{5D4C9970-95A9-3841-A226-05833C13BAAA}" srcOrd="0" destOrd="0" presId="urn:microsoft.com/office/officeart/2008/layout/HalfCircleOrganizationChart"/>
    <dgm:cxn modelId="{E2740A1E-6CA4-4860-88F5-E8E0638E97B2}" type="presOf" srcId="{C60C67B9-8648-46F8-BA43-7DAAFA1F8859}" destId="{7D71E287-01B7-4A92-AF8E-9D0C3692F38F}" srcOrd="0" destOrd="0" presId="urn:microsoft.com/office/officeart/2008/layout/HalfCircleOrganizationChart"/>
    <dgm:cxn modelId="{4F465020-0FA5-1D4F-A84B-4E5F2429C88D}" type="presOf" srcId="{1023C816-C53E-534B-A8A9-4E475AF45A03}" destId="{F3498923-51EC-0F47-9E72-B8225EB5DB6E}" srcOrd="0" destOrd="0" presId="urn:microsoft.com/office/officeart/2008/layout/HalfCircleOrganizationChart"/>
    <dgm:cxn modelId="{02FCC52C-3BF6-CA4C-BE75-9CAF52C7AE92}" type="presOf" srcId="{F5B78031-34E2-894E-9B25-99792F4BDAD8}" destId="{2E1D1250-3D4D-2946-9A8C-D79A1DAA72F3}" srcOrd="1" destOrd="0" presId="urn:microsoft.com/office/officeart/2008/layout/HalfCircleOrganizationChart"/>
    <dgm:cxn modelId="{0118E42D-CBA3-9946-AAE5-E92E88BC01E7}" type="presOf" srcId="{B7463067-1763-A440-95F2-FFAF0D914151}" destId="{881BECA3-33FC-5A4D-B749-3EE4EF470EF9}" srcOrd="0" destOrd="0" presId="urn:microsoft.com/office/officeart/2008/layout/HalfCircleOrganizationChart"/>
    <dgm:cxn modelId="{43A1282F-DBAF-4107-842B-44162312CBB8}" srcId="{B07E475A-4C20-7F4A-8A7D-7F7874E4EB76}" destId="{8F27E30A-ECB2-4259-8361-ADB3023FB557}" srcOrd="2" destOrd="0" parTransId="{FBE63F2F-6898-4F70-94AD-C54E929D8848}" sibTransId="{6A25D4EA-B889-4258-9A8F-794B9C57C00C}"/>
    <dgm:cxn modelId="{3847A231-AF50-1740-B053-A89767E52727}" srcId="{DB830E21-8E7A-D64B-A3F1-EB6130087865}" destId="{FEA19689-A907-544C-AF19-36DF11982B11}" srcOrd="0" destOrd="0" parTransId="{F87F35E3-4ECD-5B48-B867-0160842AF3ED}" sibTransId="{082A8DEC-E759-524A-979A-6104E7B8256A}"/>
    <dgm:cxn modelId="{415E8B33-40B7-A544-AF97-87968B799CC7}" type="presOf" srcId="{76328D07-0A0F-3242-8D2A-874596194ACA}" destId="{2CAEF9D4-B149-2A40-8A6F-A2017D97D0C2}" srcOrd="1" destOrd="0" presId="urn:microsoft.com/office/officeart/2008/layout/HalfCircleOrganizationChart"/>
    <dgm:cxn modelId="{2C91CE34-CF85-494D-97BB-BF43029A4DA8}" type="presOf" srcId="{1F0827B2-492C-2A44-8E7F-904CE1E27273}" destId="{3A0D23AA-F431-1047-BE47-CACAFD657190}" srcOrd="0" destOrd="0" presId="urn:microsoft.com/office/officeart/2008/layout/HalfCircleOrganizationChart"/>
    <dgm:cxn modelId="{3C2CF037-DA29-C940-967F-0DF2C11D11C6}" type="presOf" srcId="{BC913368-1F88-304C-BA12-8C2193805DBC}" destId="{CE2D79F1-6AC0-5140-BE4F-31FED6FB75D6}" srcOrd="0" destOrd="0" presId="urn:microsoft.com/office/officeart/2008/layout/HalfCircleOrganizationChart"/>
    <dgm:cxn modelId="{2AAA0E38-B611-E846-9C7E-2EC91EE48D96}" type="presOf" srcId="{FEA19689-A907-544C-AF19-36DF11982B11}" destId="{83BAB0E6-304E-3A4E-910A-C67DB2280BE0}" srcOrd="1" destOrd="0" presId="urn:microsoft.com/office/officeart/2008/layout/HalfCircleOrganizationChart"/>
    <dgm:cxn modelId="{A77E6A39-0593-2F46-B4AA-A927A6FE32A9}" type="presOf" srcId="{670AA7E3-3AA8-A443-B448-16440FFDCCD2}" destId="{CAB13B58-321C-3446-BD56-C72A9140A468}" srcOrd="0" destOrd="0" presId="urn:microsoft.com/office/officeart/2008/layout/HalfCircleOrganizationChart"/>
    <dgm:cxn modelId="{5C29B53D-265B-4FC0-9BDD-E2B6497AEBD3}" srcId="{8F27E30A-ECB2-4259-8361-ADB3023FB557}" destId="{29A6E8EB-3985-4AC5-B00C-9700E719E03C}" srcOrd="1" destOrd="0" parTransId="{6B64D80A-616E-4F64-BA0F-88DCFD8022A6}" sibTransId="{09FC176A-0175-497D-9E18-D595C9226FE0}"/>
    <dgm:cxn modelId="{842F7E3F-D16E-1A4B-8807-1115063D7318}" type="presOf" srcId="{BCE2D8C3-20DC-F845-BE3D-9B8DA3266FB7}" destId="{9A149CB0-5AC6-D146-AF8E-6FD7738F6DAE}" srcOrd="0" destOrd="0" presId="urn:microsoft.com/office/officeart/2008/layout/HalfCircleOrganizationChart"/>
    <dgm:cxn modelId="{74ED5040-F50F-9742-8321-2FB86D121783}" type="presOf" srcId="{32C16310-D3AD-574A-9F8F-D092F63C3FC4}" destId="{128877DC-7336-464B-9815-5C0055AD1FD4}" srcOrd="0" destOrd="0" presId="urn:microsoft.com/office/officeart/2008/layout/HalfCircleOrganizationChart"/>
    <dgm:cxn modelId="{4FBB9B5B-4A50-AD4C-9E7E-AA56DB38B94E}" srcId="{C05587E1-E5CF-2744-9C45-75F2252BFFBB}" destId="{1F0827B2-492C-2A44-8E7F-904CE1E27273}" srcOrd="0" destOrd="0" parTransId="{9DDBB2C9-3F6E-ED48-88DF-B52F91472984}" sibTransId="{6C12CFD7-524F-4A4C-AB55-4B038600716C}"/>
    <dgm:cxn modelId="{AD7D9C61-D184-2A47-BE94-98079767DB7A}" srcId="{0D7A8D90-563F-3642-A2D5-EAC412658EA1}" destId="{B07E475A-4C20-7F4A-8A7D-7F7874E4EB76}" srcOrd="0" destOrd="0" parTransId="{30FAA0E3-4542-A445-B652-062D1C969D67}" sibTransId="{AC134E7F-22A2-754B-A85B-40602B41D2D8}"/>
    <dgm:cxn modelId="{1449A661-63C5-4B3D-BD52-DDF752CD3948}" type="presOf" srcId="{8F27E30A-ECB2-4259-8361-ADB3023FB557}" destId="{0BBDCB05-F410-436E-881D-2F19D6F99B1F}" srcOrd="1" destOrd="0" presId="urn:microsoft.com/office/officeart/2008/layout/HalfCircleOrganizationChart"/>
    <dgm:cxn modelId="{9FA44862-8192-432B-8E61-1DDD337617BE}" type="presOf" srcId="{53D0144A-B2C1-4668-B23A-8778E59D01B4}" destId="{63AE9556-0887-481B-8F62-DE9BB04CCCB2}" srcOrd="1" destOrd="0" presId="urn:microsoft.com/office/officeart/2008/layout/HalfCircleOrganizationChart"/>
    <dgm:cxn modelId="{14ADEE42-1A36-2644-A214-71EA2D6751EF}" type="presOf" srcId="{4DAF309D-5CB5-7D47-B24F-EC648CC9A568}" destId="{07450943-6C18-5E4D-A7BF-F7017FB44FD4}" srcOrd="0" destOrd="0" presId="urn:microsoft.com/office/officeart/2008/layout/HalfCircleOrganizationChart"/>
    <dgm:cxn modelId="{B59C3763-420F-0C42-9CC6-4FD5862645F8}" type="presOf" srcId="{B07E475A-4C20-7F4A-8A7D-7F7874E4EB76}" destId="{B30A2A80-BE36-5142-86A9-C09EF51520C4}" srcOrd="1" destOrd="0" presId="urn:microsoft.com/office/officeart/2008/layout/HalfCircleOrganizationChart"/>
    <dgm:cxn modelId="{FC182F65-4901-7E4C-8EDC-097BB305FB55}" srcId="{B07E475A-4C20-7F4A-8A7D-7F7874E4EB76}" destId="{B7463067-1763-A440-95F2-FFAF0D914151}" srcOrd="3" destOrd="0" parTransId="{E8663555-0347-9E4A-89B9-B099406FB369}" sibTransId="{9B01667C-6FE6-DE41-925B-05F6CE70D872}"/>
    <dgm:cxn modelId="{8412D065-01D2-4BEA-8C06-4677A2C33598}" type="presOf" srcId="{AED5766A-07A8-447E-AF55-F91C779AB635}" destId="{77D7EC33-B609-4024-AD01-EEB60659305B}" srcOrd="0" destOrd="0" presId="urn:microsoft.com/office/officeart/2008/layout/HalfCircleOrganizationChart"/>
    <dgm:cxn modelId="{810F1E66-0BA6-47FB-B6DD-17709FAE8212}" srcId="{29A6E8EB-3985-4AC5-B00C-9700E719E03C}" destId="{44E37EA0-E100-4D01-8CD4-7021EA8F1B98}" srcOrd="0" destOrd="0" parTransId="{19F8FB82-07FA-4BCF-BCD0-9C6C31425A6C}" sibTransId="{6F56C521-6ADC-4352-926F-3DCFE8B417E1}"/>
    <dgm:cxn modelId="{3E1E8447-1229-4918-A2E0-AA64037441BE}" type="presOf" srcId="{B5231E8E-C5E8-433A-A2CD-C2C4F510BB0A}" destId="{4955947C-BE89-4867-8046-65A4A1997CC7}" srcOrd="1" destOrd="0" presId="urn:microsoft.com/office/officeart/2008/layout/HalfCircleOrganizationChart"/>
    <dgm:cxn modelId="{913C106A-EA6A-8F43-89CB-D9589DD43ED2}" type="presOf" srcId="{AF3E63DA-8935-0748-81A3-DE5AF63986D7}" destId="{0210C15E-FA6A-0A4B-9A2D-F8A2D959BBAF}" srcOrd="0" destOrd="0" presId="urn:microsoft.com/office/officeart/2008/layout/HalfCircleOrganizationChart"/>
    <dgm:cxn modelId="{CE25434A-6BA4-A049-A29C-174919D2051E}" type="presOf" srcId="{F67F47C5-77E6-6840-B2E3-CACCEF7A93CC}" destId="{4A5C8E2F-6EF3-E84A-B0E5-3AF4FE4C516F}" srcOrd="1" destOrd="0" presId="urn:microsoft.com/office/officeart/2008/layout/HalfCircleOrganizationChart"/>
    <dgm:cxn modelId="{DE52CC4B-4376-D64A-8A94-1D9564926A80}" type="presOf" srcId="{AD93230C-4593-3C4A-A8F3-3EB3BDCCB280}" destId="{AEC91801-154C-3643-93CA-9F0915132867}" srcOrd="0" destOrd="0" presId="urn:microsoft.com/office/officeart/2008/layout/HalfCircleOrganizationChart"/>
    <dgm:cxn modelId="{1E2BD86B-400B-BF4B-8451-6B7D981FB05D}" srcId="{B07E475A-4C20-7F4A-8A7D-7F7874E4EB76}" destId="{65D0F5B8-278B-194D-B4E7-162FE61FC98C}" srcOrd="0" destOrd="0" parTransId="{32C16310-D3AD-574A-9F8F-D092F63C3FC4}" sibTransId="{4D737AA8-76DF-DD41-A3C9-1C2807750A5A}"/>
    <dgm:cxn modelId="{4C9F7B6C-6B03-48F3-B04A-485B8D6BA48E}" srcId="{53D0144A-B2C1-4668-B23A-8778E59D01B4}" destId="{6728EA21-4BD3-4EA5-9241-B0F5D058E744}" srcOrd="0" destOrd="0" parTransId="{CFC73329-00B2-4489-84B3-2DF5F7552FAA}" sibTransId="{60EA140C-1666-460E-8E5A-78B8D241EF78}"/>
    <dgm:cxn modelId="{5681C06C-E36F-4695-9ECC-6FC2F4CD3AD9}" type="presOf" srcId="{CFC73329-00B2-4489-84B3-2DF5F7552FAA}" destId="{EC111F34-2FE0-4634-9A6D-A77C8307D76A}" srcOrd="0" destOrd="0" presId="urn:microsoft.com/office/officeart/2008/layout/HalfCircleOrganizationChart"/>
    <dgm:cxn modelId="{3A824B6D-D3D8-C04F-BF45-E4C002E4A51B}" type="presOf" srcId="{C05587E1-E5CF-2744-9C45-75F2252BFFBB}" destId="{5095A39A-6911-744D-8C4E-A1373FF5B93E}" srcOrd="0" destOrd="0" presId="urn:microsoft.com/office/officeart/2008/layout/HalfCircleOrganizationChart"/>
    <dgm:cxn modelId="{E2AEDF6E-3D4E-404E-87E8-87B007C9FAC8}" type="presOf" srcId="{53D0144A-B2C1-4668-B23A-8778E59D01B4}" destId="{05D11A55-1E5E-4AEB-9F4C-8BFB1BAF2DF2}" srcOrd="0" destOrd="0" presId="urn:microsoft.com/office/officeart/2008/layout/HalfCircleOrganizationChart"/>
    <dgm:cxn modelId="{B64F346F-EDDE-4DB4-B151-77D104D22FEF}" type="presOf" srcId="{72FA552B-1B05-4F11-ABE1-8B06CB89FC18}" destId="{69FE01BA-56C7-4F7B-BCAB-19D82B02EDD1}" srcOrd="0" destOrd="0" presId="urn:microsoft.com/office/officeart/2008/layout/HalfCircleOrganizationChart"/>
    <dgm:cxn modelId="{534D746F-236E-9D4A-87D5-1555CBCD910F}" type="presOf" srcId="{F5B78031-34E2-894E-9B25-99792F4BDAD8}" destId="{F0FACFAC-6CCA-6C41-9BDC-4BDAE1AE44F6}" srcOrd="0" destOrd="0" presId="urn:microsoft.com/office/officeart/2008/layout/HalfCircleOrganizationChart"/>
    <dgm:cxn modelId="{8B4EE76F-7E37-4F81-852E-BA5D95C0A452}" type="presOf" srcId="{6B64D80A-616E-4F64-BA0F-88DCFD8022A6}" destId="{5D8176B5-0751-4807-985E-D68D038B7395}" srcOrd="0" destOrd="0" presId="urn:microsoft.com/office/officeart/2008/layout/HalfCircleOrganizationChart"/>
    <dgm:cxn modelId="{FB199855-F18A-2C43-9ABD-358E860FA7DC}" type="presOf" srcId="{9DCF91BE-4D8D-DF4F-840C-79DC31A157E3}" destId="{B31657E4-6FDA-3F41-896D-143F48055FAB}" srcOrd="0" destOrd="0" presId="urn:microsoft.com/office/officeart/2008/layout/HalfCircleOrganizationChart"/>
    <dgm:cxn modelId="{CC4CE456-E5DD-BF45-9C26-8B70A6FD3555}" type="presOf" srcId="{FEA19689-A907-544C-AF19-36DF11982B11}" destId="{11B7C179-E84A-B948-9F2F-E1E13D67D9C1}" srcOrd="0" destOrd="0" presId="urn:microsoft.com/office/officeart/2008/layout/HalfCircleOrganizationChart"/>
    <dgm:cxn modelId="{17EDE856-6A16-A949-8CF6-8AAAD3A08B73}" type="presOf" srcId="{AF3E63DA-8935-0748-81A3-DE5AF63986D7}" destId="{9BDA36F0-E457-5A47-9E5F-A5EC198E224C}" srcOrd="1" destOrd="0" presId="urn:microsoft.com/office/officeart/2008/layout/HalfCircleOrganizationChart"/>
    <dgm:cxn modelId="{4D2D2257-8E3A-5A4D-9F0B-EF14D76575F0}" type="presOf" srcId="{7E0EFC48-52F7-E742-8EDD-ECF682E91E3A}" destId="{9EC164B6-3DE1-E843-9FF3-983442D15BF4}" srcOrd="1" destOrd="0" presId="urn:microsoft.com/office/officeart/2008/layout/HalfCircleOrganizationChart"/>
    <dgm:cxn modelId="{430F7E79-9729-E045-B598-2FE24339E0E8}" type="presOf" srcId="{B7463067-1763-A440-95F2-FFAF0D914151}" destId="{5DB10350-EF49-7D47-87E0-2D2B3442E404}" srcOrd="1" destOrd="0" presId="urn:microsoft.com/office/officeart/2008/layout/HalfCircleOrganizationChart"/>
    <dgm:cxn modelId="{4623165A-2870-46A4-82FC-5196D1F7EC7B}" type="presOf" srcId="{44E37EA0-E100-4D01-8CD4-7021EA8F1B98}" destId="{2711FD34-D702-4CBC-BCD4-5A1444C5B0DE}" srcOrd="0" destOrd="0" presId="urn:microsoft.com/office/officeart/2008/layout/HalfCircleOrganizationChart"/>
    <dgm:cxn modelId="{C516195A-7FAA-4C24-AFC3-28A7A3E407FD}" srcId="{8F27E30A-ECB2-4259-8361-ADB3023FB557}" destId="{53D0144A-B2C1-4668-B23A-8778E59D01B4}" srcOrd="2" destOrd="0" parTransId="{AED5766A-07A8-447E-AF55-F91C779AB635}" sibTransId="{995E65C6-B529-4E0C-A12D-767C1989EABA}"/>
    <dgm:cxn modelId="{9115BC85-3373-8549-AF11-4DE059BB3674}" type="presOf" srcId="{F67F47C5-77E6-6840-B2E3-CACCEF7A93CC}" destId="{057EB879-8367-8141-B523-DE96DC24693A}" srcOrd="0" destOrd="0" presId="urn:microsoft.com/office/officeart/2008/layout/HalfCircleOrganizationChart"/>
    <dgm:cxn modelId="{0FE2CC8F-3FD9-48F9-A406-687176C37191}" type="presOf" srcId="{29A6E8EB-3985-4AC5-B00C-9700E719E03C}" destId="{8A1AEE09-7177-4F47-98CF-7A047357A52D}" srcOrd="0" destOrd="0" presId="urn:microsoft.com/office/officeart/2008/layout/HalfCircleOrganizationChart"/>
    <dgm:cxn modelId="{DF0B9090-7D60-6C4E-A493-2F4B472CE408}" srcId="{B7463067-1763-A440-95F2-FFAF0D914151}" destId="{C05587E1-E5CF-2744-9C45-75F2252BFFBB}" srcOrd="0" destOrd="0" parTransId="{1023C816-C53E-534B-A8A9-4E475AF45A03}" sibTransId="{A8ED484A-8E73-8444-929C-F1B4EC7527EC}"/>
    <dgm:cxn modelId="{80E14592-B6BA-E440-800C-7B4E2110381C}" srcId="{B07E475A-4C20-7F4A-8A7D-7F7874E4EB76}" destId="{DB830E21-8E7A-D64B-A3F1-EB6130087865}" srcOrd="1" destOrd="0" parTransId="{AD93230C-4593-3C4A-A8F3-3EB3BDCCB280}" sibTransId="{0DE6A770-F0DD-374A-B5BC-B7B137C2FEBD}"/>
    <dgm:cxn modelId="{4B85D294-11F8-8F47-A1DC-46A85A2651B2}" type="presOf" srcId="{F87F35E3-4ECD-5B48-B867-0160842AF3ED}" destId="{39AF8AC6-04F3-064C-89AE-2F21A38AB92F}" srcOrd="0" destOrd="0" presId="urn:microsoft.com/office/officeart/2008/layout/HalfCircleOrganizationChart"/>
    <dgm:cxn modelId="{BB3F6A9A-E309-1941-924E-A31D18A2D0F2}" type="presOf" srcId="{1F0827B2-492C-2A44-8E7F-904CE1E27273}" destId="{319BC65E-6C49-5D47-8DCA-DBF3F8EF3FC7}" srcOrd="1" destOrd="0" presId="urn:microsoft.com/office/officeart/2008/layout/HalfCircleOrganizationChart"/>
    <dgm:cxn modelId="{4FD1A09B-929A-43A6-9036-EE84B77652E6}" type="presOf" srcId="{6728EA21-4BD3-4EA5-9241-B0F5D058E744}" destId="{05457F17-B678-4355-B999-F16A39515873}" srcOrd="1" destOrd="0" presId="urn:microsoft.com/office/officeart/2008/layout/HalfCircleOrganizationChart"/>
    <dgm:cxn modelId="{D737349D-AA9A-2240-9223-B37DD2D4FC20}" srcId="{FEA19689-A907-544C-AF19-36DF11982B11}" destId="{F67F47C5-77E6-6840-B2E3-CACCEF7A93CC}" srcOrd="0" destOrd="0" parTransId="{BCE2D8C3-20DC-F845-BE3D-9B8DA3266FB7}" sibTransId="{6E7E2C8F-C099-5145-B3BE-1415FA676804}"/>
    <dgm:cxn modelId="{B2200F9E-BE44-4149-A7EB-53B6FA11803E}" type="presOf" srcId="{0D7A8D90-563F-3642-A2D5-EAC412658EA1}" destId="{C593B4D1-4C4B-C44E-8FFA-DEF547FC0AFF}" srcOrd="0" destOrd="0" presId="urn:microsoft.com/office/officeart/2008/layout/HalfCircleOrganizationChart"/>
    <dgm:cxn modelId="{F493ABA2-EE33-E14C-8145-B7BAA310EDE0}" type="presOf" srcId="{DB830E21-8E7A-D64B-A3F1-EB6130087865}" destId="{B529E6C5-5C88-6C4D-B9D0-23A6EFF9D581}" srcOrd="0" destOrd="0" presId="urn:microsoft.com/office/officeart/2008/layout/HalfCircleOrganizationChart"/>
    <dgm:cxn modelId="{66C204A3-1C7D-7241-8FCF-B824CD6545D7}" type="presOf" srcId="{F213F402-5E07-A34C-AC14-C40F854D87AE}" destId="{43D7A7AA-F0E9-BE43-963D-49A5A8CB905A}" srcOrd="0" destOrd="0" presId="urn:microsoft.com/office/officeart/2008/layout/HalfCircleOrganizationChart"/>
    <dgm:cxn modelId="{18B73FA6-69E5-9142-B89F-154C419615E0}" type="presOf" srcId="{C05587E1-E5CF-2744-9C45-75F2252BFFBB}" destId="{55BE593F-A393-B744-B278-543F1A72787D}" srcOrd="1" destOrd="0" presId="urn:microsoft.com/office/officeart/2008/layout/HalfCircleOrganizationChart"/>
    <dgm:cxn modelId="{1EDCA8A7-3539-4BC5-A317-1DCE3D8C17A4}" srcId="{8F27E30A-ECB2-4259-8361-ADB3023FB557}" destId="{B5231E8E-C5E8-433A-A2CD-C2C4F510BB0A}" srcOrd="0" destOrd="0" parTransId="{31111D92-5C34-4913-AAC1-8BA9B4147999}" sibTransId="{597140BF-CCAA-4E84-B9B8-2F113A6EF258}"/>
    <dgm:cxn modelId="{3AB29EA8-5672-1145-A855-9AF6283C8041}" type="presOf" srcId="{E8A50A18-7D8B-5642-BA6B-00884952A95B}" destId="{621B54B5-F6A7-F14E-8BD8-A8E48A289B54}" srcOrd="0" destOrd="0" presId="urn:microsoft.com/office/officeart/2008/layout/HalfCircleOrganizationChart"/>
    <dgm:cxn modelId="{FB94C8A9-0767-6C48-B675-119C7DADC844}" type="presOf" srcId="{7E0EFC48-52F7-E742-8EDD-ECF682E91E3A}" destId="{3FEF2953-F756-664F-A819-0F8B2FDBD03A}" srcOrd="0" destOrd="0" presId="urn:microsoft.com/office/officeart/2008/layout/HalfCircleOrganizationChart"/>
    <dgm:cxn modelId="{5E2A02B0-DB1E-8442-A9E7-1567BB13557F}" srcId="{670AA7E3-3AA8-A443-B448-16440FFDCCD2}" destId="{E8A50A18-7D8B-5642-BA6B-00884952A95B}" srcOrd="0" destOrd="0" parTransId="{BC913368-1F88-304C-BA12-8C2193805DBC}" sibTransId="{BAD735AF-DFA0-BF45-8CE7-7BF9D10C7D31}"/>
    <dgm:cxn modelId="{0F08CBB1-BE54-1345-95B5-D68788192BEA}" type="presOf" srcId="{9DCF91BE-4D8D-DF4F-840C-79DC31A157E3}" destId="{D8354D0D-8C8F-AF4F-87D1-95619496BF16}" srcOrd="1" destOrd="0" presId="urn:microsoft.com/office/officeart/2008/layout/HalfCircleOrganizationChart"/>
    <dgm:cxn modelId="{59E3F2B2-3A38-8545-B3A7-143F8D46E074}" srcId="{FEA19689-A907-544C-AF19-36DF11982B11}" destId="{F5B78031-34E2-894E-9B25-99792F4BDAD8}" srcOrd="1" destOrd="0" parTransId="{393A97DB-3E6B-BB4F-945B-B4D9E761DB45}" sibTransId="{D269A601-8EDB-CE41-9627-CD172A82C722}"/>
    <dgm:cxn modelId="{E11C3FB3-B172-43A1-AC19-20CF475E1888}" srcId="{B5231E8E-C5E8-433A-A2CD-C2C4F510BB0A}" destId="{C60C67B9-8648-46F8-BA43-7DAAFA1F8859}" srcOrd="0" destOrd="0" parTransId="{72FA552B-1B05-4F11-ABE1-8B06CB89FC18}" sibTransId="{BB03B75D-381E-4FF9-B9C5-462B7CBF8F6F}"/>
    <dgm:cxn modelId="{697DC6B4-DBB9-DA46-A426-550A1CA73531}" type="presOf" srcId="{E8A50A18-7D8B-5642-BA6B-00884952A95B}" destId="{45B53697-9F08-C04D-969D-3AF7AEA52B1C}" srcOrd="1" destOrd="0" presId="urn:microsoft.com/office/officeart/2008/layout/HalfCircleOrganizationChart"/>
    <dgm:cxn modelId="{7DD5CBB8-8813-F94E-A07A-9256D93D2B2B}" type="presOf" srcId="{BAE81520-E07C-284E-AEA2-30A8004FF7BA}" destId="{5D31B11F-2586-8D45-BB42-8E1AF6B6D6CC}" srcOrd="0" destOrd="0" presId="urn:microsoft.com/office/officeart/2008/layout/HalfCircleOrganizationChart"/>
    <dgm:cxn modelId="{0C9DAEBC-DD8B-174D-B34C-7656FDFFB21D}" type="presOf" srcId="{9EA45F85-1ED3-8B4E-8202-D58C888C4D19}" destId="{8267AA4A-2DC2-7F47-B498-15B510D27EF2}" srcOrd="0" destOrd="0" presId="urn:microsoft.com/office/officeart/2008/layout/HalfCircleOrganizationChart"/>
    <dgm:cxn modelId="{1B9027C0-8BBB-9343-B8EE-FF9ACAAEAA11}" srcId="{B7463067-1763-A440-95F2-FFAF0D914151}" destId="{670AA7E3-3AA8-A443-B448-16440FFDCCD2}" srcOrd="1" destOrd="0" parTransId="{9EA45F85-1ED3-8B4E-8202-D58C888C4D19}" sibTransId="{A1A4F16A-99F8-5E45-AFA9-A60B7B2F998E}"/>
    <dgm:cxn modelId="{6E1BDCC0-F15C-2F48-9BFA-7EBAB3CCB3F5}" type="presOf" srcId="{393A97DB-3E6B-BB4F-945B-B4D9E761DB45}" destId="{7D49ED69-FAC0-994F-9988-C28400C3D880}" srcOrd="0" destOrd="0" presId="urn:microsoft.com/office/officeart/2008/layout/HalfCircleOrganizationChart"/>
    <dgm:cxn modelId="{1D9C1CC1-CD09-4A26-B69C-BFE5B8A67E9B}" type="presOf" srcId="{B5231E8E-C5E8-433A-A2CD-C2C4F510BB0A}" destId="{E884D258-26C5-4E00-BA8B-73D063BD156E}" srcOrd="0" destOrd="0" presId="urn:microsoft.com/office/officeart/2008/layout/HalfCircleOrganizationChart"/>
    <dgm:cxn modelId="{7FFAE0C5-AA85-4B1F-B1EE-9F26CE673BB5}" type="presOf" srcId="{C60C67B9-8648-46F8-BA43-7DAAFA1F8859}" destId="{2DAABE5B-A192-4479-9617-A8ED6DCFCE49}" srcOrd="1" destOrd="0" presId="urn:microsoft.com/office/officeart/2008/layout/HalfCircleOrganizationChart"/>
    <dgm:cxn modelId="{223333C6-57BC-F641-8892-75D94758588A}" srcId="{AF3E63DA-8935-0748-81A3-DE5AF63986D7}" destId="{76328D07-0A0F-3242-8D2A-874596194ACA}" srcOrd="0" destOrd="0" parTransId="{F213F402-5E07-A34C-AC14-C40F854D87AE}" sibTransId="{9FE5680E-C9C8-1548-8233-596944453A0F}"/>
    <dgm:cxn modelId="{E89F28CD-4042-4370-8589-54A4CACDA339}" type="presOf" srcId="{19F8FB82-07FA-4BCF-BCD0-9C6C31425A6C}" destId="{633653DE-7C1F-4152-AD37-6ECB47631791}" srcOrd="0" destOrd="0" presId="urn:microsoft.com/office/officeart/2008/layout/HalfCircleOrganizationChart"/>
    <dgm:cxn modelId="{0D85FFD2-F82C-5047-8E3E-B32D97B5B1EC}" type="presOf" srcId="{65D0F5B8-278B-194D-B4E7-162FE61FC98C}" destId="{8DE7FBA2-37B9-6748-B372-F063B5962BDE}" srcOrd="0" destOrd="0" presId="urn:microsoft.com/office/officeart/2008/layout/HalfCircleOrganizationChart"/>
    <dgm:cxn modelId="{D90A49D5-D9E7-4F1D-B37C-C48EB9EC8A41}" type="presOf" srcId="{FBE63F2F-6898-4F70-94AD-C54E929D8848}" destId="{778868E4-CF03-4056-BDB3-D6E8EBBDDF2E}" srcOrd="0" destOrd="0" presId="urn:microsoft.com/office/officeart/2008/layout/HalfCircleOrganizationChart"/>
    <dgm:cxn modelId="{E33E9BD5-613E-4C88-9BC6-5F901A9EAE75}" type="presOf" srcId="{29A6E8EB-3985-4AC5-B00C-9700E719E03C}" destId="{78BB1391-597D-4427-9C00-DC4FAF1656C6}" srcOrd="1" destOrd="0" presId="urn:microsoft.com/office/officeart/2008/layout/HalfCircleOrganizationChart"/>
    <dgm:cxn modelId="{28000CD7-B5F4-F546-A57D-8FF3D80E1564}" type="presOf" srcId="{9DDBB2C9-3F6E-ED48-88DF-B52F91472984}" destId="{0D83859D-2EC5-2D4B-8854-8A27550F5A60}" srcOrd="0" destOrd="0" presId="urn:microsoft.com/office/officeart/2008/layout/HalfCircleOrganizationChart"/>
    <dgm:cxn modelId="{322824DB-D742-EC49-BCF4-E3B0CEA5CC6E}" type="presOf" srcId="{B07E475A-4C20-7F4A-8A7D-7F7874E4EB76}" destId="{75B6835E-E397-6A4C-A518-AEEC16611B70}" srcOrd="0" destOrd="0" presId="urn:microsoft.com/office/officeart/2008/layout/HalfCircleOrganizationChart"/>
    <dgm:cxn modelId="{6620A2E1-3AD4-D647-879A-215BC07DCDFA}" type="presOf" srcId="{DB830E21-8E7A-D64B-A3F1-EB6130087865}" destId="{319CD088-9793-D847-9C96-13248850345B}" srcOrd="1" destOrd="0" presId="urn:microsoft.com/office/officeart/2008/layout/HalfCircleOrganizationChart"/>
    <dgm:cxn modelId="{09ADDAED-8F7D-4B43-9831-C7B1123EFA0C}" srcId="{65D0F5B8-278B-194D-B4E7-162FE61FC98C}" destId="{AF3E63DA-8935-0748-81A3-DE5AF63986D7}" srcOrd="0" destOrd="0" parTransId="{816E829C-C26E-4D4B-84B4-EC7A36D5687C}" sibTransId="{79B352BD-7431-B249-B7C6-2418BC0ADC0D}"/>
    <dgm:cxn modelId="{7A993AEF-70E4-B24F-ADE7-E6BC1D832902}" srcId="{65D0F5B8-278B-194D-B4E7-162FE61FC98C}" destId="{9DCF91BE-4D8D-DF4F-840C-79DC31A157E3}" srcOrd="1" destOrd="0" parTransId="{4DAF309D-5CB5-7D47-B24F-EC648CC9A568}" sibTransId="{3A834AFE-C4E9-3E48-A116-E411B54A0FA0}"/>
    <dgm:cxn modelId="{708471F4-34CC-104B-9EE0-CCB5B88FF9AE}" type="presOf" srcId="{816E829C-C26E-4D4B-84B4-EC7A36D5687C}" destId="{748F260D-9947-6344-BF03-00184C4A0139}" srcOrd="0" destOrd="0" presId="urn:microsoft.com/office/officeart/2008/layout/HalfCircleOrganizationChart"/>
    <dgm:cxn modelId="{62CFD0FB-51BA-D148-8EE9-70BC8AEAB178}" type="presOf" srcId="{E8663555-0347-9E4A-89B9-B099406FB369}" destId="{80940FDE-AE7E-8148-B1E9-FD0D47D43C63}" srcOrd="0" destOrd="0" presId="urn:microsoft.com/office/officeart/2008/layout/HalfCircleOrganizationChart"/>
    <dgm:cxn modelId="{2B91E0FD-3AA8-9543-A499-CD10AFC96E9A}" type="presOf" srcId="{670AA7E3-3AA8-A443-B448-16440FFDCCD2}" destId="{4AE73044-5C42-154F-BA1C-D81E2DD52900}" srcOrd="1" destOrd="0" presId="urn:microsoft.com/office/officeart/2008/layout/HalfCircleOrganizationChart"/>
    <dgm:cxn modelId="{507C9279-C266-2A4D-B068-AF1DF3D1191A}" type="presParOf" srcId="{C593B4D1-4C4B-C44E-8FFA-DEF547FC0AFF}" destId="{C6BD5FFE-9854-C240-9DCB-B3BA40427F90}" srcOrd="0" destOrd="0" presId="urn:microsoft.com/office/officeart/2008/layout/HalfCircleOrganizationChart"/>
    <dgm:cxn modelId="{24B1C202-9EA4-5749-9F16-4D195B6B8D0F}" type="presParOf" srcId="{C6BD5FFE-9854-C240-9DCB-B3BA40427F90}" destId="{57298301-F2A6-CE40-A2E4-01873ED424E5}" srcOrd="0" destOrd="0" presId="urn:microsoft.com/office/officeart/2008/layout/HalfCircleOrganizationChart"/>
    <dgm:cxn modelId="{8F75F253-DFEB-FC48-AFF5-D7D2EB43BBDC}" type="presParOf" srcId="{57298301-F2A6-CE40-A2E4-01873ED424E5}" destId="{75B6835E-E397-6A4C-A518-AEEC16611B70}" srcOrd="0" destOrd="0" presId="urn:microsoft.com/office/officeart/2008/layout/HalfCircleOrganizationChart"/>
    <dgm:cxn modelId="{0A1C227C-F9BB-9545-9CB9-5076F186B778}" type="presParOf" srcId="{57298301-F2A6-CE40-A2E4-01873ED424E5}" destId="{A5A5B1A9-1EBA-8C41-A919-8E002D318711}" srcOrd="1" destOrd="0" presId="urn:microsoft.com/office/officeart/2008/layout/HalfCircleOrganizationChart"/>
    <dgm:cxn modelId="{7F375ABA-3309-4649-BD03-E20C8206ACFD}" type="presParOf" srcId="{57298301-F2A6-CE40-A2E4-01873ED424E5}" destId="{9DA7CA9B-4EE5-BB44-B1D9-FF8554D90DDC}" srcOrd="2" destOrd="0" presId="urn:microsoft.com/office/officeart/2008/layout/HalfCircleOrganizationChart"/>
    <dgm:cxn modelId="{F3336BEF-BAF7-254A-B752-BE58BC2EFD67}" type="presParOf" srcId="{57298301-F2A6-CE40-A2E4-01873ED424E5}" destId="{B30A2A80-BE36-5142-86A9-C09EF51520C4}" srcOrd="3" destOrd="0" presId="urn:microsoft.com/office/officeart/2008/layout/HalfCircleOrganizationChart"/>
    <dgm:cxn modelId="{4F5F971E-5561-A249-92A4-F4C5E6D36032}" type="presParOf" srcId="{C6BD5FFE-9854-C240-9DCB-B3BA40427F90}" destId="{C55A006F-9397-D34B-B864-CFB06ABC3003}" srcOrd="1" destOrd="0" presId="urn:microsoft.com/office/officeart/2008/layout/HalfCircleOrganizationChart"/>
    <dgm:cxn modelId="{FB887FE8-F1AD-DF46-890D-820831C9F46D}" type="presParOf" srcId="{C55A006F-9397-D34B-B864-CFB06ABC3003}" destId="{128877DC-7336-464B-9815-5C0055AD1FD4}" srcOrd="0" destOrd="0" presId="urn:microsoft.com/office/officeart/2008/layout/HalfCircleOrganizationChart"/>
    <dgm:cxn modelId="{BA18BD1C-67D5-4949-BE21-F29D9C9DC8E9}" type="presParOf" srcId="{C55A006F-9397-D34B-B864-CFB06ABC3003}" destId="{C32B97F3-A652-AA49-B787-DF31000F9CEA}" srcOrd="1" destOrd="0" presId="urn:microsoft.com/office/officeart/2008/layout/HalfCircleOrganizationChart"/>
    <dgm:cxn modelId="{05378D38-FA1A-F247-A92A-864DE0678B19}" type="presParOf" srcId="{C32B97F3-A652-AA49-B787-DF31000F9CEA}" destId="{2AE52BAF-6C46-704A-9D1F-CF41F8AF7279}" srcOrd="0" destOrd="0" presId="urn:microsoft.com/office/officeart/2008/layout/HalfCircleOrganizationChart"/>
    <dgm:cxn modelId="{FC994304-90D8-EC42-A323-56DD70138188}" type="presParOf" srcId="{2AE52BAF-6C46-704A-9D1F-CF41F8AF7279}" destId="{8DE7FBA2-37B9-6748-B372-F063B5962BDE}" srcOrd="0" destOrd="0" presId="urn:microsoft.com/office/officeart/2008/layout/HalfCircleOrganizationChart"/>
    <dgm:cxn modelId="{BDFFCA49-3A70-224C-AB07-DA3CB3E1AF77}" type="presParOf" srcId="{2AE52BAF-6C46-704A-9D1F-CF41F8AF7279}" destId="{7B12E7EB-9A8F-8442-9D1A-CB35B91A9ECE}" srcOrd="1" destOrd="0" presId="urn:microsoft.com/office/officeart/2008/layout/HalfCircleOrganizationChart"/>
    <dgm:cxn modelId="{982A1A45-C0BB-D545-A420-A179995ABEA7}" type="presParOf" srcId="{2AE52BAF-6C46-704A-9D1F-CF41F8AF7279}" destId="{91B6DD64-519A-9549-8694-4CD59CA8DC1F}" srcOrd="2" destOrd="0" presId="urn:microsoft.com/office/officeart/2008/layout/HalfCircleOrganizationChart"/>
    <dgm:cxn modelId="{1D0E998E-EC92-C741-90B0-4E8983BDCFE4}" type="presParOf" srcId="{2AE52BAF-6C46-704A-9D1F-CF41F8AF7279}" destId="{10FE74B4-83D5-2947-87B1-CF6F0993220A}" srcOrd="3" destOrd="0" presId="urn:microsoft.com/office/officeart/2008/layout/HalfCircleOrganizationChart"/>
    <dgm:cxn modelId="{51A4EBA9-FA85-D44B-BC87-7A716AD19F06}" type="presParOf" srcId="{C32B97F3-A652-AA49-B787-DF31000F9CEA}" destId="{BECC7E1F-0074-634A-B227-0FE39B56067C}" srcOrd="1" destOrd="0" presId="urn:microsoft.com/office/officeart/2008/layout/HalfCircleOrganizationChart"/>
    <dgm:cxn modelId="{02718A04-DFD2-E343-963C-6705CBDCA4FF}" type="presParOf" srcId="{BECC7E1F-0074-634A-B227-0FE39B56067C}" destId="{748F260D-9947-6344-BF03-00184C4A0139}" srcOrd="0" destOrd="0" presId="urn:microsoft.com/office/officeart/2008/layout/HalfCircleOrganizationChart"/>
    <dgm:cxn modelId="{3D498ACA-7A12-BC44-BA74-FE0324BA59BD}" type="presParOf" srcId="{BECC7E1F-0074-634A-B227-0FE39B56067C}" destId="{FB0889A6-7F02-A341-B33A-1BAC74F980DB}" srcOrd="1" destOrd="0" presId="urn:microsoft.com/office/officeart/2008/layout/HalfCircleOrganizationChart"/>
    <dgm:cxn modelId="{CB01111E-BBCF-D049-8030-6867B0A15AD6}" type="presParOf" srcId="{FB0889A6-7F02-A341-B33A-1BAC74F980DB}" destId="{875C0804-153C-6E45-B6F0-D4B512A07356}" srcOrd="0" destOrd="0" presId="urn:microsoft.com/office/officeart/2008/layout/HalfCircleOrganizationChart"/>
    <dgm:cxn modelId="{D2FDAB04-717E-104A-A66E-581B621D9605}" type="presParOf" srcId="{875C0804-153C-6E45-B6F0-D4B512A07356}" destId="{0210C15E-FA6A-0A4B-9A2D-F8A2D959BBAF}" srcOrd="0" destOrd="0" presId="urn:microsoft.com/office/officeart/2008/layout/HalfCircleOrganizationChart"/>
    <dgm:cxn modelId="{E55F7C8A-5811-004F-93B7-FC48C62B6FC8}" type="presParOf" srcId="{875C0804-153C-6E45-B6F0-D4B512A07356}" destId="{E16671B3-69D2-3E46-AD61-F0379B7D2474}" srcOrd="1" destOrd="0" presId="urn:microsoft.com/office/officeart/2008/layout/HalfCircleOrganizationChart"/>
    <dgm:cxn modelId="{B62FEFB9-D9B8-8C44-9E0F-8EDE910CF66E}" type="presParOf" srcId="{875C0804-153C-6E45-B6F0-D4B512A07356}" destId="{B23527FE-1688-064D-87CA-E870BB41F7CF}" srcOrd="2" destOrd="0" presId="urn:microsoft.com/office/officeart/2008/layout/HalfCircleOrganizationChart"/>
    <dgm:cxn modelId="{72A53B7E-D0FB-9D47-8A1F-E281106DB6B6}" type="presParOf" srcId="{875C0804-153C-6E45-B6F0-D4B512A07356}" destId="{9BDA36F0-E457-5A47-9E5F-A5EC198E224C}" srcOrd="3" destOrd="0" presId="urn:microsoft.com/office/officeart/2008/layout/HalfCircleOrganizationChart"/>
    <dgm:cxn modelId="{6E20B987-6678-0747-A8D1-F385B4776159}" type="presParOf" srcId="{FB0889A6-7F02-A341-B33A-1BAC74F980DB}" destId="{AE2F5D3C-0A29-1A4A-BD68-7F0032FF5502}" srcOrd="1" destOrd="0" presId="urn:microsoft.com/office/officeart/2008/layout/HalfCircleOrganizationChart"/>
    <dgm:cxn modelId="{FCD935C2-8889-074F-876A-D310CD4946A6}" type="presParOf" srcId="{AE2F5D3C-0A29-1A4A-BD68-7F0032FF5502}" destId="{43D7A7AA-F0E9-BE43-963D-49A5A8CB905A}" srcOrd="0" destOrd="0" presId="urn:microsoft.com/office/officeart/2008/layout/HalfCircleOrganizationChart"/>
    <dgm:cxn modelId="{B82D33FF-BE64-004A-B70B-047F2B248951}" type="presParOf" srcId="{AE2F5D3C-0A29-1A4A-BD68-7F0032FF5502}" destId="{B6F3C03B-F9CE-5C42-AEEA-312EF423319B}" srcOrd="1" destOrd="0" presId="urn:microsoft.com/office/officeart/2008/layout/HalfCircleOrganizationChart"/>
    <dgm:cxn modelId="{D3D99AE5-4D36-8A4A-A754-42EDF19A5573}" type="presParOf" srcId="{B6F3C03B-F9CE-5C42-AEEA-312EF423319B}" destId="{24653CE3-6711-154B-B931-C24CF7C9325C}" srcOrd="0" destOrd="0" presId="urn:microsoft.com/office/officeart/2008/layout/HalfCircleOrganizationChart"/>
    <dgm:cxn modelId="{3669E5F3-21BD-FD41-9186-1420E242CFBE}" type="presParOf" srcId="{24653CE3-6711-154B-B931-C24CF7C9325C}" destId="{5D4C9970-95A9-3841-A226-05833C13BAAA}" srcOrd="0" destOrd="0" presId="urn:microsoft.com/office/officeart/2008/layout/HalfCircleOrganizationChart"/>
    <dgm:cxn modelId="{D88DD2EB-05AF-DA4F-9200-0F795DF2B714}" type="presParOf" srcId="{24653CE3-6711-154B-B931-C24CF7C9325C}" destId="{E0F12F87-E321-6C48-8C2A-7E72F4F6B1E2}" srcOrd="1" destOrd="0" presId="urn:microsoft.com/office/officeart/2008/layout/HalfCircleOrganizationChart"/>
    <dgm:cxn modelId="{AFD929E8-C389-5F46-8D11-5393BAD8B8D3}" type="presParOf" srcId="{24653CE3-6711-154B-B931-C24CF7C9325C}" destId="{E13CADC5-5022-3D43-9071-F1B42DADB31B}" srcOrd="2" destOrd="0" presId="urn:microsoft.com/office/officeart/2008/layout/HalfCircleOrganizationChart"/>
    <dgm:cxn modelId="{C16070A5-90D5-E745-BED9-01E60ADB67FF}" type="presParOf" srcId="{24653CE3-6711-154B-B931-C24CF7C9325C}" destId="{2CAEF9D4-B149-2A40-8A6F-A2017D97D0C2}" srcOrd="3" destOrd="0" presId="urn:microsoft.com/office/officeart/2008/layout/HalfCircleOrganizationChart"/>
    <dgm:cxn modelId="{D9129CCC-022B-E649-BF21-9DF4098DA082}" type="presParOf" srcId="{B6F3C03B-F9CE-5C42-AEEA-312EF423319B}" destId="{0223FC92-8C2A-C043-827C-518524915992}" srcOrd="1" destOrd="0" presId="urn:microsoft.com/office/officeart/2008/layout/HalfCircleOrganizationChart"/>
    <dgm:cxn modelId="{7E088699-3E4E-DE4A-94EA-6CC92ED2CE97}" type="presParOf" srcId="{B6F3C03B-F9CE-5C42-AEEA-312EF423319B}" destId="{5C3F1013-3DF2-4A4B-B172-4245F04328AF}" srcOrd="2" destOrd="0" presId="urn:microsoft.com/office/officeart/2008/layout/HalfCircleOrganizationChart"/>
    <dgm:cxn modelId="{6B9B88A1-A7CE-2245-8676-C63C86C1101D}" type="presParOf" srcId="{FB0889A6-7F02-A341-B33A-1BAC74F980DB}" destId="{EED358B6-FD40-144A-910A-B0B0F1D48437}" srcOrd="2" destOrd="0" presId="urn:microsoft.com/office/officeart/2008/layout/HalfCircleOrganizationChart"/>
    <dgm:cxn modelId="{BC20C9DE-3E86-BE40-A2B8-210079865D8E}" type="presParOf" srcId="{BECC7E1F-0074-634A-B227-0FE39B56067C}" destId="{07450943-6C18-5E4D-A7BF-F7017FB44FD4}" srcOrd="2" destOrd="0" presId="urn:microsoft.com/office/officeart/2008/layout/HalfCircleOrganizationChart"/>
    <dgm:cxn modelId="{B5C2F48B-911A-F54D-AF0A-10B35D14B055}" type="presParOf" srcId="{BECC7E1F-0074-634A-B227-0FE39B56067C}" destId="{A55F8900-3D95-2043-B427-335BF99C1772}" srcOrd="3" destOrd="0" presId="urn:microsoft.com/office/officeart/2008/layout/HalfCircleOrganizationChart"/>
    <dgm:cxn modelId="{D2BD9174-0CB4-7941-8340-65630323293B}" type="presParOf" srcId="{A55F8900-3D95-2043-B427-335BF99C1772}" destId="{2CEDDAB5-8C01-0440-B644-19AAD5B167BE}" srcOrd="0" destOrd="0" presId="urn:microsoft.com/office/officeart/2008/layout/HalfCircleOrganizationChart"/>
    <dgm:cxn modelId="{C848280D-5A9F-D34C-8719-3822A83233A6}" type="presParOf" srcId="{2CEDDAB5-8C01-0440-B644-19AAD5B167BE}" destId="{B31657E4-6FDA-3F41-896D-143F48055FAB}" srcOrd="0" destOrd="0" presId="urn:microsoft.com/office/officeart/2008/layout/HalfCircleOrganizationChart"/>
    <dgm:cxn modelId="{81AF278F-A441-3641-B3B1-F3A8AD3B4306}" type="presParOf" srcId="{2CEDDAB5-8C01-0440-B644-19AAD5B167BE}" destId="{D8A19131-3AB0-B34C-A5DA-8C9AB11A1812}" srcOrd="1" destOrd="0" presId="urn:microsoft.com/office/officeart/2008/layout/HalfCircleOrganizationChart"/>
    <dgm:cxn modelId="{C7BB865E-A3B0-1449-8323-EC4A33DBFC48}" type="presParOf" srcId="{2CEDDAB5-8C01-0440-B644-19AAD5B167BE}" destId="{0D814F52-10ED-E949-8353-209EAA227305}" srcOrd="2" destOrd="0" presId="urn:microsoft.com/office/officeart/2008/layout/HalfCircleOrganizationChart"/>
    <dgm:cxn modelId="{2B0BC7A4-FD8B-7449-9C8C-D8D919E0EDA1}" type="presParOf" srcId="{2CEDDAB5-8C01-0440-B644-19AAD5B167BE}" destId="{D8354D0D-8C8F-AF4F-87D1-95619496BF16}" srcOrd="3" destOrd="0" presId="urn:microsoft.com/office/officeart/2008/layout/HalfCircleOrganizationChart"/>
    <dgm:cxn modelId="{3A068262-6DEC-314E-AD44-B9C2A8D5AFA5}" type="presParOf" srcId="{A55F8900-3D95-2043-B427-335BF99C1772}" destId="{CCBBE705-466E-5849-886E-717DF2D21828}" srcOrd="1" destOrd="0" presId="urn:microsoft.com/office/officeart/2008/layout/HalfCircleOrganizationChart"/>
    <dgm:cxn modelId="{E85967D6-39B0-6D4A-838D-C86C007DF182}" type="presParOf" srcId="{CCBBE705-466E-5849-886E-717DF2D21828}" destId="{5D31B11F-2586-8D45-BB42-8E1AF6B6D6CC}" srcOrd="0" destOrd="0" presId="urn:microsoft.com/office/officeart/2008/layout/HalfCircleOrganizationChart"/>
    <dgm:cxn modelId="{11F16C38-8DAA-8A4B-9039-895F11A68047}" type="presParOf" srcId="{CCBBE705-466E-5849-886E-717DF2D21828}" destId="{29967CC3-FD97-0A49-AEF6-AC315EB6A96A}" srcOrd="1" destOrd="0" presId="urn:microsoft.com/office/officeart/2008/layout/HalfCircleOrganizationChart"/>
    <dgm:cxn modelId="{842D706C-8FB9-564F-B3DA-66333B2C481B}" type="presParOf" srcId="{29967CC3-FD97-0A49-AEF6-AC315EB6A96A}" destId="{DDBF812D-C059-9543-90ED-00CEF7CA4631}" srcOrd="0" destOrd="0" presId="urn:microsoft.com/office/officeart/2008/layout/HalfCircleOrganizationChart"/>
    <dgm:cxn modelId="{30E280F8-B3C9-E644-BD9B-47E8B792CCE6}" type="presParOf" srcId="{DDBF812D-C059-9543-90ED-00CEF7CA4631}" destId="{3FEF2953-F756-664F-A819-0F8B2FDBD03A}" srcOrd="0" destOrd="0" presId="urn:microsoft.com/office/officeart/2008/layout/HalfCircleOrganizationChart"/>
    <dgm:cxn modelId="{1FABDDF7-8997-AD4C-9688-E36475748731}" type="presParOf" srcId="{DDBF812D-C059-9543-90ED-00CEF7CA4631}" destId="{516251E6-490C-D74D-8531-4A7BCA24BB23}" srcOrd="1" destOrd="0" presId="urn:microsoft.com/office/officeart/2008/layout/HalfCircleOrganizationChart"/>
    <dgm:cxn modelId="{0771E391-A744-1F42-A085-EFB61B04912F}" type="presParOf" srcId="{DDBF812D-C059-9543-90ED-00CEF7CA4631}" destId="{F6C5AD58-12C1-4F4E-9D66-BE10B9683101}" srcOrd="2" destOrd="0" presId="urn:microsoft.com/office/officeart/2008/layout/HalfCircleOrganizationChart"/>
    <dgm:cxn modelId="{5761BDA4-B64C-BB4D-B724-C0AB6CEED76E}" type="presParOf" srcId="{DDBF812D-C059-9543-90ED-00CEF7CA4631}" destId="{9EC164B6-3DE1-E843-9FF3-983442D15BF4}" srcOrd="3" destOrd="0" presId="urn:microsoft.com/office/officeart/2008/layout/HalfCircleOrganizationChart"/>
    <dgm:cxn modelId="{8305A82B-2DF5-0B4E-A49A-9B2F49CAF1EE}" type="presParOf" srcId="{29967CC3-FD97-0A49-AEF6-AC315EB6A96A}" destId="{79C26FFA-A014-804D-9050-4203C5B4D252}" srcOrd="1" destOrd="0" presId="urn:microsoft.com/office/officeart/2008/layout/HalfCircleOrganizationChart"/>
    <dgm:cxn modelId="{BE549170-C85B-304B-8BAA-1B359A004B9E}" type="presParOf" srcId="{29967CC3-FD97-0A49-AEF6-AC315EB6A96A}" destId="{F597A339-A3A8-2746-B4CF-49A94CF93F1E}" srcOrd="2" destOrd="0" presId="urn:microsoft.com/office/officeart/2008/layout/HalfCircleOrganizationChart"/>
    <dgm:cxn modelId="{775AF17B-FE63-E14C-9F3D-359B57138A48}" type="presParOf" srcId="{A55F8900-3D95-2043-B427-335BF99C1772}" destId="{AF4F93B1-D47A-B34C-9327-B322583C55F3}" srcOrd="2" destOrd="0" presId="urn:microsoft.com/office/officeart/2008/layout/HalfCircleOrganizationChart"/>
    <dgm:cxn modelId="{0B193DB0-F79B-2F46-A12A-D214BE233420}" type="presParOf" srcId="{C32B97F3-A652-AA49-B787-DF31000F9CEA}" destId="{B2CEF381-8C9C-AA4A-B45E-917E3E09228D}" srcOrd="2" destOrd="0" presId="urn:microsoft.com/office/officeart/2008/layout/HalfCircleOrganizationChart"/>
    <dgm:cxn modelId="{B0119B01-65B2-A740-8A28-D6782650CA98}" type="presParOf" srcId="{C55A006F-9397-D34B-B864-CFB06ABC3003}" destId="{AEC91801-154C-3643-93CA-9F0915132867}" srcOrd="2" destOrd="0" presId="urn:microsoft.com/office/officeart/2008/layout/HalfCircleOrganizationChart"/>
    <dgm:cxn modelId="{D1534310-C7B6-E947-9F2F-ABA1F7EF56FC}" type="presParOf" srcId="{C55A006F-9397-D34B-B864-CFB06ABC3003}" destId="{5B805ACF-C160-4C48-84D1-A097A52F0678}" srcOrd="3" destOrd="0" presId="urn:microsoft.com/office/officeart/2008/layout/HalfCircleOrganizationChart"/>
    <dgm:cxn modelId="{3204AA9E-8B5C-E644-BA34-B37B730756D1}" type="presParOf" srcId="{5B805ACF-C160-4C48-84D1-A097A52F0678}" destId="{7B90A1D8-2B42-824F-80D2-4807730FAF7E}" srcOrd="0" destOrd="0" presId="urn:microsoft.com/office/officeart/2008/layout/HalfCircleOrganizationChart"/>
    <dgm:cxn modelId="{6BBEC2C8-2BF2-5A41-89C6-80BC827334BC}" type="presParOf" srcId="{7B90A1D8-2B42-824F-80D2-4807730FAF7E}" destId="{B529E6C5-5C88-6C4D-B9D0-23A6EFF9D581}" srcOrd="0" destOrd="0" presId="urn:microsoft.com/office/officeart/2008/layout/HalfCircleOrganizationChart"/>
    <dgm:cxn modelId="{07EFC5EF-F818-DD48-9F86-8D5737827EF7}" type="presParOf" srcId="{7B90A1D8-2B42-824F-80D2-4807730FAF7E}" destId="{94F5802C-723B-334E-BE72-B105274FD2AD}" srcOrd="1" destOrd="0" presId="urn:microsoft.com/office/officeart/2008/layout/HalfCircleOrganizationChart"/>
    <dgm:cxn modelId="{679D6E0E-FD0F-044E-AE4B-39A1E173F705}" type="presParOf" srcId="{7B90A1D8-2B42-824F-80D2-4807730FAF7E}" destId="{790DF9BB-6C21-BA46-8EAC-11DFE33E083A}" srcOrd="2" destOrd="0" presId="urn:microsoft.com/office/officeart/2008/layout/HalfCircleOrganizationChart"/>
    <dgm:cxn modelId="{6D1D2568-202B-B645-83AF-3C4FC91335CC}" type="presParOf" srcId="{7B90A1D8-2B42-824F-80D2-4807730FAF7E}" destId="{319CD088-9793-D847-9C96-13248850345B}" srcOrd="3" destOrd="0" presId="urn:microsoft.com/office/officeart/2008/layout/HalfCircleOrganizationChart"/>
    <dgm:cxn modelId="{655C59B1-9F15-5A40-A94E-15B17C5767B7}" type="presParOf" srcId="{5B805ACF-C160-4C48-84D1-A097A52F0678}" destId="{C7DCA155-FECF-A544-8EAA-F6DE31EC8CB1}" srcOrd="1" destOrd="0" presId="urn:microsoft.com/office/officeart/2008/layout/HalfCircleOrganizationChart"/>
    <dgm:cxn modelId="{E63CCDE2-DCA4-604F-B794-D14A0316095A}" type="presParOf" srcId="{C7DCA155-FECF-A544-8EAA-F6DE31EC8CB1}" destId="{39AF8AC6-04F3-064C-89AE-2F21A38AB92F}" srcOrd="0" destOrd="0" presId="urn:microsoft.com/office/officeart/2008/layout/HalfCircleOrganizationChart"/>
    <dgm:cxn modelId="{BC49E1C3-6D9B-2341-B432-7ADB999F374A}" type="presParOf" srcId="{C7DCA155-FECF-A544-8EAA-F6DE31EC8CB1}" destId="{EBB4BBB0-8043-5F4B-8644-8D7AFD89A854}" srcOrd="1" destOrd="0" presId="urn:microsoft.com/office/officeart/2008/layout/HalfCircleOrganizationChart"/>
    <dgm:cxn modelId="{DDFEE217-C72F-4845-99EE-41806CA6B1B1}" type="presParOf" srcId="{EBB4BBB0-8043-5F4B-8644-8D7AFD89A854}" destId="{6E40562B-F1F4-CB40-87BE-F0B431E0F30C}" srcOrd="0" destOrd="0" presId="urn:microsoft.com/office/officeart/2008/layout/HalfCircleOrganizationChart"/>
    <dgm:cxn modelId="{B57472A4-5E2B-6E40-81A8-180BE182181C}" type="presParOf" srcId="{6E40562B-F1F4-CB40-87BE-F0B431E0F30C}" destId="{11B7C179-E84A-B948-9F2F-E1E13D67D9C1}" srcOrd="0" destOrd="0" presId="urn:microsoft.com/office/officeart/2008/layout/HalfCircleOrganizationChart"/>
    <dgm:cxn modelId="{76FBF3FA-1336-3847-BA3C-0DF20CC08BB3}" type="presParOf" srcId="{6E40562B-F1F4-CB40-87BE-F0B431E0F30C}" destId="{815D5822-9FA1-5641-80E9-B85CB951CBBC}" srcOrd="1" destOrd="0" presId="urn:microsoft.com/office/officeart/2008/layout/HalfCircleOrganizationChart"/>
    <dgm:cxn modelId="{77F815CC-E1C2-734C-815F-68F8293A03D3}" type="presParOf" srcId="{6E40562B-F1F4-CB40-87BE-F0B431E0F30C}" destId="{F169EA4E-55C5-EA43-8CEB-144606BCBEEC}" srcOrd="2" destOrd="0" presId="urn:microsoft.com/office/officeart/2008/layout/HalfCircleOrganizationChart"/>
    <dgm:cxn modelId="{C86C9BA4-7D72-494D-9936-7B30A18378AD}" type="presParOf" srcId="{6E40562B-F1F4-CB40-87BE-F0B431E0F30C}" destId="{83BAB0E6-304E-3A4E-910A-C67DB2280BE0}" srcOrd="3" destOrd="0" presId="urn:microsoft.com/office/officeart/2008/layout/HalfCircleOrganizationChart"/>
    <dgm:cxn modelId="{2D2BC91B-9F51-2344-8B6E-FBD6401BE394}" type="presParOf" srcId="{EBB4BBB0-8043-5F4B-8644-8D7AFD89A854}" destId="{97E5D288-D067-D846-85E7-1A4F373F68D8}" srcOrd="1" destOrd="0" presId="urn:microsoft.com/office/officeart/2008/layout/HalfCircleOrganizationChart"/>
    <dgm:cxn modelId="{16A12A8C-D828-5E45-AD0B-8FFFDA711A09}" type="presParOf" srcId="{97E5D288-D067-D846-85E7-1A4F373F68D8}" destId="{9A149CB0-5AC6-D146-AF8E-6FD7738F6DAE}" srcOrd="0" destOrd="0" presId="urn:microsoft.com/office/officeart/2008/layout/HalfCircleOrganizationChart"/>
    <dgm:cxn modelId="{22324DEA-1D2B-AD42-8D4D-0A7D111F7EFF}" type="presParOf" srcId="{97E5D288-D067-D846-85E7-1A4F373F68D8}" destId="{7949478A-15EC-0844-BD6D-547978994347}" srcOrd="1" destOrd="0" presId="urn:microsoft.com/office/officeart/2008/layout/HalfCircleOrganizationChart"/>
    <dgm:cxn modelId="{EC0AF7B6-520E-5A47-AB84-27CD3696E5CF}" type="presParOf" srcId="{7949478A-15EC-0844-BD6D-547978994347}" destId="{F29E82F2-C84D-7745-AE99-A7CEEFCB3FF9}" srcOrd="0" destOrd="0" presId="urn:microsoft.com/office/officeart/2008/layout/HalfCircleOrganizationChart"/>
    <dgm:cxn modelId="{CF556D80-BC04-3D49-9292-838D3594DFFA}" type="presParOf" srcId="{F29E82F2-C84D-7745-AE99-A7CEEFCB3FF9}" destId="{057EB879-8367-8141-B523-DE96DC24693A}" srcOrd="0" destOrd="0" presId="urn:microsoft.com/office/officeart/2008/layout/HalfCircleOrganizationChart"/>
    <dgm:cxn modelId="{6031B897-AF16-A243-A3FD-D43A77C0CC00}" type="presParOf" srcId="{F29E82F2-C84D-7745-AE99-A7CEEFCB3FF9}" destId="{C7897092-8BE1-CA45-A861-1B08C9F0A405}" srcOrd="1" destOrd="0" presId="urn:microsoft.com/office/officeart/2008/layout/HalfCircleOrganizationChart"/>
    <dgm:cxn modelId="{79F22BF7-E2BA-B94A-8CEA-E040C0AAA15C}" type="presParOf" srcId="{F29E82F2-C84D-7745-AE99-A7CEEFCB3FF9}" destId="{AF4D9C22-742F-9742-96D0-ADE5310A8F3F}" srcOrd="2" destOrd="0" presId="urn:microsoft.com/office/officeart/2008/layout/HalfCircleOrganizationChart"/>
    <dgm:cxn modelId="{FB131EE9-2184-2F48-8797-157A090B2C75}" type="presParOf" srcId="{F29E82F2-C84D-7745-AE99-A7CEEFCB3FF9}" destId="{4A5C8E2F-6EF3-E84A-B0E5-3AF4FE4C516F}" srcOrd="3" destOrd="0" presId="urn:microsoft.com/office/officeart/2008/layout/HalfCircleOrganizationChart"/>
    <dgm:cxn modelId="{B9148BF5-BC0B-A547-B2BC-9AA8A67F918C}" type="presParOf" srcId="{7949478A-15EC-0844-BD6D-547978994347}" destId="{1E15801D-2D92-564D-B966-E3F3524A945C}" srcOrd="1" destOrd="0" presId="urn:microsoft.com/office/officeart/2008/layout/HalfCircleOrganizationChart"/>
    <dgm:cxn modelId="{CAFFEC93-962F-E240-93D1-D6F46C9150BF}" type="presParOf" srcId="{7949478A-15EC-0844-BD6D-547978994347}" destId="{7253CCBC-3BF0-5640-802A-A089CF3A6AA0}" srcOrd="2" destOrd="0" presId="urn:microsoft.com/office/officeart/2008/layout/HalfCircleOrganizationChart"/>
    <dgm:cxn modelId="{21B7182B-7350-584B-BF0E-9D3F1A63781A}" type="presParOf" srcId="{97E5D288-D067-D846-85E7-1A4F373F68D8}" destId="{7D49ED69-FAC0-994F-9988-C28400C3D880}" srcOrd="2" destOrd="0" presId="urn:microsoft.com/office/officeart/2008/layout/HalfCircleOrganizationChart"/>
    <dgm:cxn modelId="{E508937F-167A-4E42-9759-AF3F9BC5AAD6}" type="presParOf" srcId="{97E5D288-D067-D846-85E7-1A4F373F68D8}" destId="{072A0343-0FC8-2249-8B36-319E7AC9FC08}" srcOrd="3" destOrd="0" presId="urn:microsoft.com/office/officeart/2008/layout/HalfCircleOrganizationChart"/>
    <dgm:cxn modelId="{164D1D2C-1265-8547-9A99-71ED4DBD020F}" type="presParOf" srcId="{072A0343-0FC8-2249-8B36-319E7AC9FC08}" destId="{1BD13E57-E203-0F44-BE9E-2E629DC64F49}" srcOrd="0" destOrd="0" presId="urn:microsoft.com/office/officeart/2008/layout/HalfCircleOrganizationChart"/>
    <dgm:cxn modelId="{5F418512-9339-7E4D-8B1C-B255C94825C2}" type="presParOf" srcId="{1BD13E57-E203-0F44-BE9E-2E629DC64F49}" destId="{F0FACFAC-6CCA-6C41-9BDC-4BDAE1AE44F6}" srcOrd="0" destOrd="0" presId="urn:microsoft.com/office/officeart/2008/layout/HalfCircleOrganizationChart"/>
    <dgm:cxn modelId="{6FC21227-49A1-7444-975C-FF8130D73922}" type="presParOf" srcId="{1BD13E57-E203-0F44-BE9E-2E629DC64F49}" destId="{001D0016-BC9E-794C-8999-747FB494C307}" srcOrd="1" destOrd="0" presId="urn:microsoft.com/office/officeart/2008/layout/HalfCircleOrganizationChart"/>
    <dgm:cxn modelId="{51A43963-79FD-CA42-88FD-CC0836261FC6}" type="presParOf" srcId="{1BD13E57-E203-0F44-BE9E-2E629DC64F49}" destId="{2B653317-D710-0142-97A4-7FAA235F623D}" srcOrd="2" destOrd="0" presId="urn:microsoft.com/office/officeart/2008/layout/HalfCircleOrganizationChart"/>
    <dgm:cxn modelId="{FCA255D4-A0B3-5E45-8771-0D1AB6CB6108}" type="presParOf" srcId="{1BD13E57-E203-0F44-BE9E-2E629DC64F49}" destId="{2E1D1250-3D4D-2946-9A8C-D79A1DAA72F3}" srcOrd="3" destOrd="0" presId="urn:microsoft.com/office/officeart/2008/layout/HalfCircleOrganizationChart"/>
    <dgm:cxn modelId="{2F7CA9E4-5ABC-CE45-B180-072061D7675D}" type="presParOf" srcId="{072A0343-0FC8-2249-8B36-319E7AC9FC08}" destId="{4EA7DC78-3103-7A48-BAA8-7B2D72EC44F1}" srcOrd="1" destOrd="0" presId="urn:microsoft.com/office/officeart/2008/layout/HalfCircleOrganizationChart"/>
    <dgm:cxn modelId="{F5B2C29C-DE55-EF42-89CA-FED4C33D25E7}" type="presParOf" srcId="{072A0343-0FC8-2249-8B36-319E7AC9FC08}" destId="{A2521D21-A145-2246-8C0A-1B274622F5E7}" srcOrd="2" destOrd="0" presId="urn:microsoft.com/office/officeart/2008/layout/HalfCircleOrganizationChart"/>
    <dgm:cxn modelId="{DD908B70-C79A-A24D-880C-EF7E80B1E357}" type="presParOf" srcId="{EBB4BBB0-8043-5F4B-8644-8D7AFD89A854}" destId="{1EF38423-3841-6A4D-82B1-1CAE7D14AD92}" srcOrd="2" destOrd="0" presId="urn:microsoft.com/office/officeart/2008/layout/HalfCircleOrganizationChart"/>
    <dgm:cxn modelId="{113CBB7E-05B1-6446-AD06-E9769EA7842D}" type="presParOf" srcId="{5B805ACF-C160-4C48-84D1-A097A52F0678}" destId="{8D0D7BB2-7FDB-1E45-915F-B27675137FA7}" srcOrd="2" destOrd="0" presId="urn:microsoft.com/office/officeart/2008/layout/HalfCircleOrganizationChart"/>
    <dgm:cxn modelId="{6B2E1E6B-655B-4A10-8141-EAF40D0C4C84}" type="presParOf" srcId="{C55A006F-9397-D34B-B864-CFB06ABC3003}" destId="{778868E4-CF03-4056-BDB3-D6E8EBBDDF2E}" srcOrd="4" destOrd="0" presId="urn:microsoft.com/office/officeart/2008/layout/HalfCircleOrganizationChart"/>
    <dgm:cxn modelId="{8B1E4450-2577-4D1B-8E33-9FBA6CC6F21C}" type="presParOf" srcId="{C55A006F-9397-D34B-B864-CFB06ABC3003}" destId="{0D794BDC-7BF2-46B4-9840-2810FE5A1B5B}" srcOrd="5" destOrd="0" presId="urn:microsoft.com/office/officeart/2008/layout/HalfCircleOrganizationChart"/>
    <dgm:cxn modelId="{CA8BFAEB-28DC-4382-9D24-88CEFBA4FAF1}" type="presParOf" srcId="{0D794BDC-7BF2-46B4-9840-2810FE5A1B5B}" destId="{E811A787-542F-4280-95CB-A98EB17F19EE}" srcOrd="0" destOrd="0" presId="urn:microsoft.com/office/officeart/2008/layout/HalfCircleOrganizationChart"/>
    <dgm:cxn modelId="{B15515CD-CEC5-4082-98A7-29580D5AED9F}" type="presParOf" srcId="{E811A787-542F-4280-95CB-A98EB17F19EE}" destId="{24CD55D2-64D3-4812-918F-ED028200EB76}" srcOrd="0" destOrd="0" presId="urn:microsoft.com/office/officeart/2008/layout/HalfCircleOrganizationChart"/>
    <dgm:cxn modelId="{87D8AE04-B07B-4461-B1B7-F2325DB5985D}" type="presParOf" srcId="{E811A787-542F-4280-95CB-A98EB17F19EE}" destId="{20966839-5C09-4D49-A1F8-70E648EE9F8A}" srcOrd="1" destOrd="0" presId="urn:microsoft.com/office/officeart/2008/layout/HalfCircleOrganizationChart"/>
    <dgm:cxn modelId="{FCA89860-2DD6-4935-A670-89145720DACE}" type="presParOf" srcId="{E811A787-542F-4280-95CB-A98EB17F19EE}" destId="{99C4EE9C-3609-4126-AC3B-9290DE375B76}" srcOrd="2" destOrd="0" presId="urn:microsoft.com/office/officeart/2008/layout/HalfCircleOrganizationChart"/>
    <dgm:cxn modelId="{06546258-39B3-4268-92F9-A180DDC33F76}" type="presParOf" srcId="{E811A787-542F-4280-95CB-A98EB17F19EE}" destId="{0BBDCB05-F410-436E-881D-2F19D6F99B1F}" srcOrd="3" destOrd="0" presId="urn:microsoft.com/office/officeart/2008/layout/HalfCircleOrganizationChart"/>
    <dgm:cxn modelId="{CA4E66BC-6ACC-40EF-AF6F-DDDC8FB4D46F}" type="presParOf" srcId="{0D794BDC-7BF2-46B4-9840-2810FE5A1B5B}" destId="{A6A01DE2-EC10-4980-B643-49C0D39F1814}" srcOrd="1" destOrd="0" presId="urn:microsoft.com/office/officeart/2008/layout/HalfCircleOrganizationChart"/>
    <dgm:cxn modelId="{04C9EC69-40C8-4174-B9F8-FBE5BC982B88}" type="presParOf" srcId="{A6A01DE2-EC10-4980-B643-49C0D39F1814}" destId="{F46B6B36-38CA-49F8-8F8D-01A9A997979D}" srcOrd="0" destOrd="0" presId="urn:microsoft.com/office/officeart/2008/layout/HalfCircleOrganizationChart"/>
    <dgm:cxn modelId="{637238DD-8573-4C42-9220-2735E5AD73A3}" type="presParOf" srcId="{A6A01DE2-EC10-4980-B643-49C0D39F1814}" destId="{0C4C64EA-FDEC-4087-AA13-F54E13286D07}" srcOrd="1" destOrd="0" presId="urn:microsoft.com/office/officeart/2008/layout/HalfCircleOrganizationChart"/>
    <dgm:cxn modelId="{6DEBBFB3-7ECB-45B7-8FED-216A84C889BA}" type="presParOf" srcId="{0C4C64EA-FDEC-4087-AA13-F54E13286D07}" destId="{51D98766-E880-4DC0-A7DC-FE5CB0D3F824}" srcOrd="0" destOrd="0" presId="urn:microsoft.com/office/officeart/2008/layout/HalfCircleOrganizationChart"/>
    <dgm:cxn modelId="{23344973-284C-4B16-94DC-A77EDC03B20E}" type="presParOf" srcId="{51D98766-E880-4DC0-A7DC-FE5CB0D3F824}" destId="{E884D258-26C5-4E00-BA8B-73D063BD156E}" srcOrd="0" destOrd="0" presId="urn:microsoft.com/office/officeart/2008/layout/HalfCircleOrganizationChart"/>
    <dgm:cxn modelId="{174FBBFF-7AE5-4ECF-B582-7F1CA13EDBB9}" type="presParOf" srcId="{51D98766-E880-4DC0-A7DC-FE5CB0D3F824}" destId="{234DE4A4-6C42-45F3-AB9B-11BBE119A3A0}" srcOrd="1" destOrd="0" presId="urn:microsoft.com/office/officeart/2008/layout/HalfCircleOrganizationChart"/>
    <dgm:cxn modelId="{9F2C9420-4174-4F9A-84AC-8E5C2F9D0437}" type="presParOf" srcId="{51D98766-E880-4DC0-A7DC-FE5CB0D3F824}" destId="{B3A752E8-1C36-4AB5-9917-41FD2711B016}" srcOrd="2" destOrd="0" presId="urn:microsoft.com/office/officeart/2008/layout/HalfCircleOrganizationChart"/>
    <dgm:cxn modelId="{C8F9D0EA-277D-4541-AED7-E5800B7A1591}" type="presParOf" srcId="{51D98766-E880-4DC0-A7DC-FE5CB0D3F824}" destId="{4955947C-BE89-4867-8046-65A4A1997CC7}" srcOrd="3" destOrd="0" presId="urn:microsoft.com/office/officeart/2008/layout/HalfCircleOrganizationChart"/>
    <dgm:cxn modelId="{03F69DF2-6BA4-4AB0-8972-13D1AA30BDB4}" type="presParOf" srcId="{0C4C64EA-FDEC-4087-AA13-F54E13286D07}" destId="{AC7533DE-ADF6-4D55-9895-36E839BD844B}" srcOrd="1" destOrd="0" presId="urn:microsoft.com/office/officeart/2008/layout/HalfCircleOrganizationChart"/>
    <dgm:cxn modelId="{5F1FAC88-0008-455B-B8AA-98D55B2E85CF}" type="presParOf" srcId="{AC7533DE-ADF6-4D55-9895-36E839BD844B}" destId="{69FE01BA-56C7-4F7B-BCAB-19D82B02EDD1}" srcOrd="0" destOrd="0" presId="urn:microsoft.com/office/officeart/2008/layout/HalfCircleOrganizationChart"/>
    <dgm:cxn modelId="{20D44F5F-DFE1-4D23-B34B-B6B19F0FA117}" type="presParOf" srcId="{AC7533DE-ADF6-4D55-9895-36E839BD844B}" destId="{B266A1BA-12E4-4BF8-AE48-FA2095597AC6}" srcOrd="1" destOrd="0" presId="urn:microsoft.com/office/officeart/2008/layout/HalfCircleOrganizationChart"/>
    <dgm:cxn modelId="{FA42E325-5B1F-4C7D-9B90-A7DBBD72BBCA}" type="presParOf" srcId="{B266A1BA-12E4-4BF8-AE48-FA2095597AC6}" destId="{C60E7077-6A68-4D52-B514-F93CC531C5C4}" srcOrd="0" destOrd="0" presId="urn:microsoft.com/office/officeart/2008/layout/HalfCircleOrganizationChart"/>
    <dgm:cxn modelId="{76645C12-B7E7-421D-95A5-935874D7C81F}" type="presParOf" srcId="{C60E7077-6A68-4D52-B514-F93CC531C5C4}" destId="{7D71E287-01B7-4A92-AF8E-9D0C3692F38F}" srcOrd="0" destOrd="0" presId="urn:microsoft.com/office/officeart/2008/layout/HalfCircleOrganizationChart"/>
    <dgm:cxn modelId="{FB57FB30-0E6A-4E4C-AD05-F243A3C54130}" type="presParOf" srcId="{C60E7077-6A68-4D52-B514-F93CC531C5C4}" destId="{8059E9CC-20FF-4029-93DA-E1E8D791A9B5}" srcOrd="1" destOrd="0" presId="urn:microsoft.com/office/officeart/2008/layout/HalfCircleOrganizationChart"/>
    <dgm:cxn modelId="{A16327C6-2951-478A-B2E7-F69F39B74528}" type="presParOf" srcId="{C60E7077-6A68-4D52-B514-F93CC531C5C4}" destId="{83AAC98C-7B30-4594-A1EC-7186B03E0460}" srcOrd="2" destOrd="0" presId="urn:microsoft.com/office/officeart/2008/layout/HalfCircleOrganizationChart"/>
    <dgm:cxn modelId="{290A04CB-1D45-4B7D-AD16-A09EBCD68BDD}" type="presParOf" srcId="{C60E7077-6A68-4D52-B514-F93CC531C5C4}" destId="{2DAABE5B-A192-4479-9617-A8ED6DCFCE49}" srcOrd="3" destOrd="0" presId="urn:microsoft.com/office/officeart/2008/layout/HalfCircleOrganizationChart"/>
    <dgm:cxn modelId="{5DB03C47-DC8D-4453-997E-154EB1A68FD9}" type="presParOf" srcId="{B266A1BA-12E4-4BF8-AE48-FA2095597AC6}" destId="{08B4E58F-EEF8-4A96-B87C-3468A9512147}" srcOrd="1" destOrd="0" presId="urn:microsoft.com/office/officeart/2008/layout/HalfCircleOrganizationChart"/>
    <dgm:cxn modelId="{B58BBDD4-CFED-40EA-AEAD-0DE20CF43CF4}" type="presParOf" srcId="{B266A1BA-12E4-4BF8-AE48-FA2095597AC6}" destId="{033C85C9-7C60-41F4-A6B2-4C353A2A91BC}" srcOrd="2" destOrd="0" presId="urn:microsoft.com/office/officeart/2008/layout/HalfCircleOrganizationChart"/>
    <dgm:cxn modelId="{6CD172E2-BB99-499D-BEAD-A897BC429840}" type="presParOf" srcId="{0C4C64EA-FDEC-4087-AA13-F54E13286D07}" destId="{8738B0F9-1009-4DCA-BCBD-686B96DDDC63}" srcOrd="2" destOrd="0" presId="urn:microsoft.com/office/officeart/2008/layout/HalfCircleOrganizationChart"/>
    <dgm:cxn modelId="{9727B085-B197-46D8-A8BE-10C3E52AA173}" type="presParOf" srcId="{A6A01DE2-EC10-4980-B643-49C0D39F1814}" destId="{5D8176B5-0751-4807-985E-D68D038B7395}" srcOrd="2" destOrd="0" presId="urn:microsoft.com/office/officeart/2008/layout/HalfCircleOrganizationChart"/>
    <dgm:cxn modelId="{5A12D952-AB94-400E-A91F-F1EEEA8FD852}" type="presParOf" srcId="{A6A01DE2-EC10-4980-B643-49C0D39F1814}" destId="{3DE74F07-2CDD-44B1-9326-C4DE3C95A6AC}" srcOrd="3" destOrd="0" presId="urn:microsoft.com/office/officeart/2008/layout/HalfCircleOrganizationChart"/>
    <dgm:cxn modelId="{3FDC16E7-9065-49D5-945A-5D31B54D9B02}" type="presParOf" srcId="{3DE74F07-2CDD-44B1-9326-C4DE3C95A6AC}" destId="{F43890A5-BCDB-4A9B-BE16-9A91DCED3FE6}" srcOrd="0" destOrd="0" presId="urn:microsoft.com/office/officeart/2008/layout/HalfCircleOrganizationChart"/>
    <dgm:cxn modelId="{19C1990D-07AB-4B61-965D-9226B52B0881}" type="presParOf" srcId="{F43890A5-BCDB-4A9B-BE16-9A91DCED3FE6}" destId="{8A1AEE09-7177-4F47-98CF-7A047357A52D}" srcOrd="0" destOrd="0" presId="urn:microsoft.com/office/officeart/2008/layout/HalfCircleOrganizationChart"/>
    <dgm:cxn modelId="{504EF69D-7326-485B-AE53-D1F872032241}" type="presParOf" srcId="{F43890A5-BCDB-4A9B-BE16-9A91DCED3FE6}" destId="{DFD9CCD0-E2A8-4E6B-9289-60AAEBF6041F}" srcOrd="1" destOrd="0" presId="urn:microsoft.com/office/officeart/2008/layout/HalfCircleOrganizationChart"/>
    <dgm:cxn modelId="{A7D444D7-B762-4E84-8B96-BF59C6E46D29}" type="presParOf" srcId="{F43890A5-BCDB-4A9B-BE16-9A91DCED3FE6}" destId="{216FBF8E-D330-4CEE-B00E-C9F39AE5190D}" srcOrd="2" destOrd="0" presId="urn:microsoft.com/office/officeart/2008/layout/HalfCircleOrganizationChart"/>
    <dgm:cxn modelId="{F9B21255-6626-4011-B5E4-B50DD579B875}" type="presParOf" srcId="{F43890A5-BCDB-4A9B-BE16-9A91DCED3FE6}" destId="{78BB1391-597D-4427-9C00-DC4FAF1656C6}" srcOrd="3" destOrd="0" presId="urn:microsoft.com/office/officeart/2008/layout/HalfCircleOrganizationChart"/>
    <dgm:cxn modelId="{107699F9-C7E1-466F-AC19-5E5E4F68D225}" type="presParOf" srcId="{3DE74F07-2CDD-44B1-9326-C4DE3C95A6AC}" destId="{9B5409FA-D5A6-42EF-9355-2BD3E40DEB84}" srcOrd="1" destOrd="0" presId="urn:microsoft.com/office/officeart/2008/layout/HalfCircleOrganizationChart"/>
    <dgm:cxn modelId="{FC5D11EB-EB21-46A7-9D37-20E9DBE2686D}" type="presParOf" srcId="{9B5409FA-D5A6-42EF-9355-2BD3E40DEB84}" destId="{633653DE-7C1F-4152-AD37-6ECB47631791}" srcOrd="0" destOrd="0" presId="urn:microsoft.com/office/officeart/2008/layout/HalfCircleOrganizationChart"/>
    <dgm:cxn modelId="{561C215A-A474-4F3B-A861-99783A9D16E6}" type="presParOf" srcId="{9B5409FA-D5A6-42EF-9355-2BD3E40DEB84}" destId="{76C50BF2-EE57-4E1D-888A-EC13EFF08A10}" srcOrd="1" destOrd="0" presId="urn:microsoft.com/office/officeart/2008/layout/HalfCircleOrganizationChart"/>
    <dgm:cxn modelId="{5D1B97CB-BCB0-48E1-80E7-EC9414C41630}" type="presParOf" srcId="{76C50BF2-EE57-4E1D-888A-EC13EFF08A10}" destId="{86817D49-1980-4F28-9A66-7710AE72D643}" srcOrd="0" destOrd="0" presId="urn:microsoft.com/office/officeart/2008/layout/HalfCircleOrganizationChart"/>
    <dgm:cxn modelId="{D63AA969-83AC-445E-B38F-32EB81B0E3F3}" type="presParOf" srcId="{86817D49-1980-4F28-9A66-7710AE72D643}" destId="{2711FD34-D702-4CBC-BCD4-5A1444C5B0DE}" srcOrd="0" destOrd="0" presId="urn:microsoft.com/office/officeart/2008/layout/HalfCircleOrganizationChart"/>
    <dgm:cxn modelId="{A3C3A58C-CA2D-4A24-A84F-B166C0E35598}" type="presParOf" srcId="{86817D49-1980-4F28-9A66-7710AE72D643}" destId="{AD689D22-CC72-4748-9904-DFA08A0FE1E6}" srcOrd="1" destOrd="0" presId="urn:microsoft.com/office/officeart/2008/layout/HalfCircleOrganizationChart"/>
    <dgm:cxn modelId="{5EB3EC4D-8CC8-4EA7-83D4-0415049B1FC1}" type="presParOf" srcId="{86817D49-1980-4F28-9A66-7710AE72D643}" destId="{48200C16-7DA4-43F9-8031-D12E87D9AAF9}" srcOrd="2" destOrd="0" presId="urn:microsoft.com/office/officeart/2008/layout/HalfCircleOrganizationChart"/>
    <dgm:cxn modelId="{1C00F239-44A5-47D9-9452-BF1A6F1B49CD}" type="presParOf" srcId="{86817D49-1980-4F28-9A66-7710AE72D643}" destId="{27B6C28E-9B7D-4AC0-97F1-9CD6686B5A2F}" srcOrd="3" destOrd="0" presId="urn:microsoft.com/office/officeart/2008/layout/HalfCircleOrganizationChart"/>
    <dgm:cxn modelId="{E26A2068-B5E0-433F-8AD5-BE6D16720F62}" type="presParOf" srcId="{76C50BF2-EE57-4E1D-888A-EC13EFF08A10}" destId="{E7CCEFB2-5DD9-46BC-B92A-60119F99A59F}" srcOrd="1" destOrd="0" presId="urn:microsoft.com/office/officeart/2008/layout/HalfCircleOrganizationChart"/>
    <dgm:cxn modelId="{9FCDFFC1-2256-4D16-8533-5B5466C89D1E}" type="presParOf" srcId="{76C50BF2-EE57-4E1D-888A-EC13EFF08A10}" destId="{69D0E725-F3DB-46CE-9993-1094D1B192AC}" srcOrd="2" destOrd="0" presId="urn:microsoft.com/office/officeart/2008/layout/HalfCircleOrganizationChart"/>
    <dgm:cxn modelId="{51D19227-6E3F-4B3E-B95A-DC2495AB91F0}" type="presParOf" srcId="{3DE74F07-2CDD-44B1-9326-C4DE3C95A6AC}" destId="{CE9CC75A-B0D4-45FB-9E5F-FC26CF7A6D12}" srcOrd="2" destOrd="0" presId="urn:microsoft.com/office/officeart/2008/layout/HalfCircleOrganizationChart"/>
    <dgm:cxn modelId="{967BF958-219F-472C-8A4F-CF48DAAD2D76}" type="presParOf" srcId="{A6A01DE2-EC10-4980-B643-49C0D39F1814}" destId="{77D7EC33-B609-4024-AD01-EEB60659305B}" srcOrd="4" destOrd="0" presId="urn:microsoft.com/office/officeart/2008/layout/HalfCircleOrganizationChart"/>
    <dgm:cxn modelId="{884C3C9F-354B-4E41-BB42-7FAB41579DAA}" type="presParOf" srcId="{A6A01DE2-EC10-4980-B643-49C0D39F1814}" destId="{F8260B65-4C5C-4F00-B930-DBE1C34B60BA}" srcOrd="5" destOrd="0" presId="urn:microsoft.com/office/officeart/2008/layout/HalfCircleOrganizationChart"/>
    <dgm:cxn modelId="{435959AC-6ACB-4C5A-AEA1-13E17E0D135E}" type="presParOf" srcId="{F8260B65-4C5C-4F00-B930-DBE1C34B60BA}" destId="{1B86811D-6AB4-4ECC-ACB9-81AA170F6A6E}" srcOrd="0" destOrd="0" presId="urn:microsoft.com/office/officeart/2008/layout/HalfCircleOrganizationChart"/>
    <dgm:cxn modelId="{934DEA7E-7C19-421D-8CFF-6C8143460D06}" type="presParOf" srcId="{1B86811D-6AB4-4ECC-ACB9-81AA170F6A6E}" destId="{05D11A55-1E5E-4AEB-9F4C-8BFB1BAF2DF2}" srcOrd="0" destOrd="0" presId="urn:microsoft.com/office/officeart/2008/layout/HalfCircleOrganizationChart"/>
    <dgm:cxn modelId="{94711EDC-F4F3-4E17-B6EA-7CD832BAB437}" type="presParOf" srcId="{1B86811D-6AB4-4ECC-ACB9-81AA170F6A6E}" destId="{0C0FC5DC-1411-4309-B195-DEC7FF7F438C}" srcOrd="1" destOrd="0" presId="urn:microsoft.com/office/officeart/2008/layout/HalfCircleOrganizationChart"/>
    <dgm:cxn modelId="{8243FE94-C64F-4C67-B1E0-FE18445B6B55}" type="presParOf" srcId="{1B86811D-6AB4-4ECC-ACB9-81AA170F6A6E}" destId="{409E9AAD-67B7-45E0-A252-0416276F20BF}" srcOrd="2" destOrd="0" presId="urn:microsoft.com/office/officeart/2008/layout/HalfCircleOrganizationChart"/>
    <dgm:cxn modelId="{E269FFC9-7954-4EBE-9A67-8231AA3A0F9B}" type="presParOf" srcId="{1B86811D-6AB4-4ECC-ACB9-81AA170F6A6E}" destId="{63AE9556-0887-481B-8F62-DE9BB04CCCB2}" srcOrd="3" destOrd="0" presId="urn:microsoft.com/office/officeart/2008/layout/HalfCircleOrganizationChart"/>
    <dgm:cxn modelId="{312C3D30-C84B-453C-98E8-69444D1B1B8D}" type="presParOf" srcId="{F8260B65-4C5C-4F00-B930-DBE1C34B60BA}" destId="{E7EFDBD6-89EB-42E3-807A-22EE1C9B1FC2}" srcOrd="1" destOrd="0" presId="urn:microsoft.com/office/officeart/2008/layout/HalfCircleOrganizationChart"/>
    <dgm:cxn modelId="{ACB46027-477C-4190-BD95-7F5CFB312EE9}" type="presParOf" srcId="{E7EFDBD6-89EB-42E3-807A-22EE1C9B1FC2}" destId="{EC111F34-2FE0-4634-9A6D-A77C8307D76A}" srcOrd="0" destOrd="0" presId="urn:microsoft.com/office/officeart/2008/layout/HalfCircleOrganizationChart"/>
    <dgm:cxn modelId="{789B1D33-9BD4-4065-A13E-883AF46606C2}" type="presParOf" srcId="{E7EFDBD6-89EB-42E3-807A-22EE1C9B1FC2}" destId="{29A2C595-C5D7-44B7-B6D3-BA90C8BE4121}" srcOrd="1" destOrd="0" presId="urn:microsoft.com/office/officeart/2008/layout/HalfCircleOrganizationChart"/>
    <dgm:cxn modelId="{BDF7E962-06B4-4346-8CDD-EBD0EEEE0ADD}" type="presParOf" srcId="{29A2C595-C5D7-44B7-B6D3-BA90C8BE4121}" destId="{E0740B31-DD64-43CE-9CE0-9AA3C85204D0}" srcOrd="0" destOrd="0" presId="urn:microsoft.com/office/officeart/2008/layout/HalfCircleOrganizationChart"/>
    <dgm:cxn modelId="{54AD9247-E72D-46D9-8E31-D18BE45460F9}" type="presParOf" srcId="{E0740B31-DD64-43CE-9CE0-9AA3C85204D0}" destId="{866ED6DA-A41B-414A-B9EF-2D8403A4E88F}" srcOrd="0" destOrd="0" presId="urn:microsoft.com/office/officeart/2008/layout/HalfCircleOrganizationChart"/>
    <dgm:cxn modelId="{38676737-51F6-49FC-A175-12D89E97BEEC}" type="presParOf" srcId="{E0740B31-DD64-43CE-9CE0-9AA3C85204D0}" destId="{FDCE445E-9330-4378-96B4-A89F8B39578E}" srcOrd="1" destOrd="0" presId="urn:microsoft.com/office/officeart/2008/layout/HalfCircleOrganizationChart"/>
    <dgm:cxn modelId="{AE127C92-BB24-498B-B4CA-2197503455A7}" type="presParOf" srcId="{E0740B31-DD64-43CE-9CE0-9AA3C85204D0}" destId="{7950C048-B3B4-4CEC-A728-00224FF9DAB6}" srcOrd="2" destOrd="0" presId="urn:microsoft.com/office/officeart/2008/layout/HalfCircleOrganizationChart"/>
    <dgm:cxn modelId="{6EC34650-9CEE-4018-BFC7-4AB240CB86DF}" type="presParOf" srcId="{E0740B31-DD64-43CE-9CE0-9AA3C85204D0}" destId="{05457F17-B678-4355-B999-F16A39515873}" srcOrd="3" destOrd="0" presId="urn:microsoft.com/office/officeart/2008/layout/HalfCircleOrganizationChart"/>
    <dgm:cxn modelId="{13657D19-2C6C-4241-B5EF-D51D6C83961F}" type="presParOf" srcId="{29A2C595-C5D7-44B7-B6D3-BA90C8BE4121}" destId="{203D79E8-795D-41C2-9931-8F1102739BD2}" srcOrd="1" destOrd="0" presId="urn:microsoft.com/office/officeart/2008/layout/HalfCircleOrganizationChart"/>
    <dgm:cxn modelId="{6DADDA45-E634-4D14-AB33-7D6BEB190680}" type="presParOf" srcId="{29A2C595-C5D7-44B7-B6D3-BA90C8BE4121}" destId="{3A4FA482-5CD7-480E-A1BC-814297880C00}" srcOrd="2" destOrd="0" presId="urn:microsoft.com/office/officeart/2008/layout/HalfCircleOrganizationChart"/>
    <dgm:cxn modelId="{84A39F26-95B5-4676-A07E-E04110A72DE8}" type="presParOf" srcId="{F8260B65-4C5C-4F00-B930-DBE1C34B60BA}" destId="{18A9CCAA-FF6F-4D1B-A532-AD3682DA8D7D}" srcOrd="2" destOrd="0" presId="urn:microsoft.com/office/officeart/2008/layout/HalfCircleOrganizationChart"/>
    <dgm:cxn modelId="{52A73B4C-DC0F-437A-A878-BBA435967FE7}" type="presParOf" srcId="{0D794BDC-7BF2-46B4-9840-2810FE5A1B5B}" destId="{EC173E82-42D8-4AE0-A08A-665A4DFC3CEB}" srcOrd="2" destOrd="0" presId="urn:microsoft.com/office/officeart/2008/layout/HalfCircleOrganizationChart"/>
    <dgm:cxn modelId="{CD080B38-148A-864C-AFAB-4E13CC067CAA}" type="presParOf" srcId="{C55A006F-9397-D34B-B864-CFB06ABC3003}" destId="{80940FDE-AE7E-8148-B1E9-FD0D47D43C63}" srcOrd="6" destOrd="0" presId="urn:microsoft.com/office/officeart/2008/layout/HalfCircleOrganizationChart"/>
    <dgm:cxn modelId="{870CCD0D-7062-E14D-8A6D-18895B56D908}" type="presParOf" srcId="{C55A006F-9397-D34B-B864-CFB06ABC3003}" destId="{01E7E876-19B1-0B49-8DFE-0FF67B213305}" srcOrd="7" destOrd="0" presId="urn:microsoft.com/office/officeart/2008/layout/HalfCircleOrganizationChart"/>
    <dgm:cxn modelId="{69F6CF78-D39F-AF42-9570-FC4A35670513}" type="presParOf" srcId="{01E7E876-19B1-0B49-8DFE-0FF67B213305}" destId="{E263B20C-80B0-F649-A565-E250E07D0029}" srcOrd="0" destOrd="0" presId="urn:microsoft.com/office/officeart/2008/layout/HalfCircleOrganizationChart"/>
    <dgm:cxn modelId="{7F5B59D5-722F-D04D-8B5C-F7D152BE2E7D}" type="presParOf" srcId="{E263B20C-80B0-F649-A565-E250E07D0029}" destId="{881BECA3-33FC-5A4D-B749-3EE4EF470EF9}" srcOrd="0" destOrd="0" presId="urn:microsoft.com/office/officeart/2008/layout/HalfCircleOrganizationChart"/>
    <dgm:cxn modelId="{6842E1C2-8C17-D045-A3EA-3E59438DA4CF}" type="presParOf" srcId="{E263B20C-80B0-F649-A565-E250E07D0029}" destId="{B27D4E19-5340-504C-B6FF-5D12B4BD84EB}" srcOrd="1" destOrd="0" presId="urn:microsoft.com/office/officeart/2008/layout/HalfCircleOrganizationChart"/>
    <dgm:cxn modelId="{FA243D95-A34E-674D-91FE-3D85544B7CCE}" type="presParOf" srcId="{E263B20C-80B0-F649-A565-E250E07D0029}" destId="{5E40EBB9-233A-E84F-ADB4-F0FDD7FED0D3}" srcOrd="2" destOrd="0" presId="urn:microsoft.com/office/officeart/2008/layout/HalfCircleOrganizationChart"/>
    <dgm:cxn modelId="{D9C7D6CA-AD7B-9648-9523-1A134A4F6E08}" type="presParOf" srcId="{E263B20C-80B0-F649-A565-E250E07D0029}" destId="{5DB10350-EF49-7D47-87E0-2D2B3442E404}" srcOrd="3" destOrd="0" presId="urn:microsoft.com/office/officeart/2008/layout/HalfCircleOrganizationChart"/>
    <dgm:cxn modelId="{3B162B24-0A45-A849-A69C-7EE4969ED8F5}" type="presParOf" srcId="{01E7E876-19B1-0B49-8DFE-0FF67B213305}" destId="{787A6763-5500-8949-A05D-CCFC1D62733C}" srcOrd="1" destOrd="0" presId="urn:microsoft.com/office/officeart/2008/layout/HalfCircleOrganizationChart"/>
    <dgm:cxn modelId="{B2D77187-EFA2-9442-B2F6-20BEEF76D3C9}" type="presParOf" srcId="{787A6763-5500-8949-A05D-CCFC1D62733C}" destId="{F3498923-51EC-0F47-9E72-B8225EB5DB6E}" srcOrd="0" destOrd="0" presId="urn:microsoft.com/office/officeart/2008/layout/HalfCircleOrganizationChart"/>
    <dgm:cxn modelId="{99F9E859-EE01-C742-9C5B-D7A863271ED7}" type="presParOf" srcId="{787A6763-5500-8949-A05D-CCFC1D62733C}" destId="{53C8092C-C657-5C4F-A7F0-B3313F1287E3}" srcOrd="1" destOrd="0" presId="urn:microsoft.com/office/officeart/2008/layout/HalfCircleOrganizationChart"/>
    <dgm:cxn modelId="{E5F7177B-FF55-F046-9260-B4A6440ECA2E}" type="presParOf" srcId="{53C8092C-C657-5C4F-A7F0-B3313F1287E3}" destId="{FF16B2BA-C5FA-9E4F-B24C-D4BB83E45C11}" srcOrd="0" destOrd="0" presId="urn:microsoft.com/office/officeart/2008/layout/HalfCircleOrganizationChart"/>
    <dgm:cxn modelId="{4C0E6CE4-6C09-8A49-B7CD-9F66D5B6EF4D}" type="presParOf" srcId="{FF16B2BA-C5FA-9E4F-B24C-D4BB83E45C11}" destId="{5095A39A-6911-744D-8C4E-A1373FF5B93E}" srcOrd="0" destOrd="0" presId="urn:microsoft.com/office/officeart/2008/layout/HalfCircleOrganizationChart"/>
    <dgm:cxn modelId="{69D46ACE-709D-844D-B51B-45A8F33A3540}" type="presParOf" srcId="{FF16B2BA-C5FA-9E4F-B24C-D4BB83E45C11}" destId="{EAEE1D22-59F4-3046-813F-8F5D6D0FDF94}" srcOrd="1" destOrd="0" presId="urn:microsoft.com/office/officeart/2008/layout/HalfCircleOrganizationChart"/>
    <dgm:cxn modelId="{4BCC21CF-177C-F347-A91F-72F42BB4C424}" type="presParOf" srcId="{FF16B2BA-C5FA-9E4F-B24C-D4BB83E45C11}" destId="{01E30816-191F-EA40-A386-4843967EE9F4}" srcOrd="2" destOrd="0" presId="urn:microsoft.com/office/officeart/2008/layout/HalfCircleOrganizationChart"/>
    <dgm:cxn modelId="{24A57ECB-4B4F-A84D-AEE9-DA018B13BF01}" type="presParOf" srcId="{FF16B2BA-C5FA-9E4F-B24C-D4BB83E45C11}" destId="{55BE593F-A393-B744-B278-543F1A72787D}" srcOrd="3" destOrd="0" presId="urn:microsoft.com/office/officeart/2008/layout/HalfCircleOrganizationChart"/>
    <dgm:cxn modelId="{32A8DE6E-00DE-F047-B974-D563C8E803B5}" type="presParOf" srcId="{53C8092C-C657-5C4F-A7F0-B3313F1287E3}" destId="{DFD02023-68DF-8840-AA94-688690130C0F}" srcOrd="1" destOrd="0" presId="urn:microsoft.com/office/officeart/2008/layout/HalfCircleOrganizationChart"/>
    <dgm:cxn modelId="{145FACDB-F925-A542-BBE6-30ECABC18A34}" type="presParOf" srcId="{DFD02023-68DF-8840-AA94-688690130C0F}" destId="{0D83859D-2EC5-2D4B-8854-8A27550F5A60}" srcOrd="0" destOrd="0" presId="urn:microsoft.com/office/officeart/2008/layout/HalfCircleOrganizationChart"/>
    <dgm:cxn modelId="{1CF62FE3-C45A-0D40-B3D7-39B90D960C77}" type="presParOf" srcId="{DFD02023-68DF-8840-AA94-688690130C0F}" destId="{523FBE65-35CE-8F40-BA2C-B057E5C56C69}" srcOrd="1" destOrd="0" presId="urn:microsoft.com/office/officeart/2008/layout/HalfCircleOrganizationChart"/>
    <dgm:cxn modelId="{15628A0A-934D-6C4C-926F-7203498D91F2}" type="presParOf" srcId="{523FBE65-35CE-8F40-BA2C-B057E5C56C69}" destId="{077D21E6-49EE-AF44-888C-B2260E223CE8}" srcOrd="0" destOrd="0" presId="urn:microsoft.com/office/officeart/2008/layout/HalfCircleOrganizationChart"/>
    <dgm:cxn modelId="{94236A58-2F5C-0C4E-AAA3-8E9B01A6F62A}" type="presParOf" srcId="{077D21E6-49EE-AF44-888C-B2260E223CE8}" destId="{3A0D23AA-F431-1047-BE47-CACAFD657190}" srcOrd="0" destOrd="0" presId="urn:microsoft.com/office/officeart/2008/layout/HalfCircleOrganizationChart"/>
    <dgm:cxn modelId="{6AA6A84A-FF35-BB49-884B-69E6DB1CE20E}" type="presParOf" srcId="{077D21E6-49EE-AF44-888C-B2260E223CE8}" destId="{7FC68C49-2AA9-ED42-9DEB-B3A645909CA9}" srcOrd="1" destOrd="0" presId="urn:microsoft.com/office/officeart/2008/layout/HalfCircleOrganizationChart"/>
    <dgm:cxn modelId="{4FB4A691-0F72-9841-942F-937241DD654B}" type="presParOf" srcId="{077D21E6-49EE-AF44-888C-B2260E223CE8}" destId="{46CED281-3E4F-8F42-8CC3-621FFEC77BB7}" srcOrd="2" destOrd="0" presId="urn:microsoft.com/office/officeart/2008/layout/HalfCircleOrganizationChart"/>
    <dgm:cxn modelId="{780C3932-474F-D14A-9B0D-9D7C1CEFFF3B}" type="presParOf" srcId="{077D21E6-49EE-AF44-888C-B2260E223CE8}" destId="{319BC65E-6C49-5D47-8DCA-DBF3F8EF3FC7}" srcOrd="3" destOrd="0" presId="urn:microsoft.com/office/officeart/2008/layout/HalfCircleOrganizationChart"/>
    <dgm:cxn modelId="{69B2FD67-FB64-F94C-936F-DF20AC04D36C}" type="presParOf" srcId="{523FBE65-35CE-8F40-BA2C-B057E5C56C69}" destId="{1F764AEF-4B58-6E48-92B1-CA1909562345}" srcOrd="1" destOrd="0" presId="urn:microsoft.com/office/officeart/2008/layout/HalfCircleOrganizationChart"/>
    <dgm:cxn modelId="{C6F24F03-7584-6940-BC78-8C736AB79D70}" type="presParOf" srcId="{523FBE65-35CE-8F40-BA2C-B057E5C56C69}" destId="{D5E20AAF-D051-7943-887B-EE09AF8C9F01}" srcOrd="2" destOrd="0" presId="urn:microsoft.com/office/officeart/2008/layout/HalfCircleOrganizationChart"/>
    <dgm:cxn modelId="{021BDD26-E222-D74E-B133-71167B515CB5}" type="presParOf" srcId="{53C8092C-C657-5C4F-A7F0-B3313F1287E3}" destId="{C8CD3BCE-DCAE-F24B-8930-B9AF10F7D9AE}" srcOrd="2" destOrd="0" presId="urn:microsoft.com/office/officeart/2008/layout/HalfCircleOrganizationChart"/>
    <dgm:cxn modelId="{10C06B16-F24D-3F49-91E7-6354DE7F48EF}" type="presParOf" srcId="{787A6763-5500-8949-A05D-CCFC1D62733C}" destId="{8267AA4A-2DC2-7F47-B498-15B510D27EF2}" srcOrd="2" destOrd="0" presId="urn:microsoft.com/office/officeart/2008/layout/HalfCircleOrganizationChart"/>
    <dgm:cxn modelId="{28397363-0BF6-8444-9320-93ECD2B3750A}" type="presParOf" srcId="{787A6763-5500-8949-A05D-CCFC1D62733C}" destId="{01AFF02A-36BA-D841-AD0D-AE3427E14F1E}" srcOrd="3" destOrd="0" presId="urn:microsoft.com/office/officeart/2008/layout/HalfCircleOrganizationChart"/>
    <dgm:cxn modelId="{6FF43F00-1049-2444-9837-DD0226AA3A11}" type="presParOf" srcId="{01AFF02A-36BA-D841-AD0D-AE3427E14F1E}" destId="{A983939A-293D-324E-8F70-0EFF68C44826}" srcOrd="0" destOrd="0" presId="urn:microsoft.com/office/officeart/2008/layout/HalfCircleOrganizationChart"/>
    <dgm:cxn modelId="{E3007A52-F95B-024E-8BE1-65C0AEC3B308}" type="presParOf" srcId="{A983939A-293D-324E-8F70-0EFF68C44826}" destId="{CAB13B58-321C-3446-BD56-C72A9140A468}" srcOrd="0" destOrd="0" presId="urn:microsoft.com/office/officeart/2008/layout/HalfCircleOrganizationChart"/>
    <dgm:cxn modelId="{48A49217-2505-314D-8882-901A4FC5AFE9}" type="presParOf" srcId="{A983939A-293D-324E-8F70-0EFF68C44826}" destId="{5AB71226-62A5-0F48-A5CE-AA2393034A39}" srcOrd="1" destOrd="0" presId="urn:microsoft.com/office/officeart/2008/layout/HalfCircleOrganizationChart"/>
    <dgm:cxn modelId="{D3154070-FCAC-CF4F-915B-23CA01FC6BB0}" type="presParOf" srcId="{A983939A-293D-324E-8F70-0EFF68C44826}" destId="{965409C7-0596-5240-B923-63F1961FDBD5}" srcOrd="2" destOrd="0" presId="urn:microsoft.com/office/officeart/2008/layout/HalfCircleOrganizationChart"/>
    <dgm:cxn modelId="{70C1B19A-B977-EE46-9B19-C00509B98893}" type="presParOf" srcId="{A983939A-293D-324E-8F70-0EFF68C44826}" destId="{4AE73044-5C42-154F-BA1C-D81E2DD52900}" srcOrd="3" destOrd="0" presId="urn:microsoft.com/office/officeart/2008/layout/HalfCircleOrganizationChart"/>
    <dgm:cxn modelId="{3084382F-AC05-8540-84C8-706A3F7E12BC}" type="presParOf" srcId="{01AFF02A-36BA-D841-AD0D-AE3427E14F1E}" destId="{D65AA657-F065-5343-83AA-75012DCE631C}" srcOrd="1" destOrd="0" presId="urn:microsoft.com/office/officeart/2008/layout/HalfCircleOrganizationChart"/>
    <dgm:cxn modelId="{BE6012D6-2C47-7949-A381-BA68B1340A35}" type="presParOf" srcId="{D65AA657-F065-5343-83AA-75012DCE631C}" destId="{CE2D79F1-6AC0-5140-BE4F-31FED6FB75D6}" srcOrd="0" destOrd="0" presId="urn:microsoft.com/office/officeart/2008/layout/HalfCircleOrganizationChart"/>
    <dgm:cxn modelId="{91A00AA2-6D87-B548-98D1-20BBE0C60C93}" type="presParOf" srcId="{D65AA657-F065-5343-83AA-75012DCE631C}" destId="{678F29D3-D3CB-6247-8764-4B27D84A8555}" srcOrd="1" destOrd="0" presId="urn:microsoft.com/office/officeart/2008/layout/HalfCircleOrganizationChart"/>
    <dgm:cxn modelId="{F52CA022-FDB9-9943-9A42-66DAFF3ED661}" type="presParOf" srcId="{678F29D3-D3CB-6247-8764-4B27D84A8555}" destId="{091947E1-D99E-FD49-B6D3-6F2ACB5BB5D1}" srcOrd="0" destOrd="0" presId="urn:microsoft.com/office/officeart/2008/layout/HalfCircleOrganizationChart"/>
    <dgm:cxn modelId="{B38E1A6B-C6D8-484B-A13C-8A2EEFF8236A}" type="presParOf" srcId="{091947E1-D99E-FD49-B6D3-6F2ACB5BB5D1}" destId="{621B54B5-F6A7-F14E-8BD8-A8E48A289B54}" srcOrd="0" destOrd="0" presId="urn:microsoft.com/office/officeart/2008/layout/HalfCircleOrganizationChart"/>
    <dgm:cxn modelId="{71839703-FA26-9249-84F6-4EFD8D4DADBB}" type="presParOf" srcId="{091947E1-D99E-FD49-B6D3-6F2ACB5BB5D1}" destId="{0648A4E5-C394-2047-BD72-9D47AC151D8D}" srcOrd="1" destOrd="0" presId="urn:microsoft.com/office/officeart/2008/layout/HalfCircleOrganizationChart"/>
    <dgm:cxn modelId="{907696DD-4DC5-674F-AC23-637098DE336E}" type="presParOf" srcId="{091947E1-D99E-FD49-B6D3-6F2ACB5BB5D1}" destId="{2F38475E-BC53-7946-8CE9-E20E27D17B6F}" srcOrd="2" destOrd="0" presId="urn:microsoft.com/office/officeart/2008/layout/HalfCircleOrganizationChart"/>
    <dgm:cxn modelId="{4F47095B-CDFC-304C-AC76-57A7257096EC}" type="presParOf" srcId="{091947E1-D99E-FD49-B6D3-6F2ACB5BB5D1}" destId="{45B53697-9F08-C04D-969D-3AF7AEA52B1C}" srcOrd="3" destOrd="0" presId="urn:microsoft.com/office/officeart/2008/layout/HalfCircleOrganizationChart"/>
    <dgm:cxn modelId="{57AC5023-2A46-BA40-AC3F-C038D243AD7D}" type="presParOf" srcId="{678F29D3-D3CB-6247-8764-4B27D84A8555}" destId="{F9E99F13-D3C2-1743-AD95-187806B9C440}" srcOrd="1" destOrd="0" presId="urn:microsoft.com/office/officeart/2008/layout/HalfCircleOrganizationChart"/>
    <dgm:cxn modelId="{28BEA117-2660-014B-AFD7-5AB5F8880E85}" type="presParOf" srcId="{678F29D3-D3CB-6247-8764-4B27D84A8555}" destId="{3835355B-18CE-5947-9E09-39039B48553F}" srcOrd="2" destOrd="0" presId="urn:microsoft.com/office/officeart/2008/layout/HalfCircleOrganizationChart"/>
    <dgm:cxn modelId="{BBF88609-F3EA-1B49-8B74-09D52A7D7584}" type="presParOf" srcId="{01AFF02A-36BA-D841-AD0D-AE3427E14F1E}" destId="{CCB45F38-6B28-654C-BA36-721C2944C9C9}" srcOrd="2" destOrd="0" presId="urn:microsoft.com/office/officeart/2008/layout/HalfCircleOrganizationChart"/>
    <dgm:cxn modelId="{20F7581E-8719-A54C-8A3C-E1FC093A60D6}" type="presParOf" srcId="{01E7E876-19B1-0B49-8DFE-0FF67B213305}" destId="{50E14E30-28BC-5D48-8E46-F7C06B7CB020}" srcOrd="2" destOrd="0" presId="urn:microsoft.com/office/officeart/2008/layout/HalfCircleOrganizationChart"/>
    <dgm:cxn modelId="{314898A9-4D63-114B-9196-5B7F4BA03E2E}" type="presParOf" srcId="{C6BD5FFE-9854-C240-9DCB-B3BA40427F90}" destId="{3D1716AE-CE6E-5B47-BE5D-06CAC056D816}" srcOrd="2" destOrd="0" presId="urn:microsoft.com/office/officeart/2008/layout/HalfCircle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345EC-00B8-CA4F-B2CD-4F4D15ADEBF3}">
      <dsp:nvSpPr>
        <dsp:cNvPr id="0" name=""/>
        <dsp:cNvSpPr/>
      </dsp:nvSpPr>
      <dsp:spPr>
        <a:xfrm>
          <a:off x="239172" y="2535134"/>
          <a:ext cx="831308" cy="41565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GB" sz="3600" kern="1200" dirty="0"/>
            <a:t>AI</a:t>
          </a:r>
        </a:p>
      </dsp:txBody>
      <dsp:txXfrm>
        <a:off x="251346" y="2547308"/>
        <a:ext cx="806960" cy="391306"/>
      </dsp:txXfrm>
    </dsp:sp>
    <dsp:sp modelId="{6072B7E5-6B28-5446-90CC-123113A00AFF}">
      <dsp:nvSpPr>
        <dsp:cNvPr id="0" name=""/>
        <dsp:cNvSpPr/>
      </dsp:nvSpPr>
      <dsp:spPr>
        <a:xfrm rot="19153576">
          <a:off x="776745" y="1945988"/>
          <a:ext cx="2420516" cy="13170"/>
        </a:xfrm>
        <a:custGeom>
          <a:avLst/>
          <a:gdLst/>
          <a:ahLst/>
          <a:cxnLst/>
          <a:rect l="0" t="0" r="0" b="0"/>
          <a:pathLst>
            <a:path>
              <a:moveTo>
                <a:pt x="0" y="6585"/>
              </a:moveTo>
              <a:lnTo>
                <a:pt x="2420516" y="65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GB" sz="700" kern="1200"/>
        </a:p>
      </dsp:txBody>
      <dsp:txXfrm>
        <a:off x="1926490" y="1892060"/>
        <a:ext cx="121025" cy="121025"/>
      </dsp:txXfrm>
    </dsp:sp>
    <dsp:sp modelId="{3BE81C51-A42D-9145-A49F-1388ACCD2735}">
      <dsp:nvSpPr>
        <dsp:cNvPr id="0" name=""/>
        <dsp:cNvSpPr/>
      </dsp:nvSpPr>
      <dsp:spPr>
        <a:xfrm>
          <a:off x="2903525" y="954358"/>
          <a:ext cx="831308" cy="4156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Machine Learning</a:t>
          </a:r>
        </a:p>
      </dsp:txBody>
      <dsp:txXfrm>
        <a:off x="2915699" y="966532"/>
        <a:ext cx="806960" cy="391306"/>
      </dsp:txXfrm>
    </dsp:sp>
    <dsp:sp modelId="{E9E49205-4C0D-8F45-B0E4-59C6B62E01BC}">
      <dsp:nvSpPr>
        <dsp:cNvPr id="0" name=""/>
        <dsp:cNvSpPr/>
      </dsp:nvSpPr>
      <dsp:spPr>
        <a:xfrm rot="19443231">
          <a:off x="3580599" y="680154"/>
          <a:ext cx="1619850" cy="13170"/>
        </a:xfrm>
        <a:custGeom>
          <a:avLst/>
          <a:gdLst/>
          <a:ahLst/>
          <a:cxnLst/>
          <a:rect l="0" t="0" r="0" b="0"/>
          <a:pathLst>
            <a:path>
              <a:moveTo>
                <a:pt x="0" y="6585"/>
              </a:moveTo>
              <a:lnTo>
                <a:pt x="1619850"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350028" y="646243"/>
        <a:ext cx="80992" cy="80992"/>
      </dsp:txXfrm>
    </dsp:sp>
    <dsp:sp modelId="{7782E4F8-F217-2D44-A33D-17384735247D}">
      <dsp:nvSpPr>
        <dsp:cNvPr id="0" name=""/>
        <dsp:cNvSpPr/>
      </dsp:nvSpPr>
      <dsp:spPr>
        <a:xfrm>
          <a:off x="5046215" y="3466"/>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Supervised Learning</a:t>
          </a:r>
        </a:p>
      </dsp:txBody>
      <dsp:txXfrm>
        <a:off x="5058389" y="15640"/>
        <a:ext cx="806960" cy="391306"/>
      </dsp:txXfrm>
    </dsp:sp>
    <dsp:sp modelId="{A41D21DC-889F-C148-8016-0E751FC5C5AE}">
      <dsp:nvSpPr>
        <dsp:cNvPr id="0" name=""/>
        <dsp:cNvSpPr/>
      </dsp:nvSpPr>
      <dsp:spPr>
        <a:xfrm rot="20410228">
          <a:off x="3693505" y="919155"/>
          <a:ext cx="1394039" cy="13170"/>
        </a:xfrm>
        <a:custGeom>
          <a:avLst/>
          <a:gdLst/>
          <a:ahLst/>
          <a:cxnLst/>
          <a:rect l="0" t="0" r="0" b="0"/>
          <a:pathLst>
            <a:path>
              <a:moveTo>
                <a:pt x="0" y="6585"/>
              </a:moveTo>
              <a:lnTo>
                <a:pt x="1394039"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355673" y="890890"/>
        <a:ext cx="69701" cy="69701"/>
      </dsp:txXfrm>
    </dsp:sp>
    <dsp:sp modelId="{1029C14D-9201-954F-8804-018501C885F5}">
      <dsp:nvSpPr>
        <dsp:cNvPr id="0" name=""/>
        <dsp:cNvSpPr/>
      </dsp:nvSpPr>
      <dsp:spPr>
        <a:xfrm>
          <a:off x="5046215" y="481469"/>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Unsupervised Learning</a:t>
          </a:r>
        </a:p>
      </dsp:txBody>
      <dsp:txXfrm>
        <a:off x="5058389" y="493643"/>
        <a:ext cx="806960" cy="391306"/>
      </dsp:txXfrm>
    </dsp:sp>
    <dsp:sp modelId="{21853E6C-09A6-0846-B215-1EE3595BD038}">
      <dsp:nvSpPr>
        <dsp:cNvPr id="0" name=""/>
        <dsp:cNvSpPr/>
      </dsp:nvSpPr>
      <dsp:spPr>
        <a:xfrm rot="13402">
          <a:off x="3734829" y="1158157"/>
          <a:ext cx="1311391" cy="13170"/>
        </a:xfrm>
        <a:custGeom>
          <a:avLst/>
          <a:gdLst/>
          <a:ahLst/>
          <a:cxnLst/>
          <a:rect l="0" t="0" r="0" b="0"/>
          <a:pathLst>
            <a:path>
              <a:moveTo>
                <a:pt x="0" y="6585"/>
              </a:moveTo>
              <a:lnTo>
                <a:pt x="1311391"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357739" y="1131957"/>
        <a:ext cx="65569" cy="65569"/>
      </dsp:txXfrm>
    </dsp:sp>
    <dsp:sp modelId="{89AF4504-E3B0-E74B-A7E6-24C6B51BBC78}">
      <dsp:nvSpPr>
        <dsp:cNvPr id="0" name=""/>
        <dsp:cNvSpPr/>
      </dsp:nvSpPr>
      <dsp:spPr>
        <a:xfrm>
          <a:off x="5046215" y="959471"/>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Semi-supervised</a:t>
          </a:r>
        </a:p>
      </dsp:txBody>
      <dsp:txXfrm>
        <a:off x="5058389" y="971645"/>
        <a:ext cx="806960" cy="391306"/>
      </dsp:txXfrm>
    </dsp:sp>
    <dsp:sp modelId="{B598DCFB-4E47-4B1E-8464-C7435B5A7B3D}">
      <dsp:nvSpPr>
        <dsp:cNvPr id="0" name=""/>
        <dsp:cNvSpPr/>
      </dsp:nvSpPr>
      <dsp:spPr>
        <a:xfrm rot="1213433">
          <a:off x="3691754" y="1397158"/>
          <a:ext cx="1397540" cy="13170"/>
        </a:xfrm>
        <a:custGeom>
          <a:avLst/>
          <a:gdLst/>
          <a:ahLst/>
          <a:cxnLst/>
          <a:rect l="0" t="0" r="0" b="0"/>
          <a:pathLst>
            <a:path>
              <a:moveTo>
                <a:pt x="0" y="6585"/>
              </a:moveTo>
              <a:lnTo>
                <a:pt x="1397540"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355586" y="1368805"/>
        <a:ext cx="69877" cy="69877"/>
      </dsp:txXfrm>
    </dsp:sp>
    <dsp:sp modelId="{92B75B63-29F7-4467-8580-FA42652E4685}">
      <dsp:nvSpPr>
        <dsp:cNvPr id="0" name=""/>
        <dsp:cNvSpPr/>
      </dsp:nvSpPr>
      <dsp:spPr>
        <a:xfrm>
          <a:off x="5046215" y="1437474"/>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Reinforcement Learning</a:t>
          </a:r>
        </a:p>
      </dsp:txBody>
      <dsp:txXfrm>
        <a:off x="5058389" y="1449648"/>
        <a:ext cx="806960" cy="391306"/>
      </dsp:txXfrm>
    </dsp:sp>
    <dsp:sp modelId="{D1FCD139-6D6F-784F-9C47-4FA36D718A13}">
      <dsp:nvSpPr>
        <dsp:cNvPr id="0" name=""/>
        <dsp:cNvSpPr/>
      </dsp:nvSpPr>
      <dsp:spPr>
        <a:xfrm rot="21420635">
          <a:off x="1068183" y="2648302"/>
          <a:ext cx="3377581" cy="13170"/>
        </a:xfrm>
        <a:custGeom>
          <a:avLst/>
          <a:gdLst/>
          <a:ahLst/>
          <a:cxnLst/>
          <a:rect l="0" t="0" r="0" b="0"/>
          <a:pathLst>
            <a:path>
              <a:moveTo>
                <a:pt x="0" y="6585"/>
              </a:moveTo>
              <a:lnTo>
                <a:pt x="3377581" y="65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GB" sz="700" kern="1200"/>
        </a:p>
      </dsp:txBody>
      <dsp:txXfrm>
        <a:off x="2672534" y="2570448"/>
        <a:ext cx="168879" cy="168879"/>
      </dsp:txXfrm>
    </dsp:sp>
    <dsp:sp modelId="{7C084C13-1EC0-FC43-9CB6-1840F237B0BA}">
      <dsp:nvSpPr>
        <dsp:cNvPr id="0" name=""/>
        <dsp:cNvSpPr/>
      </dsp:nvSpPr>
      <dsp:spPr>
        <a:xfrm>
          <a:off x="4443466" y="2358988"/>
          <a:ext cx="831308" cy="4156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Natural language processing</a:t>
          </a:r>
        </a:p>
      </dsp:txBody>
      <dsp:txXfrm>
        <a:off x="4455640" y="2371162"/>
        <a:ext cx="806960" cy="391306"/>
      </dsp:txXfrm>
    </dsp:sp>
    <dsp:sp modelId="{CB5FA648-4E11-E14A-834D-A876777D95F5}">
      <dsp:nvSpPr>
        <dsp:cNvPr id="0" name=""/>
        <dsp:cNvSpPr/>
      </dsp:nvSpPr>
      <dsp:spPr>
        <a:xfrm rot="20472836">
          <a:off x="5234075" y="2314195"/>
          <a:ext cx="1527993" cy="13170"/>
        </a:xfrm>
        <a:custGeom>
          <a:avLst/>
          <a:gdLst/>
          <a:ahLst/>
          <a:cxnLst/>
          <a:rect l="0" t="0" r="0" b="0"/>
          <a:pathLst>
            <a:path>
              <a:moveTo>
                <a:pt x="0" y="6585"/>
              </a:moveTo>
              <a:lnTo>
                <a:pt x="1527993"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959872" y="2282581"/>
        <a:ext cx="76399" cy="76399"/>
      </dsp:txXfrm>
    </dsp:sp>
    <dsp:sp modelId="{4CF15B44-1435-164F-9836-94E02EC8AE60}">
      <dsp:nvSpPr>
        <dsp:cNvPr id="0" name=""/>
        <dsp:cNvSpPr/>
      </dsp:nvSpPr>
      <dsp:spPr>
        <a:xfrm>
          <a:off x="6721368" y="1866919"/>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Text generation</a:t>
          </a:r>
        </a:p>
      </dsp:txBody>
      <dsp:txXfrm>
        <a:off x="6733542" y="1879093"/>
        <a:ext cx="806960" cy="391306"/>
      </dsp:txXfrm>
    </dsp:sp>
    <dsp:sp modelId="{C5FFDC63-3DDF-4444-81BF-22EBDAE1DE24}">
      <dsp:nvSpPr>
        <dsp:cNvPr id="0" name=""/>
        <dsp:cNvSpPr/>
      </dsp:nvSpPr>
      <dsp:spPr>
        <a:xfrm rot="21541478">
          <a:off x="5274669" y="2547808"/>
          <a:ext cx="1459465" cy="13170"/>
        </a:xfrm>
        <a:custGeom>
          <a:avLst/>
          <a:gdLst/>
          <a:ahLst/>
          <a:cxnLst/>
          <a:rect l="0" t="0" r="0" b="0"/>
          <a:pathLst>
            <a:path>
              <a:moveTo>
                <a:pt x="0" y="6585"/>
              </a:moveTo>
              <a:lnTo>
                <a:pt x="1459465"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967915" y="2517906"/>
        <a:ext cx="72973" cy="72973"/>
      </dsp:txXfrm>
    </dsp:sp>
    <dsp:sp modelId="{45933253-3760-0E47-A2F1-5B06D2D95AFB}">
      <dsp:nvSpPr>
        <dsp:cNvPr id="0" name=""/>
        <dsp:cNvSpPr/>
      </dsp:nvSpPr>
      <dsp:spPr>
        <a:xfrm>
          <a:off x="6734029" y="2334144"/>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a:t>
          </a:r>
        </a:p>
      </dsp:txBody>
      <dsp:txXfrm>
        <a:off x="6746203" y="2346318"/>
        <a:ext cx="806960" cy="391306"/>
      </dsp:txXfrm>
    </dsp:sp>
    <dsp:sp modelId="{5C34E443-D457-5741-A467-DF65DC05246E}">
      <dsp:nvSpPr>
        <dsp:cNvPr id="0" name=""/>
        <dsp:cNvSpPr/>
      </dsp:nvSpPr>
      <dsp:spPr>
        <a:xfrm rot="1035104">
          <a:off x="5240403" y="2786809"/>
          <a:ext cx="1527997" cy="13170"/>
        </a:xfrm>
        <a:custGeom>
          <a:avLst/>
          <a:gdLst/>
          <a:ahLst/>
          <a:cxnLst/>
          <a:rect l="0" t="0" r="0" b="0"/>
          <a:pathLst>
            <a:path>
              <a:moveTo>
                <a:pt x="0" y="6585"/>
              </a:moveTo>
              <a:lnTo>
                <a:pt x="1527997"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966202" y="2755194"/>
        <a:ext cx="76399" cy="76399"/>
      </dsp:txXfrm>
    </dsp:sp>
    <dsp:sp modelId="{6304C632-0F9C-2D4F-B9B3-A3D89F2433FF}">
      <dsp:nvSpPr>
        <dsp:cNvPr id="0" name=""/>
        <dsp:cNvSpPr/>
      </dsp:nvSpPr>
      <dsp:spPr>
        <a:xfrm>
          <a:off x="6734029" y="2812146"/>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Question answering</a:t>
          </a:r>
        </a:p>
      </dsp:txBody>
      <dsp:txXfrm>
        <a:off x="6746203" y="2824320"/>
        <a:ext cx="806960" cy="391306"/>
      </dsp:txXfrm>
    </dsp:sp>
    <dsp:sp modelId="{158E23EA-CE60-E14C-BF52-1DF6BBD9E796}">
      <dsp:nvSpPr>
        <dsp:cNvPr id="0" name=""/>
        <dsp:cNvSpPr/>
      </dsp:nvSpPr>
      <dsp:spPr>
        <a:xfrm rot="1952536">
          <a:off x="5138884" y="3025810"/>
          <a:ext cx="1731035" cy="13170"/>
        </a:xfrm>
        <a:custGeom>
          <a:avLst/>
          <a:gdLst/>
          <a:ahLst/>
          <a:cxnLst/>
          <a:rect l="0" t="0" r="0" b="0"/>
          <a:pathLst>
            <a:path>
              <a:moveTo>
                <a:pt x="0" y="6585"/>
              </a:moveTo>
              <a:lnTo>
                <a:pt x="1731035"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5961126" y="2989120"/>
        <a:ext cx="86551" cy="86551"/>
      </dsp:txXfrm>
    </dsp:sp>
    <dsp:sp modelId="{44D297E0-4B94-6C4F-8EF0-D58159D819E3}">
      <dsp:nvSpPr>
        <dsp:cNvPr id="0" name=""/>
        <dsp:cNvSpPr/>
      </dsp:nvSpPr>
      <dsp:spPr>
        <a:xfrm>
          <a:off x="6734029" y="3290149"/>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Context extraction</a:t>
          </a:r>
        </a:p>
      </dsp:txBody>
      <dsp:txXfrm>
        <a:off x="6746203" y="3302323"/>
        <a:ext cx="806960" cy="391306"/>
      </dsp:txXfrm>
    </dsp:sp>
    <dsp:sp modelId="{6959F4E7-EFF8-0E48-8475-23E726E068E5}">
      <dsp:nvSpPr>
        <dsp:cNvPr id="0" name=""/>
        <dsp:cNvSpPr/>
      </dsp:nvSpPr>
      <dsp:spPr>
        <a:xfrm rot="775239">
          <a:off x="1046118" y="2951526"/>
          <a:ext cx="1924415" cy="13170"/>
        </a:xfrm>
        <a:custGeom>
          <a:avLst/>
          <a:gdLst/>
          <a:ahLst/>
          <a:cxnLst/>
          <a:rect l="0" t="0" r="0" b="0"/>
          <a:pathLst>
            <a:path>
              <a:moveTo>
                <a:pt x="0" y="6585"/>
              </a:moveTo>
              <a:lnTo>
                <a:pt x="1924415" y="65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1960216" y="2910001"/>
        <a:ext cx="96220" cy="96220"/>
      </dsp:txXfrm>
    </dsp:sp>
    <dsp:sp modelId="{648A2B67-A238-BE48-B8CB-6A4D32D3E6C9}">
      <dsp:nvSpPr>
        <dsp:cNvPr id="0" name=""/>
        <dsp:cNvSpPr/>
      </dsp:nvSpPr>
      <dsp:spPr>
        <a:xfrm>
          <a:off x="2946171" y="2965436"/>
          <a:ext cx="831308" cy="4156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Expert systems</a:t>
          </a:r>
        </a:p>
      </dsp:txBody>
      <dsp:txXfrm>
        <a:off x="2958345" y="2977610"/>
        <a:ext cx="806960" cy="391306"/>
      </dsp:txXfrm>
    </dsp:sp>
    <dsp:sp modelId="{03905061-E7D7-6047-96A4-168261485A02}">
      <dsp:nvSpPr>
        <dsp:cNvPr id="0" name=""/>
        <dsp:cNvSpPr/>
      </dsp:nvSpPr>
      <dsp:spPr>
        <a:xfrm rot="1481013">
          <a:off x="929098" y="3382552"/>
          <a:ext cx="3094667" cy="13170"/>
        </a:xfrm>
        <a:custGeom>
          <a:avLst/>
          <a:gdLst/>
          <a:ahLst/>
          <a:cxnLst/>
          <a:rect l="0" t="0" r="0" b="0"/>
          <a:pathLst>
            <a:path>
              <a:moveTo>
                <a:pt x="0" y="6585"/>
              </a:moveTo>
              <a:lnTo>
                <a:pt x="3094667" y="65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GB" sz="700" kern="1200"/>
        </a:p>
      </dsp:txBody>
      <dsp:txXfrm>
        <a:off x="2399065" y="3311770"/>
        <a:ext cx="154733" cy="154733"/>
      </dsp:txXfrm>
    </dsp:sp>
    <dsp:sp modelId="{5CEEF364-42A6-F945-8CDA-C1B3E5DCC967}">
      <dsp:nvSpPr>
        <dsp:cNvPr id="0" name=""/>
        <dsp:cNvSpPr/>
      </dsp:nvSpPr>
      <dsp:spPr>
        <a:xfrm>
          <a:off x="3882383" y="3827486"/>
          <a:ext cx="831308" cy="4156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Speech</a:t>
          </a:r>
        </a:p>
      </dsp:txBody>
      <dsp:txXfrm>
        <a:off x="3894557" y="3839660"/>
        <a:ext cx="806960" cy="391306"/>
      </dsp:txXfrm>
    </dsp:sp>
    <dsp:sp modelId="{A740A239-9D4A-5F40-AC0C-349E62287346}">
      <dsp:nvSpPr>
        <dsp:cNvPr id="0" name=""/>
        <dsp:cNvSpPr/>
      </dsp:nvSpPr>
      <dsp:spPr>
        <a:xfrm rot="21522277">
          <a:off x="4713617" y="4022136"/>
          <a:ext cx="583212" cy="13170"/>
        </a:xfrm>
        <a:custGeom>
          <a:avLst/>
          <a:gdLst/>
          <a:ahLst/>
          <a:cxnLst/>
          <a:rect l="0" t="0" r="0" b="0"/>
          <a:pathLst>
            <a:path>
              <a:moveTo>
                <a:pt x="0" y="6585"/>
              </a:moveTo>
              <a:lnTo>
                <a:pt x="583212"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990643" y="4014141"/>
        <a:ext cx="29160" cy="29160"/>
      </dsp:txXfrm>
    </dsp:sp>
    <dsp:sp modelId="{4761240C-11C7-B44F-A5E8-7E233FAB18ED}">
      <dsp:nvSpPr>
        <dsp:cNvPr id="0" name=""/>
        <dsp:cNvSpPr/>
      </dsp:nvSpPr>
      <dsp:spPr>
        <a:xfrm>
          <a:off x="5296755" y="3814302"/>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To txt / from txt</a:t>
          </a:r>
        </a:p>
      </dsp:txBody>
      <dsp:txXfrm>
        <a:off x="5308929" y="3826476"/>
        <a:ext cx="806960" cy="391306"/>
      </dsp:txXfrm>
    </dsp:sp>
    <dsp:sp modelId="{95A1EAA3-A1CB-6D48-A330-30EF6D631CD3}">
      <dsp:nvSpPr>
        <dsp:cNvPr id="0" name=""/>
        <dsp:cNvSpPr/>
      </dsp:nvSpPr>
      <dsp:spPr>
        <a:xfrm rot="1931655">
          <a:off x="815036" y="3621553"/>
          <a:ext cx="3322792" cy="13170"/>
        </a:xfrm>
        <a:custGeom>
          <a:avLst/>
          <a:gdLst/>
          <a:ahLst/>
          <a:cxnLst/>
          <a:rect l="0" t="0" r="0" b="0"/>
          <a:pathLst>
            <a:path>
              <a:moveTo>
                <a:pt x="0" y="6585"/>
              </a:moveTo>
              <a:lnTo>
                <a:pt x="3322792" y="65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GB" sz="700" kern="1200"/>
        </a:p>
      </dsp:txBody>
      <dsp:txXfrm>
        <a:off x="2393362" y="3545068"/>
        <a:ext cx="166139" cy="166139"/>
      </dsp:txXfrm>
    </dsp:sp>
    <dsp:sp modelId="{05FF1A96-B645-E142-9192-1AC270D47D3D}">
      <dsp:nvSpPr>
        <dsp:cNvPr id="0" name=""/>
        <dsp:cNvSpPr/>
      </dsp:nvSpPr>
      <dsp:spPr>
        <a:xfrm>
          <a:off x="3882383" y="4305489"/>
          <a:ext cx="831308" cy="4156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Vision</a:t>
          </a:r>
        </a:p>
      </dsp:txBody>
      <dsp:txXfrm>
        <a:off x="3894557" y="4317663"/>
        <a:ext cx="806960" cy="391306"/>
      </dsp:txXfrm>
    </dsp:sp>
    <dsp:sp modelId="{C140A6ED-64B6-B949-A140-6530B16EB80E}">
      <dsp:nvSpPr>
        <dsp:cNvPr id="0" name=""/>
        <dsp:cNvSpPr/>
      </dsp:nvSpPr>
      <dsp:spPr>
        <a:xfrm rot="21522276">
          <a:off x="4713617" y="4500138"/>
          <a:ext cx="583204" cy="13170"/>
        </a:xfrm>
        <a:custGeom>
          <a:avLst/>
          <a:gdLst/>
          <a:ahLst/>
          <a:cxnLst/>
          <a:rect l="0" t="0" r="0" b="0"/>
          <a:pathLst>
            <a:path>
              <a:moveTo>
                <a:pt x="0" y="6585"/>
              </a:moveTo>
              <a:lnTo>
                <a:pt x="583204" y="658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990639" y="4492143"/>
        <a:ext cx="29160" cy="29160"/>
      </dsp:txXfrm>
    </dsp:sp>
    <dsp:sp modelId="{9AD05E47-6C2D-E34D-BD84-C897F6A74828}">
      <dsp:nvSpPr>
        <dsp:cNvPr id="0" name=""/>
        <dsp:cNvSpPr/>
      </dsp:nvSpPr>
      <dsp:spPr>
        <a:xfrm>
          <a:off x="5296746" y="4292304"/>
          <a:ext cx="831308" cy="4156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Navigation</a:t>
          </a:r>
        </a:p>
      </dsp:txBody>
      <dsp:txXfrm>
        <a:off x="5308920" y="4304478"/>
        <a:ext cx="806960" cy="391306"/>
      </dsp:txXfrm>
    </dsp:sp>
    <dsp:sp modelId="{E68C944F-E299-944F-B6C5-A0BA7EBF2414}">
      <dsp:nvSpPr>
        <dsp:cNvPr id="0" name=""/>
        <dsp:cNvSpPr/>
      </dsp:nvSpPr>
      <dsp:spPr>
        <a:xfrm rot="2318721">
          <a:off x="676300" y="3860554"/>
          <a:ext cx="3600264" cy="13170"/>
        </a:xfrm>
        <a:custGeom>
          <a:avLst/>
          <a:gdLst/>
          <a:ahLst/>
          <a:cxnLst/>
          <a:rect l="0" t="0" r="0" b="0"/>
          <a:pathLst>
            <a:path>
              <a:moveTo>
                <a:pt x="0" y="6585"/>
              </a:moveTo>
              <a:lnTo>
                <a:pt x="3600264" y="65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GB" sz="700" kern="1200"/>
        </a:p>
      </dsp:txBody>
      <dsp:txXfrm>
        <a:off x="2386425" y="3777133"/>
        <a:ext cx="180013" cy="180013"/>
      </dsp:txXfrm>
    </dsp:sp>
    <dsp:sp modelId="{A8470588-FE0F-5D48-9C98-1249FABDFD23}">
      <dsp:nvSpPr>
        <dsp:cNvPr id="0" name=""/>
        <dsp:cNvSpPr/>
      </dsp:nvSpPr>
      <dsp:spPr>
        <a:xfrm>
          <a:off x="3882383" y="4783491"/>
          <a:ext cx="831308" cy="4156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Planning</a:t>
          </a:r>
        </a:p>
      </dsp:txBody>
      <dsp:txXfrm>
        <a:off x="3894557" y="4795665"/>
        <a:ext cx="806960" cy="391306"/>
      </dsp:txXfrm>
    </dsp:sp>
    <dsp:sp modelId="{76CBE1CE-740B-2B48-8DC6-3F19D5015878}">
      <dsp:nvSpPr>
        <dsp:cNvPr id="0" name=""/>
        <dsp:cNvSpPr/>
      </dsp:nvSpPr>
      <dsp:spPr>
        <a:xfrm rot="2646906">
          <a:off x="518127" y="4099555"/>
          <a:ext cx="3916609" cy="13170"/>
        </a:xfrm>
        <a:custGeom>
          <a:avLst/>
          <a:gdLst/>
          <a:ahLst/>
          <a:cxnLst/>
          <a:rect l="0" t="0" r="0" b="0"/>
          <a:pathLst>
            <a:path>
              <a:moveTo>
                <a:pt x="0" y="6585"/>
              </a:moveTo>
              <a:lnTo>
                <a:pt x="3916609" y="65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GB" sz="700" kern="1200"/>
        </a:p>
      </dsp:txBody>
      <dsp:txXfrm>
        <a:off x="2378517" y="4008226"/>
        <a:ext cx="195830" cy="195830"/>
      </dsp:txXfrm>
    </dsp:sp>
    <dsp:sp modelId="{EBEBBE9E-FE62-CA4B-AFB5-B69C966E067D}">
      <dsp:nvSpPr>
        <dsp:cNvPr id="0" name=""/>
        <dsp:cNvSpPr/>
      </dsp:nvSpPr>
      <dsp:spPr>
        <a:xfrm>
          <a:off x="3882383" y="5261494"/>
          <a:ext cx="831308" cy="4156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Robotics</a:t>
          </a:r>
        </a:p>
      </dsp:txBody>
      <dsp:txXfrm>
        <a:off x="3894557" y="5273668"/>
        <a:ext cx="806960" cy="3913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D79F1-6AC0-5140-BE4F-31FED6FB75D6}">
      <dsp:nvSpPr>
        <dsp:cNvPr id="0" name=""/>
        <dsp:cNvSpPr/>
      </dsp:nvSpPr>
      <dsp:spPr>
        <a:xfrm>
          <a:off x="9321046" y="3038229"/>
          <a:ext cx="477757" cy="311580"/>
        </a:xfrm>
        <a:custGeom>
          <a:avLst/>
          <a:gdLst/>
          <a:ahLst/>
          <a:cxnLst/>
          <a:rect l="0" t="0" r="0" b="0"/>
          <a:pathLst>
            <a:path>
              <a:moveTo>
                <a:pt x="0" y="0"/>
              </a:moveTo>
              <a:lnTo>
                <a:pt x="0" y="311580"/>
              </a:lnTo>
              <a:lnTo>
                <a:pt x="477757" y="3115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67AA4A-2DC2-7F47-B498-15B510D27EF2}">
      <dsp:nvSpPr>
        <dsp:cNvPr id="0" name=""/>
        <dsp:cNvSpPr/>
      </dsp:nvSpPr>
      <dsp:spPr>
        <a:xfrm>
          <a:off x="8692692" y="2300821"/>
          <a:ext cx="628354" cy="218106"/>
        </a:xfrm>
        <a:custGeom>
          <a:avLst/>
          <a:gdLst/>
          <a:ahLst/>
          <a:cxnLst/>
          <a:rect l="0" t="0" r="0" b="0"/>
          <a:pathLst>
            <a:path>
              <a:moveTo>
                <a:pt x="0" y="0"/>
              </a:moveTo>
              <a:lnTo>
                <a:pt x="0" y="109053"/>
              </a:lnTo>
              <a:lnTo>
                <a:pt x="628354" y="109053"/>
              </a:lnTo>
              <a:lnTo>
                <a:pt x="628354"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83859D-2EC5-2D4B-8854-8A27550F5A60}">
      <dsp:nvSpPr>
        <dsp:cNvPr id="0" name=""/>
        <dsp:cNvSpPr/>
      </dsp:nvSpPr>
      <dsp:spPr>
        <a:xfrm>
          <a:off x="8064337" y="3038229"/>
          <a:ext cx="477757" cy="311580"/>
        </a:xfrm>
        <a:custGeom>
          <a:avLst/>
          <a:gdLst/>
          <a:ahLst/>
          <a:cxnLst/>
          <a:rect l="0" t="0" r="0" b="0"/>
          <a:pathLst>
            <a:path>
              <a:moveTo>
                <a:pt x="0" y="0"/>
              </a:moveTo>
              <a:lnTo>
                <a:pt x="0" y="311580"/>
              </a:lnTo>
              <a:lnTo>
                <a:pt x="477757" y="3115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498923-51EC-0F47-9E72-B8225EB5DB6E}">
      <dsp:nvSpPr>
        <dsp:cNvPr id="0" name=""/>
        <dsp:cNvSpPr/>
      </dsp:nvSpPr>
      <dsp:spPr>
        <a:xfrm>
          <a:off x="8064337" y="2300821"/>
          <a:ext cx="628354" cy="218106"/>
        </a:xfrm>
        <a:custGeom>
          <a:avLst/>
          <a:gdLst/>
          <a:ahLst/>
          <a:cxnLst/>
          <a:rect l="0" t="0" r="0" b="0"/>
          <a:pathLst>
            <a:path>
              <a:moveTo>
                <a:pt x="628354" y="0"/>
              </a:moveTo>
              <a:lnTo>
                <a:pt x="628354" y="109053"/>
              </a:lnTo>
              <a:lnTo>
                <a:pt x="0" y="109053"/>
              </a:lnTo>
              <a:lnTo>
                <a:pt x="0"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940FDE-AE7E-8148-B1E9-FD0D47D43C63}">
      <dsp:nvSpPr>
        <dsp:cNvPr id="0" name=""/>
        <dsp:cNvSpPr/>
      </dsp:nvSpPr>
      <dsp:spPr>
        <a:xfrm>
          <a:off x="4922565" y="1563414"/>
          <a:ext cx="3770126" cy="218106"/>
        </a:xfrm>
        <a:custGeom>
          <a:avLst/>
          <a:gdLst/>
          <a:ahLst/>
          <a:cxnLst/>
          <a:rect l="0" t="0" r="0" b="0"/>
          <a:pathLst>
            <a:path>
              <a:moveTo>
                <a:pt x="0" y="0"/>
              </a:moveTo>
              <a:lnTo>
                <a:pt x="0" y="109053"/>
              </a:lnTo>
              <a:lnTo>
                <a:pt x="3770126" y="109053"/>
              </a:lnTo>
              <a:lnTo>
                <a:pt x="3770126" y="2181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111F34-2FE0-4634-9A6D-A77C8307D76A}">
      <dsp:nvSpPr>
        <dsp:cNvPr id="0" name=""/>
        <dsp:cNvSpPr/>
      </dsp:nvSpPr>
      <dsp:spPr>
        <a:xfrm>
          <a:off x="6807628" y="3038229"/>
          <a:ext cx="477757" cy="311580"/>
        </a:xfrm>
        <a:custGeom>
          <a:avLst/>
          <a:gdLst/>
          <a:ahLst/>
          <a:cxnLst/>
          <a:rect l="0" t="0" r="0" b="0"/>
          <a:pathLst>
            <a:path>
              <a:moveTo>
                <a:pt x="0" y="0"/>
              </a:moveTo>
              <a:lnTo>
                <a:pt x="0" y="311580"/>
              </a:lnTo>
              <a:lnTo>
                <a:pt x="477757" y="3115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D7EC33-B609-4024-AD01-EEB60659305B}">
      <dsp:nvSpPr>
        <dsp:cNvPr id="0" name=""/>
        <dsp:cNvSpPr/>
      </dsp:nvSpPr>
      <dsp:spPr>
        <a:xfrm>
          <a:off x="5550920" y="2300821"/>
          <a:ext cx="1256708" cy="218106"/>
        </a:xfrm>
        <a:custGeom>
          <a:avLst/>
          <a:gdLst/>
          <a:ahLst/>
          <a:cxnLst/>
          <a:rect l="0" t="0" r="0" b="0"/>
          <a:pathLst>
            <a:path>
              <a:moveTo>
                <a:pt x="0" y="0"/>
              </a:moveTo>
              <a:lnTo>
                <a:pt x="0" y="109053"/>
              </a:lnTo>
              <a:lnTo>
                <a:pt x="1256708" y="109053"/>
              </a:lnTo>
              <a:lnTo>
                <a:pt x="1256708"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3653DE-7C1F-4152-AD37-6ECB47631791}">
      <dsp:nvSpPr>
        <dsp:cNvPr id="0" name=""/>
        <dsp:cNvSpPr/>
      </dsp:nvSpPr>
      <dsp:spPr>
        <a:xfrm>
          <a:off x="5550920" y="3038229"/>
          <a:ext cx="477757" cy="311580"/>
        </a:xfrm>
        <a:custGeom>
          <a:avLst/>
          <a:gdLst/>
          <a:ahLst/>
          <a:cxnLst/>
          <a:rect l="0" t="0" r="0" b="0"/>
          <a:pathLst>
            <a:path>
              <a:moveTo>
                <a:pt x="0" y="0"/>
              </a:moveTo>
              <a:lnTo>
                <a:pt x="0" y="311580"/>
              </a:lnTo>
              <a:lnTo>
                <a:pt x="477757" y="3115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8176B5-0751-4807-985E-D68D038B7395}">
      <dsp:nvSpPr>
        <dsp:cNvPr id="0" name=""/>
        <dsp:cNvSpPr/>
      </dsp:nvSpPr>
      <dsp:spPr>
        <a:xfrm>
          <a:off x="5505200" y="2300821"/>
          <a:ext cx="91440" cy="218106"/>
        </a:xfrm>
        <a:custGeom>
          <a:avLst/>
          <a:gdLst/>
          <a:ahLst/>
          <a:cxnLst/>
          <a:rect l="0" t="0" r="0" b="0"/>
          <a:pathLst>
            <a:path>
              <a:moveTo>
                <a:pt x="45720" y="0"/>
              </a:moveTo>
              <a:lnTo>
                <a:pt x="45720"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FE01BA-56C7-4F7B-BCAB-19D82B02EDD1}">
      <dsp:nvSpPr>
        <dsp:cNvPr id="0" name=""/>
        <dsp:cNvSpPr/>
      </dsp:nvSpPr>
      <dsp:spPr>
        <a:xfrm>
          <a:off x="4294211" y="3038229"/>
          <a:ext cx="477757" cy="311580"/>
        </a:xfrm>
        <a:custGeom>
          <a:avLst/>
          <a:gdLst/>
          <a:ahLst/>
          <a:cxnLst/>
          <a:rect l="0" t="0" r="0" b="0"/>
          <a:pathLst>
            <a:path>
              <a:moveTo>
                <a:pt x="0" y="0"/>
              </a:moveTo>
              <a:lnTo>
                <a:pt x="0" y="311580"/>
              </a:lnTo>
              <a:lnTo>
                <a:pt x="477757" y="3115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6B6B36-38CA-49F8-8F8D-01A9A997979D}">
      <dsp:nvSpPr>
        <dsp:cNvPr id="0" name=""/>
        <dsp:cNvSpPr/>
      </dsp:nvSpPr>
      <dsp:spPr>
        <a:xfrm>
          <a:off x="4294211" y="2300821"/>
          <a:ext cx="1256708" cy="218106"/>
        </a:xfrm>
        <a:custGeom>
          <a:avLst/>
          <a:gdLst/>
          <a:ahLst/>
          <a:cxnLst/>
          <a:rect l="0" t="0" r="0" b="0"/>
          <a:pathLst>
            <a:path>
              <a:moveTo>
                <a:pt x="1256708" y="0"/>
              </a:moveTo>
              <a:lnTo>
                <a:pt x="1256708" y="109053"/>
              </a:lnTo>
              <a:lnTo>
                <a:pt x="0" y="109053"/>
              </a:lnTo>
              <a:lnTo>
                <a:pt x="0"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8868E4-CF03-4056-BDB3-D6E8EBBDDF2E}">
      <dsp:nvSpPr>
        <dsp:cNvPr id="0" name=""/>
        <dsp:cNvSpPr/>
      </dsp:nvSpPr>
      <dsp:spPr>
        <a:xfrm>
          <a:off x="4922565" y="1563414"/>
          <a:ext cx="628354" cy="218106"/>
        </a:xfrm>
        <a:custGeom>
          <a:avLst/>
          <a:gdLst/>
          <a:ahLst/>
          <a:cxnLst/>
          <a:rect l="0" t="0" r="0" b="0"/>
          <a:pathLst>
            <a:path>
              <a:moveTo>
                <a:pt x="0" y="0"/>
              </a:moveTo>
              <a:lnTo>
                <a:pt x="0" y="109053"/>
              </a:lnTo>
              <a:lnTo>
                <a:pt x="628354" y="109053"/>
              </a:lnTo>
              <a:lnTo>
                <a:pt x="628354" y="2181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49ED69-FAC0-994F-9988-C28400C3D880}">
      <dsp:nvSpPr>
        <dsp:cNvPr id="0" name=""/>
        <dsp:cNvSpPr/>
      </dsp:nvSpPr>
      <dsp:spPr>
        <a:xfrm>
          <a:off x="3037502" y="3038229"/>
          <a:ext cx="477757" cy="1048988"/>
        </a:xfrm>
        <a:custGeom>
          <a:avLst/>
          <a:gdLst/>
          <a:ahLst/>
          <a:cxnLst/>
          <a:rect l="0" t="0" r="0" b="0"/>
          <a:pathLst>
            <a:path>
              <a:moveTo>
                <a:pt x="0" y="0"/>
              </a:moveTo>
              <a:lnTo>
                <a:pt x="0" y="1048988"/>
              </a:lnTo>
              <a:lnTo>
                <a:pt x="477757" y="10489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149CB0-5AC6-D146-AF8E-6FD7738F6DAE}">
      <dsp:nvSpPr>
        <dsp:cNvPr id="0" name=""/>
        <dsp:cNvSpPr/>
      </dsp:nvSpPr>
      <dsp:spPr>
        <a:xfrm>
          <a:off x="3037502" y="3038229"/>
          <a:ext cx="477757" cy="311580"/>
        </a:xfrm>
        <a:custGeom>
          <a:avLst/>
          <a:gdLst/>
          <a:ahLst/>
          <a:cxnLst/>
          <a:rect l="0" t="0" r="0" b="0"/>
          <a:pathLst>
            <a:path>
              <a:moveTo>
                <a:pt x="0" y="0"/>
              </a:moveTo>
              <a:lnTo>
                <a:pt x="0" y="311580"/>
              </a:lnTo>
              <a:lnTo>
                <a:pt x="477757" y="3115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AF8AC6-04F3-064C-89AE-2F21A38AB92F}">
      <dsp:nvSpPr>
        <dsp:cNvPr id="0" name=""/>
        <dsp:cNvSpPr/>
      </dsp:nvSpPr>
      <dsp:spPr>
        <a:xfrm>
          <a:off x="2991782" y="2300821"/>
          <a:ext cx="91440" cy="218106"/>
        </a:xfrm>
        <a:custGeom>
          <a:avLst/>
          <a:gdLst/>
          <a:ahLst/>
          <a:cxnLst/>
          <a:rect l="0" t="0" r="0" b="0"/>
          <a:pathLst>
            <a:path>
              <a:moveTo>
                <a:pt x="45720" y="0"/>
              </a:moveTo>
              <a:lnTo>
                <a:pt x="45720"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C91801-154C-3643-93CA-9F0915132867}">
      <dsp:nvSpPr>
        <dsp:cNvPr id="0" name=""/>
        <dsp:cNvSpPr/>
      </dsp:nvSpPr>
      <dsp:spPr>
        <a:xfrm>
          <a:off x="3037502" y="1563414"/>
          <a:ext cx="1885063" cy="218106"/>
        </a:xfrm>
        <a:custGeom>
          <a:avLst/>
          <a:gdLst/>
          <a:ahLst/>
          <a:cxnLst/>
          <a:rect l="0" t="0" r="0" b="0"/>
          <a:pathLst>
            <a:path>
              <a:moveTo>
                <a:pt x="1885063" y="0"/>
              </a:moveTo>
              <a:lnTo>
                <a:pt x="1885063" y="109053"/>
              </a:lnTo>
              <a:lnTo>
                <a:pt x="0" y="109053"/>
              </a:lnTo>
              <a:lnTo>
                <a:pt x="0" y="2181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31B11F-2586-8D45-BB42-8E1AF6B6D6CC}">
      <dsp:nvSpPr>
        <dsp:cNvPr id="0" name=""/>
        <dsp:cNvSpPr/>
      </dsp:nvSpPr>
      <dsp:spPr>
        <a:xfrm>
          <a:off x="1780793" y="3038229"/>
          <a:ext cx="477757" cy="311580"/>
        </a:xfrm>
        <a:custGeom>
          <a:avLst/>
          <a:gdLst/>
          <a:ahLst/>
          <a:cxnLst/>
          <a:rect l="0" t="0" r="0" b="0"/>
          <a:pathLst>
            <a:path>
              <a:moveTo>
                <a:pt x="0" y="0"/>
              </a:moveTo>
              <a:lnTo>
                <a:pt x="0" y="311580"/>
              </a:lnTo>
              <a:lnTo>
                <a:pt x="477757" y="3115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450943-6C18-5E4D-A7BF-F7017FB44FD4}">
      <dsp:nvSpPr>
        <dsp:cNvPr id="0" name=""/>
        <dsp:cNvSpPr/>
      </dsp:nvSpPr>
      <dsp:spPr>
        <a:xfrm>
          <a:off x="1152439" y="2300821"/>
          <a:ext cx="628354" cy="218106"/>
        </a:xfrm>
        <a:custGeom>
          <a:avLst/>
          <a:gdLst/>
          <a:ahLst/>
          <a:cxnLst/>
          <a:rect l="0" t="0" r="0" b="0"/>
          <a:pathLst>
            <a:path>
              <a:moveTo>
                <a:pt x="0" y="0"/>
              </a:moveTo>
              <a:lnTo>
                <a:pt x="0" y="109053"/>
              </a:lnTo>
              <a:lnTo>
                <a:pt x="628354" y="109053"/>
              </a:lnTo>
              <a:lnTo>
                <a:pt x="628354"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D7A7AA-F0E9-BE43-963D-49A5A8CB905A}">
      <dsp:nvSpPr>
        <dsp:cNvPr id="0" name=""/>
        <dsp:cNvSpPr/>
      </dsp:nvSpPr>
      <dsp:spPr>
        <a:xfrm>
          <a:off x="524084" y="3038229"/>
          <a:ext cx="477757" cy="308562"/>
        </a:xfrm>
        <a:custGeom>
          <a:avLst/>
          <a:gdLst/>
          <a:ahLst/>
          <a:cxnLst/>
          <a:rect l="0" t="0" r="0" b="0"/>
          <a:pathLst>
            <a:path>
              <a:moveTo>
                <a:pt x="0" y="0"/>
              </a:moveTo>
              <a:lnTo>
                <a:pt x="0" y="308562"/>
              </a:lnTo>
              <a:lnTo>
                <a:pt x="477757" y="3085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8F260D-9947-6344-BF03-00184C4A0139}">
      <dsp:nvSpPr>
        <dsp:cNvPr id="0" name=""/>
        <dsp:cNvSpPr/>
      </dsp:nvSpPr>
      <dsp:spPr>
        <a:xfrm>
          <a:off x="524084" y="2300821"/>
          <a:ext cx="628354" cy="218106"/>
        </a:xfrm>
        <a:custGeom>
          <a:avLst/>
          <a:gdLst/>
          <a:ahLst/>
          <a:cxnLst/>
          <a:rect l="0" t="0" r="0" b="0"/>
          <a:pathLst>
            <a:path>
              <a:moveTo>
                <a:pt x="628354" y="0"/>
              </a:moveTo>
              <a:lnTo>
                <a:pt x="628354" y="109053"/>
              </a:lnTo>
              <a:lnTo>
                <a:pt x="0" y="109053"/>
              </a:lnTo>
              <a:lnTo>
                <a:pt x="0" y="2181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8877DC-7336-464B-9815-5C0055AD1FD4}">
      <dsp:nvSpPr>
        <dsp:cNvPr id="0" name=""/>
        <dsp:cNvSpPr/>
      </dsp:nvSpPr>
      <dsp:spPr>
        <a:xfrm>
          <a:off x="1152439" y="1563414"/>
          <a:ext cx="3770126" cy="218106"/>
        </a:xfrm>
        <a:custGeom>
          <a:avLst/>
          <a:gdLst/>
          <a:ahLst/>
          <a:cxnLst/>
          <a:rect l="0" t="0" r="0" b="0"/>
          <a:pathLst>
            <a:path>
              <a:moveTo>
                <a:pt x="3770126" y="0"/>
              </a:moveTo>
              <a:lnTo>
                <a:pt x="3770126" y="109053"/>
              </a:lnTo>
              <a:lnTo>
                <a:pt x="0" y="109053"/>
              </a:lnTo>
              <a:lnTo>
                <a:pt x="0" y="2181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A5B1A9-1EBA-8C41-A919-8E002D318711}">
      <dsp:nvSpPr>
        <dsp:cNvPr id="0" name=""/>
        <dsp:cNvSpPr/>
      </dsp:nvSpPr>
      <dsp:spPr>
        <a:xfrm>
          <a:off x="4662915" y="1044113"/>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A7CA9B-4EE5-BB44-B1D9-FF8554D90DDC}">
      <dsp:nvSpPr>
        <dsp:cNvPr id="0" name=""/>
        <dsp:cNvSpPr/>
      </dsp:nvSpPr>
      <dsp:spPr>
        <a:xfrm>
          <a:off x="4662915" y="1044113"/>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B6835E-E397-6A4C-A518-AEEC16611B70}">
      <dsp:nvSpPr>
        <dsp:cNvPr id="0" name=""/>
        <dsp:cNvSpPr/>
      </dsp:nvSpPr>
      <dsp:spPr>
        <a:xfrm>
          <a:off x="4403264" y="1137587"/>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Machine Learning</a:t>
          </a:r>
        </a:p>
      </dsp:txBody>
      <dsp:txXfrm>
        <a:off x="4403264" y="1137587"/>
        <a:ext cx="1038602" cy="332352"/>
      </dsp:txXfrm>
    </dsp:sp>
    <dsp:sp modelId="{7B12E7EB-9A8F-8442-9D1A-CB35B91A9ECE}">
      <dsp:nvSpPr>
        <dsp:cNvPr id="0" name=""/>
        <dsp:cNvSpPr/>
      </dsp:nvSpPr>
      <dsp:spPr>
        <a:xfrm>
          <a:off x="892788" y="1781520"/>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B6DD64-519A-9549-8694-4CD59CA8DC1F}">
      <dsp:nvSpPr>
        <dsp:cNvPr id="0" name=""/>
        <dsp:cNvSpPr/>
      </dsp:nvSpPr>
      <dsp:spPr>
        <a:xfrm>
          <a:off x="892788" y="1781520"/>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E7FBA2-37B9-6748-B372-F063B5962BDE}">
      <dsp:nvSpPr>
        <dsp:cNvPr id="0" name=""/>
        <dsp:cNvSpPr/>
      </dsp:nvSpPr>
      <dsp:spPr>
        <a:xfrm>
          <a:off x="633138" y="1874994"/>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Supervised</a:t>
          </a:r>
        </a:p>
      </dsp:txBody>
      <dsp:txXfrm>
        <a:off x="633138" y="1874994"/>
        <a:ext cx="1038602" cy="332352"/>
      </dsp:txXfrm>
    </dsp:sp>
    <dsp:sp modelId="{E16671B3-69D2-3E46-AD61-F0379B7D2474}">
      <dsp:nvSpPr>
        <dsp:cNvPr id="0" name=""/>
        <dsp:cNvSpPr/>
      </dsp:nvSpPr>
      <dsp:spPr>
        <a:xfrm>
          <a:off x="264434"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3527FE-1688-064D-87CA-E870BB41F7CF}">
      <dsp:nvSpPr>
        <dsp:cNvPr id="0" name=""/>
        <dsp:cNvSpPr/>
      </dsp:nvSpPr>
      <dsp:spPr>
        <a:xfrm>
          <a:off x="264434"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10C15E-FA6A-0A4B-9A2D-F8A2D959BBAF}">
      <dsp:nvSpPr>
        <dsp:cNvPr id="0" name=""/>
        <dsp:cNvSpPr/>
      </dsp:nvSpPr>
      <dsp:spPr>
        <a:xfrm>
          <a:off x="4783"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Continuous</a:t>
          </a:r>
        </a:p>
      </dsp:txBody>
      <dsp:txXfrm>
        <a:off x="4783" y="2612402"/>
        <a:ext cx="1038602" cy="332352"/>
      </dsp:txXfrm>
    </dsp:sp>
    <dsp:sp modelId="{E0F12F87-E321-6C48-8C2A-7E72F4F6B1E2}">
      <dsp:nvSpPr>
        <dsp:cNvPr id="0" name=""/>
        <dsp:cNvSpPr/>
      </dsp:nvSpPr>
      <dsp:spPr>
        <a:xfrm>
          <a:off x="939525" y="325331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3CADC5-5022-3D43-9071-F1B42DADB31B}">
      <dsp:nvSpPr>
        <dsp:cNvPr id="0" name=""/>
        <dsp:cNvSpPr/>
      </dsp:nvSpPr>
      <dsp:spPr>
        <a:xfrm>
          <a:off x="939525" y="325331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4C9970-95A9-3841-A226-05833C13BAAA}">
      <dsp:nvSpPr>
        <dsp:cNvPr id="0" name=""/>
        <dsp:cNvSpPr/>
      </dsp:nvSpPr>
      <dsp:spPr>
        <a:xfrm>
          <a:off x="679875" y="334679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Regression</a:t>
          </a:r>
        </a:p>
      </dsp:txBody>
      <dsp:txXfrm>
        <a:off x="679875" y="3346792"/>
        <a:ext cx="1038602" cy="332352"/>
      </dsp:txXfrm>
    </dsp:sp>
    <dsp:sp modelId="{D8A19131-3AB0-B34C-A5DA-8C9AB11A1812}">
      <dsp:nvSpPr>
        <dsp:cNvPr id="0" name=""/>
        <dsp:cNvSpPr/>
      </dsp:nvSpPr>
      <dsp:spPr>
        <a:xfrm>
          <a:off x="1521143"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814F52-10ED-E949-8353-209EAA227305}">
      <dsp:nvSpPr>
        <dsp:cNvPr id="0" name=""/>
        <dsp:cNvSpPr/>
      </dsp:nvSpPr>
      <dsp:spPr>
        <a:xfrm>
          <a:off x="1521143"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1657E4-6FDA-3F41-896D-143F48055FAB}">
      <dsp:nvSpPr>
        <dsp:cNvPr id="0" name=""/>
        <dsp:cNvSpPr/>
      </dsp:nvSpPr>
      <dsp:spPr>
        <a:xfrm>
          <a:off x="1261492"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Discrete</a:t>
          </a:r>
        </a:p>
      </dsp:txBody>
      <dsp:txXfrm>
        <a:off x="1261492" y="2612402"/>
        <a:ext cx="1038602" cy="332352"/>
      </dsp:txXfrm>
    </dsp:sp>
    <dsp:sp modelId="{516251E6-490C-D74D-8531-4A7BCA24BB23}">
      <dsp:nvSpPr>
        <dsp:cNvPr id="0" name=""/>
        <dsp:cNvSpPr/>
      </dsp:nvSpPr>
      <dsp:spPr>
        <a:xfrm>
          <a:off x="2196234" y="3256336"/>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C5AD58-12C1-4F4E-9D66-BE10B9683101}">
      <dsp:nvSpPr>
        <dsp:cNvPr id="0" name=""/>
        <dsp:cNvSpPr/>
      </dsp:nvSpPr>
      <dsp:spPr>
        <a:xfrm>
          <a:off x="2196234" y="3256336"/>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EF2953-F756-664F-A819-0F8B2FDBD03A}">
      <dsp:nvSpPr>
        <dsp:cNvPr id="0" name=""/>
        <dsp:cNvSpPr/>
      </dsp:nvSpPr>
      <dsp:spPr>
        <a:xfrm>
          <a:off x="1936584" y="3349810"/>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Classification</a:t>
          </a:r>
        </a:p>
      </dsp:txBody>
      <dsp:txXfrm>
        <a:off x="1936584" y="3349810"/>
        <a:ext cx="1038602" cy="332352"/>
      </dsp:txXfrm>
    </dsp:sp>
    <dsp:sp modelId="{94F5802C-723B-334E-BE72-B105274FD2AD}">
      <dsp:nvSpPr>
        <dsp:cNvPr id="0" name=""/>
        <dsp:cNvSpPr/>
      </dsp:nvSpPr>
      <dsp:spPr>
        <a:xfrm>
          <a:off x="2777851" y="1781520"/>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0DF9BB-6C21-BA46-8EAC-11DFE33E083A}">
      <dsp:nvSpPr>
        <dsp:cNvPr id="0" name=""/>
        <dsp:cNvSpPr/>
      </dsp:nvSpPr>
      <dsp:spPr>
        <a:xfrm>
          <a:off x="2777851" y="1781520"/>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29E6C5-5C88-6C4D-B9D0-23A6EFF9D581}">
      <dsp:nvSpPr>
        <dsp:cNvPr id="0" name=""/>
        <dsp:cNvSpPr/>
      </dsp:nvSpPr>
      <dsp:spPr>
        <a:xfrm>
          <a:off x="2518201" y="1874994"/>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Unsupervised</a:t>
          </a:r>
        </a:p>
      </dsp:txBody>
      <dsp:txXfrm>
        <a:off x="2518201" y="1874994"/>
        <a:ext cx="1038602" cy="332352"/>
      </dsp:txXfrm>
    </dsp:sp>
    <dsp:sp modelId="{815D5822-9FA1-5641-80E9-B85CB951CBBC}">
      <dsp:nvSpPr>
        <dsp:cNvPr id="0" name=""/>
        <dsp:cNvSpPr/>
      </dsp:nvSpPr>
      <dsp:spPr>
        <a:xfrm>
          <a:off x="2777851"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69EA4E-55C5-EA43-8CEB-144606BCBEEC}">
      <dsp:nvSpPr>
        <dsp:cNvPr id="0" name=""/>
        <dsp:cNvSpPr/>
      </dsp:nvSpPr>
      <dsp:spPr>
        <a:xfrm>
          <a:off x="2777851"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B7C179-E84A-B948-9F2F-E1E13D67D9C1}">
      <dsp:nvSpPr>
        <dsp:cNvPr id="0" name=""/>
        <dsp:cNvSpPr/>
      </dsp:nvSpPr>
      <dsp:spPr>
        <a:xfrm>
          <a:off x="2518201"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No target variable</a:t>
          </a:r>
        </a:p>
      </dsp:txBody>
      <dsp:txXfrm>
        <a:off x="2518201" y="2612402"/>
        <a:ext cx="1038602" cy="332352"/>
      </dsp:txXfrm>
    </dsp:sp>
    <dsp:sp modelId="{C7897092-8BE1-CA45-A861-1B08C9F0A405}">
      <dsp:nvSpPr>
        <dsp:cNvPr id="0" name=""/>
        <dsp:cNvSpPr/>
      </dsp:nvSpPr>
      <dsp:spPr>
        <a:xfrm>
          <a:off x="3452943" y="3256336"/>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4D9C22-742F-9742-96D0-ADE5310A8F3F}">
      <dsp:nvSpPr>
        <dsp:cNvPr id="0" name=""/>
        <dsp:cNvSpPr/>
      </dsp:nvSpPr>
      <dsp:spPr>
        <a:xfrm>
          <a:off x="3452943" y="3256336"/>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7EB879-8367-8141-B523-DE96DC24693A}">
      <dsp:nvSpPr>
        <dsp:cNvPr id="0" name=""/>
        <dsp:cNvSpPr/>
      </dsp:nvSpPr>
      <dsp:spPr>
        <a:xfrm>
          <a:off x="3193292" y="3349810"/>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Clustering</a:t>
          </a:r>
        </a:p>
      </dsp:txBody>
      <dsp:txXfrm>
        <a:off x="3193292" y="3349810"/>
        <a:ext cx="1038602" cy="332352"/>
      </dsp:txXfrm>
    </dsp:sp>
    <dsp:sp modelId="{001D0016-BC9E-794C-8999-747FB494C307}">
      <dsp:nvSpPr>
        <dsp:cNvPr id="0" name=""/>
        <dsp:cNvSpPr/>
      </dsp:nvSpPr>
      <dsp:spPr>
        <a:xfrm>
          <a:off x="3452943" y="3993743"/>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653317-D710-0142-97A4-7FAA235F623D}">
      <dsp:nvSpPr>
        <dsp:cNvPr id="0" name=""/>
        <dsp:cNvSpPr/>
      </dsp:nvSpPr>
      <dsp:spPr>
        <a:xfrm>
          <a:off x="3452943" y="3993743"/>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FACFAC-6CCA-6C41-9BDC-4BDAE1AE44F6}">
      <dsp:nvSpPr>
        <dsp:cNvPr id="0" name=""/>
        <dsp:cNvSpPr/>
      </dsp:nvSpPr>
      <dsp:spPr>
        <a:xfrm>
          <a:off x="3193292" y="4087217"/>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Association</a:t>
          </a:r>
        </a:p>
      </dsp:txBody>
      <dsp:txXfrm>
        <a:off x="3193292" y="4087217"/>
        <a:ext cx="1038602" cy="332352"/>
      </dsp:txXfrm>
    </dsp:sp>
    <dsp:sp modelId="{20966839-5C09-4D49-A1F8-70E648EE9F8A}">
      <dsp:nvSpPr>
        <dsp:cNvPr id="0" name=""/>
        <dsp:cNvSpPr/>
      </dsp:nvSpPr>
      <dsp:spPr>
        <a:xfrm>
          <a:off x="5291269" y="1781520"/>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C4EE9C-3609-4126-AC3B-9290DE375B76}">
      <dsp:nvSpPr>
        <dsp:cNvPr id="0" name=""/>
        <dsp:cNvSpPr/>
      </dsp:nvSpPr>
      <dsp:spPr>
        <a:xfrm>
          <a:off x="5291269" y="1781520"/>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CD55D2-64D3-4812-918F-ED028200EB76}">
      <dsp:nvSpPr>
        <dsp:cNvPr id="0" name=""/>
        <dsp:cNvSpPr/>
      </dsp:nvSpPr>
      <dsp:spPr>
        <a:xfrm>
          <a:off x="5031618" y="1874994"/>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Semi-supervised</a:t>
          </a:r>
        </a:p>
      </dsp:txBody>
      <dsp:txXfrm>
        <a:off x="5031618" y="1874994"/>
        <a:ext cx="1038602" cy="332352"/>
      </dsp:txXfrm>
    </dsp:sp>
    <dsp:sp modelId="{234DE4A4-6C42-45F3-AB9B-11BBE119A3A0}">
      <dsp:nvSpPr>
        <dsp:cNvPr id="0" name=""/>
        <dsp:cNvSpPr/>
      </dsp:nvSpPr>
      <dsp:spPr>
        <a:xfrm>
          <a:off x="4034560"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752E8-1C36-4AB5-9917-41FD2711B016}">
      <dsp:nvSpPr>
        <dsp:cNvPr id="0" name=""/>
        <dsp:cNvSpPr/>
      </dsp:nvSpPr>
      <dsp:spPr>
        <a:xfrm>
          <a:off x="4034560"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84D258-26C5-4E00-BA8B-73D063BD156E}">
      <dsp:nvSpPr>
        <dsp:cNvPr id="0" name=""/>
        <dsp:cNvSpPr/>
      </dsp:nvSpPr>
      <dsp:spPr>
        <a:xfrm>
          <a:off x="3774910"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Continuous</a:t>
          </a:r>
        </a:p>
      </dsp:txBody>
      <dsp:txXfrm>
        <a:off x="3774910" y="2612402"/>
        <a:ext cx="1038602" cy="332352"/>
      </dsp:txXfrm>
    </dsp:sp>
    <dsp:sp modelId="{8059E9CC-20FF-4029-93DA-E1E8D791A9B5}">
      <dsp:nvSpPr>
        <dsp:cNvPr id="0" name=""/>
        <dsp:cNvSpPr/>
      </dsp:nvSpPr>
      <dsp:spPr>
        <a:xfrm>
          <a:off x="4709652" y="3256336"/>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AAC98C-7B30-4594-A1EC-7186B03E0460}">
      <dsp:nvSpPr>
        <dsp:cNvPr id="0" name=""/>
        <dsp:cNvSpPr/>
      </dsp:nvSpPr>
      <dsp:spPr>
        <a:xfrm>
          <a:off x="4709652" y="3256336"/>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71E287-01B7-4A92-AF8E-9D0C3692F38F}">
      <dsp:nvSpPr>
        <dsp:cNvPr id="0" name=""/>
        <dsp:cNvSpPr/>
      </dsp:nvSpPr>
      <dsp:spPr>
        <a:xfrm>
          <a:off x="4450001" y="3349810"/>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Regression</a:t>
          </a:r>
        </a:p>
      </dsp:txBody>
      <dsp:txXfrm>
        <a:off x="4450001" y="3349810"/>
        <a:ext cx="1038602" cy="332352"/>
      </dsp:txXfrm>
    </dsp:sp>
    <dsp:sp modelId="{DFD9CCD0-E2A8-4E6B-9289-60AAEBF6041F}">
      <dsp:nvSpPr>
        <dsp:cNvPr id="0" name=""/>
        <dsp:cNvSpPr/>
      </dsp:nvSpPr>
      <dsp:spPr>
        <a:xfrm>
          <a:off x="5291269"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6FBF8E-D330-4CEE-B00E-C9F39AE5190D}">
      <dsp:nvSpPr>
        <dsp:cNvPr id="0" name=""/>
        <dsp:cNvSpPr/>
      </dsp:nvSpPr>
      <dsp:spPr>
        <a:xfrm>
          <a:off x="5291269"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1AEE09-7177-4F47-98CF-7A047357A52D}">
      <dsp:nvSpPr>
        <dsp:cNvPr id="0" name=""/>
        <dsp:cNvSpPr/>
      </dsp:nvSpPr>
      <dsp:spPr>
        <a:xfrm>
          <a:off x="5031618"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Discrete</a:t>
          </a:r>
        </a:p>
      </dsp:txBody>
      <dsp:txXfrm>
        <a:off x="5031618" y="2612402"/>
        <a:ext cx="1038602" cy="332352"/>
      </dsp:txXfrm>
    </dsp:sp>
    <dsp:sp modelId="{AD689D22-CC72-4748-9904-DFA08A0FE1E6}">
      <dsp:nvSpPr>
        <dsp:cNvPr id="0" name=""/>
        <dsp:cNvSpPr/>
      </dsp:nvSpPr>
      <dsp:spPr>
        <a:xfrm>
          <a:off x="5966361" y="3256336"/>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200C16-7DA4-43F9-8031-D12E87D9AAF9}">
      <dsp:nvSpPr>
        <dsp:cNvPr id="0" name=""/>
        <dsp:cNvSpPr/>
      </dsp:nvSpPr>
      <dsp:spPr>
        <a:xfrm>
          <a:off x="5966361" y="3256336"/>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1FD34-D702-4CBC-BCD4-5A1444C5B0DE}">
      <dsp:nvSpPr>
        <dsp:cNvPr id="0" name=""/>
        <dsp:cNvSpPr/>
      </dsp:nvSpPr>
      <dsp:spPr>
        <a:xfrm>
          <a:off x="5706710" y="3349810"/>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Classification</a:t>
          </a:r>
        </a:p>
      </dsp:txBody>
      <dsp:txXfrm>
        <a:off x="5706710" y="3349810"/>
        <a:ext cx="1038602" cy="332352"/>
      </dsp:txXfrm>
    </dsp:sp>
    <dsp:sp modelId="{0C0FC5DC-1411-4309-B195-DEC7FF7F438C}">
      <dsp:nvSpPr>
        <dsp:cNvPr id="0" name=""/>
        <dsp:cNvSpPr/>
      </dsp:nvSpPr>
      <dsp:spPr>
        <a:xfrm>
          <a:off x="6547978"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9E9AAD-67B7-45E0-A252-0416276F20BF}">
      <dsp:nvSpPr>
        <dsp:cNvPr id="0" name=""/>
        <dsp:cNvSpPr/>
      </dsp:nvSpPr>
      <dsp:spPr>
        <a:xfrm>
          <a:off x="6547978"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D11A55-1E5E-4AEB-9F4C-8BFB1BAF2DF2}">
      <dsp:nvSpPr>
        <dsp:cNvPr id="0" name=""/>
        <dsp:cNvSpPr/>
      </dsp:nvSpPr>
      <dsp:spPr>
        <a:xfrm>
          <a:off x="6288327"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No target variable</a:t>
          </a:r>
        </a:p>
      </dsp:txBody>
      <dsp:txXfrm>
        <a:off x="6288327" y="2612402"/>
        <a:ext cx="1038602" cy="332352"/>
      </dsp:txXfrm>
    </dsp:sp>
    <dsp:sp modelId="{FDCE445E-9330-4378-96B4-A89F8B39578E}">
      <dsp:nvSpPr>
        <dsp:cNvPr id="0" name=""/>
        <dsp:cNvSpPr/>
      </dsp:nvSpPr>
      <dsp:spPr>
        <a:xfrm>
          <a:off x="7223069" y="3256336"/>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0C048-B3B4-4CEC-A728-00224FF9DAB6}">
      <dsp:nvSpPr>
        <dsp:cNvPr id="0" name=""/>
        <dsp:cNvSpPr/>
      </dsp:nvSpPr>
      <dsp:spPr>
        <a:xfrm>
          <a:off x="7223069" y="3256336"/>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6ED6DA-A41B-414A-B9EF-2D8403A4E88F}">
      <dsp:nvSpPr>
        <dsp:cNvPr id="0" name=""/>
        <dsp:cNvSpPr/>
      </dsp:nvSpPr>
      <dsp:spPr>
        <a:xfrm>
          <a:off x="6963419" y="3349810"/>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Clustering</a:t>
          </a:r>
        </a:p>
      </dsp:txBody>
      <dsp:txXfrm>
        <a:off x="6963419" y="3349810"/>
        <a:ext cx="1038602" cy="332352"/>
      </dsp:txXfrm>
    </dsp:sp>
    <dsp:sp modelId="{B27D4E19-5340-504C-B6FF-5D12B4BD84EB}">
      <dsp:nvSpPr>
        <dsp:cNvPr id="0" name=""/>
        <dsp:cNvSpPr/>
      </dsp:nvSpPr>
      <dsp:spPr>
        <a:xfrm>
          <a:off x="8433041" y="1781520"/>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40EBB9-233A-E84F-ADB4-F0FDD7FED0D3}">
      <dsp:nvSpPr>
        <dsp:cNvPr id="0" name=""/>
        <dsp:cNvSpPr/>
      </dsp:nvSpPr>
      <dsp:spPr>
        <a:xfrm>
          <a:off x="8433041" y="1781520"/>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1BECA3-33FC-5A4D-B749-3EE4EF470EF9}">
      <dsp:nvSpPr>
        <dsp:cNvPr id="0" name=""/>
        <dsp:cNvSpPr/>
      </dsp:nvSpPr>
      <dsp:spPr>
        <a:xfrm>
          <a:off x="8173391" y="1874994"/>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Reinforcement</a:t>
          </a:r>
        </a:p>
      </dsp:txBody>
      <dsp:txXfrm>
        <a:off x="8173391" y="1874994"/>
        <a:ext cx="1038602" cy="332352"/>
      </dsp:txXfrm>
    </dsp:sp>
    <dsp:sp modelId="{EAEE1D22-59F4-3046-813F-8F5D6D0FDF94}">
      <dsp:nvSpPr>
        <dsp:cNvPr id="0" name=""/>
        <dsp:cNvSpPr/>
      </dsp:nvSpPr>
      <dsp:spPr>
        <a:xfrm>
          <a:off x="7804687"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E30816-191F-EA40-A386-4843967EE9F4}">
      <dsp:nvSpPr>
        <dsp:cNvPr id="0" name=""/>
        <dsp:cNvSpPr/>
      </dsp:nvSpPr>
      <dsp:spPr>
        <a:xfrm>
          <a:off x="7804687"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95A39A-6911-744D-8C4E-A1373FF5B93E}">
      <dsp:nvSpPr>
        <dsp:cNvPr id="0" name=""/>
        <dsp:cNvSpPr/>
      </dsp:nvSpPr>
      <dsp:spPr>
        <a:xfrm>
          <a:off x="7545036"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Continuous</a:t>
          </a:r>
        </a:p>
      </dsp:txBody>
      <dsp:txXfrm>
        <a:off x="7545036" y="2612402"/>
        <a:ext cx="1038602" cy="332352"/>
      </dsp:txXfrm>
    </dsp:sp>
    <dsp:sp modelId="{7FC68C49-2AA9-ED42-9DEB-B3A645909CA9}">
      <dsp:nvSpPr>
        <dsp:cNvPr id="0" name=""/>
        <dsp:cNvSpPr/>
      </dsp:nvSpPr>
      <dsp:spPr>
        <a:xfrm>
          <a:off x="8479778" y="3256336"/>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CED281-3E4F-8F42-8CC3-621FFEC77BB7}">
      <dsp:nvSpPr>
        <dsp:cNvPr id="0" name=""/>
        <dsp:cNvSpPr/>
      </dsp:nvSpPr>
      <dsp:spPr>
        <a:xfrm>
          <a:off x="8479778" y="3256336"/>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0D23AA-F431-1047-BE47-CACAFD657190}">
      <dsp:nvSpPr>
        <dsp:cNvPr id="0" name=""/>
        <dsp:cNvSpPr/>
      </dsp:nvSpPr>
      <dsp:spPr>
        <a:xfrm>
          <a:off x="8220128" y="3349810"/>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Classification</a:t>
          </a:r>
        </a:p>
      </dsp:txBody>
      <dsp:txXfrm>
        <a:off x="8220128" y="3349810"/>
        <a:ext cx="1038602" cy="332352"/>
      </dsp:txXfrm>
    </dsp:sp>
    <dsp:sp modelId="{5AB71226-62A5-0F48-A5CE-AA2393034A39}">
      <dsp:nvSpPr>
        <dsp:cNvPr id="0" name=""/>
        <dsp:cNvSpPr/>
      </dsp:nvSpPr>
      <dsp:spPr>
        <a:xfrm>
          <a:off x="9061396" y="2518928"/>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5409C7-0596-5240-B923-63F1961FDBD5}">
      <dsp:nvSpPr>
        <dsp:cNvPr id="0" name=""/>
        <dsp:cNvSpPr/>
      </dsp:nvSpPr>
      <dsp:spPr>
        <a:xfrm>
          <a:off x="9061396" y="2518928"/>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B13B58-321C-3446-BD56-C72A9140A468}">
      <dsp:nvSpPr>
        <dsp:cNvPr id="0" name=""/>
        <dsp:cNvSpPr/>
      </dsp:nvSpPr>
      <dsp:spPr>
        <a:xfrm>
          <a:off x="8801745" y="2612402"/>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No target variable</a:t>
          </a:r>
        </a:p>
      </dsp:txBody>
      <dsp:txXfrm>
        <a:off x="8801745" y="2612402"/>
        <a:ext cx="1038602" cy="332352"/>
      </dsp:txXfrm>
    </dsp:sp>
    <dsp:sp modelId="{0648A4E5-C394-2047-BD72-9D47AC151D8D}">
      <dsp:nvSpPr>
        <dsp:cNvPr id="0" name=""/>
        <dsp:cNvSpPr/>
      </dsp:nvSpPr>
      <dsp:spPr>
        <a:xfrm>
          <a:off x="9736487" y="3256336"/>
          <a:ext cx="519301" cy="519301"/>
        </a:xfrm>
        <a:prstGeom prst="arc">
          <a:avLst>
            <a:gd name="adj1" fmla="val 13200000"/>
            <a:gd name="adj2" fmla="val 192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38475E-BC53-7946-8CE9-E20E27D17B6F}">
      <dsp:nvSpPr>
        <dsp:cNvPr id="0" name=""/>
        <dsp:cNvSpPr/>
      </dsp:nvSpPr>
      <dsp:spPr>
        <a:xfrm>
          <a:off x="9736487" y="3256336"/>
          <a:ext cx="519301" cy="519301"/>
        </a:xfrm>
        <a:prstGeom prst="arc">
          <a:avLst>
            <a:gd name="adj1" fmla="val 2400000"/>
            <a:gd name="adj2" fmla="val 840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1B54B5-F6A7-F14E-8BD8-A8E48A289B54}">
      <dsp:nvSpPr>
        <dsp:cNvPr id="0" name=""/>
        <dsp:cNvSpPr/>
      </dsp:nvSpPr>
      <dsp:spPr>
        <a:xfrm>
          <a:off x="9476836" y="3349810"/>
          <a:ext cx="1038602" cy="33235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Control</a:t>
          </a:r>
        </a:p>
      </dsp:txBody>
      <dsp:txXfrm>
        <a:off x="9476836" y="3349810"/>
        <a:ext cx="1038602" cy="33235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a:t>
            </a:fld>
            <a:endParaRPr lang="en-US" dirty="0"/>
          </a:p>
        </p:txBody>
      </p:sp>
    </p:spTree>
    <p:extLst>
      <p:ext uri="{BB962C8B-B14F-4D97-AF65-F5344CB8AC3E}">
        <p14:creationId xmlns:p14="http://schemas.microsoft.com/office/powerpoint/2010/main" val="1164350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a:t>
            </a:fld>
            <a:endParaRPr lang="en-US" dirty="0"/>
          </a:p>
        </p:txBody>
      </p:sp>
    </p:spTree>
    <p:extLst>
      <p:ext uri="{BB962C8B-B14F-4D97-AF65-F5344CB8AC3E}">
        <p14:creationId xmlns:p14="http://schemas.microsoft.com/office/powerpoint/2010/main" val="1187149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6</a:t>
            </a:fld>
            <a:endParaRPr lang="en-US" dirty="0"/>
          </a:p>
        </p:txBody>
      </p:sp>
    </p:spTree>
    <p:extLst>
      <p:ext uri="{BB962C8B-B14F-4D97-AF65-F5344CB8AC3E}">
        <p14:creationId xmlns:p14="http://schemas.microsoft.com/office/powerpoint/2010/main" val="611228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access to the users’ information that Facebook may not have but WhatsApp will have.</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7</a:t>
            </a:fld>
            <a:endParaRPr lang="en-US" dirty="0"/>
          </a:p>
        </p:txBody>
      </p:sp>
    </p:spTree>
    <p:extLst>
      <p:ext uri="{BB962C8B-B14F-4D97-AF65-F5344CB8AC3E}">
        <p14:creationId xmlns:p14="http://schemas.microsoft.com/office/powerpoint/2010/main" val="4073428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17</a:t>
            </a:fld>
            <a:endParaRPr lang="en-US" dirty="0"/>
          </a:p>
        </p:txBody>
      </p:sp>
    </p:spTree>
    <p:extLst>
      <p:ext uri="{BB962C8B-B14F-4D97-AF65-F5344CB8AC3E}">
        <p14:creationId xmlns:p14="http://schemas.microsoft.com/office/powerpoint/2010/main" val="2211910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18</a:t>
            </a:fld>
            <a:endParaRPr lang="en-US" dirty="0"/>
          </a:p>
        </p:txBody>
      </p:sp>
    </p:spTree>
    <p:extLst>
      <p:ext uri="{BB962C8B-B14F-4D97-AF65-F5344CB8AC3E}">
        <p14:creationId xmlns:p14="http://schemas.microsoft.com/office/powerpoint/2010/main" val="236228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2BDA0-78BE-013E-5530-EA7C85A09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03D37-4E1A-4C54-DB04-A93502DE9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C296D-6520-42EE-01ED-697053D038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20F26-0612-F70C-27DE-EDCFD7AC58CD}"/>
              </a:ext>
            </a:extLst>
          </p:cNvPr>
          <p:cNvSpPr>
            <a:spLocks noGrp="1"/>
          </p:cNvSpPr>
          <p:nvPr>
            <p:ph type="sldNum" sz="quarter" idx="5"/>
          </p:nvPr>
        </p:nvSpPr>
        <p:spPr/>
        <p:txBody>
          <a:bodyPr/>
          <a:lstStyle/>
          <a:p>
            <a:fld id="{1FACCC11-19A3-4E27-AB70-5FB3E1779C6E}" type="slidenum">
              <a:rPr lang="en-US" smtClean="0"/>
              <a:t>19</a:t>
            </a:fld>
            <a:endParaRPr lang="en-US" dirty="0"/>
          </a:p>
        </p:txBody>
      </p:sp>
    </p:spTree>
    <p:extLst>
      <p:ext uri="{BB962C8B-B14F-4D97-AF65-F5344CB8AC3E}">
        <p14:creationId xmlns:p14="http://schemas.microsoft.com/office/powerpoint/2010/main" val="1044678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D1872-3AD4-EAA4-B11A-E4133E7DC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2B8AF-2009-3B1D-365B-EAA0AE812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8097D-9AAA-121A-721C-286CA96F2F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0D91B3-C4D1-0026-30BB-7FEABE3FB572}"/>
              </a:ext>
            </a:extLst>
          </p:cNvPr>
          <p:cNvSpPr>
            <a:spLocks noGrp="1"/>
          </p:cNvSpPr>
          <p:nvPr>
            <p:ph type="sldNum" sz="quarter" idx="5"/>
          </p:nvPr>
        </p:nvSpPr>
        <p:spPr/>
        <p:txBody>
          <a:bodyPr/>
          <a:lstStyle/>
          <a:p>
            <a:fld id="{1FACCC11-19A3-4E27-AB70-5FB3E1779C6E}" type="slidenum">
              <a:rPr lang="en-US" smtClean="0"/>
              <a:t>20</a:t>
            </a:fld>
            <a:endParaRPr lang="en-US" dirty="0"/>
          </a:p>
        </p:txBody>
      </p:sp>
    </p:spTree>
    <p:extLst>
      <p:ext uri="{BB962C8B-B14F-4D97-AF65-F5344CB8AC3E}">
        <p14:creationId xmlns:p14="http://schemas.microsoft.com/office/powerpoint/2010/main" val="396404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0E422-05D1-E46F-B879-2ADCBCA38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1C06E-BB7F-8657-2090-9A7D20A7A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83D65-AE2C-5D9E-57C1-F6371B9BFF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9BFDB5-3CDE-996F-0E0A-DB971312BA3B}"/>
              </a:ext>
            </a:extLst>
          </p:cNvPr>
          <p:cNvSpPr>
            <a:spLocks noGrp="1"/>
          </p:cNvSpPr>
          <p:nvPr>
            <p:ph type="sldNum" sz="quarter" idx="5"/>
          </p:nvPr>
        </p:nvSpPr>
        <p:spPr/>
        <p:txBody>
          <a:bodyPr/>
          <a:lstStyle/>
          <a:p>
            <a:fld id="{1FACCC11-19A3-4E27-AB70-5FB3E1779C6E}" type="slidenum">
              <a:rPr lang="en-US" smtClean="0"/>
              <a:t>21</a:t>
            </a:fld>
            <a:endParaRPr lang="en-US" dirty="0"/>
          </a:p>
        </p:txBody>
      </p:sp>
    </p:spTree>
    <p:extLst>
      <p:ext uri="{BB962C8B-B14F-4D97-AF65-F5344CB8AC3E}">
        <p14:creationId xmlns:p14="http://schemas.microsoft.com/office/powerpoint/2010/main" val="779548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2482-D015-2A3B-26CE-FF7E91B40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C2B29-85AF-147B-DC64-C0EC35958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89990-CA26-7C85-0DD1-D1B58158DD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C0BFEC-CAED-3A46-C128-00CC5A694AD7}"/>
              </a:ext>
            </a:extLst>
          </p:cNvPr>
          <p:cNvSpPr>
            <a:spLocks noGrp="1"/>
          </p:cNvSpPr>
          <p:nvPr>
            <p:ph type="sldNum" sz="quarter" idx="5"/>
          </p:nvPr>
        </p:nvSpPr>
        <p:spPr/>
        <p:txBody>
          <a:bodyPr/>
          <a:lstStyle/>
          <a:p>
            <a:fld id="{1FACCC11-19A3-4E27-AB70-5FB3E1779C6E}" type="slidenum">
              <a:rPr lang="en-US" smtClean="0"/>
              <a:t>22</a:t>
            </a:fld>
            <a:endParaRPr lang="en-US" dirty="0"/>
          </a:p>
        </p:txBody>
      </p:sp>
    </p:spTree>
    <p:extLst>
      <p:ext uri="{BB962C8B-B14F-4D97-AF65-F5344CB8AC3E}">
        <p14:creationId xmlns:p14="http://schemas.microsoft.com/office/powerpoint/2010/main" val="2150204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23</a:t>
            </a:fld>
            <a:endParaRPr lang="en-US" dirty="0"/>
          </a:p>
        </p:txBody>
      </p:sp>
    </p:spTree>
    <p:extLst>
      <p:ext uri="{BB962C8B-B14F-4D97-AF65-F5344CB8AC3E}">
        <p14:creationId xmlns:p14="http://schemas.microsoft.com/office/powerpoint/2010/main" val="1392975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ACCC11-19A3-4E27-AB70-5FB3E1779C6E}" type="slidenum">
              <a:rPr lang="en-US" smtClean="0"/>
              <a:t>25</a:t>
            </a:fld>
            <a:endParaRPr lang="en-US" dirty="0"/>
          </a:p>
        </p:txBody>
      </p:sp>
    </p:spTree>
    <p:extLst>
      <p:ext uri="{BB962C8B-B14F-4D97-AF65-F5344CB8AC3E}">
        <p14:creationId xmlns:p14="http://schemas.microsoft.com/office/powerpoint/2010/main" val="3273697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26</a:t>
            </a:fld>
            <a:endParaRPr lang="en-US" dirty="0"/>
          </a:p>
        </p:txBody>
      </p:sp>
    </p:spTree>
    <p:extLst>
      <p:ext uri="{BB962C8B-B14F-4D97-AF65-F5344CB8AC3E}">
        <p14:creationId xmlns:p14="http://schemas.microsoft.com/office/powerpoint/2010/main" val="27077991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27</a:t>
            </a:fld>
            <a:endParaRPr lang="en-US" dirty="0"/>
          </a:p>
        </p:txBody>
      </p:sp>
    </p:spTree>
    <p:extLst>
      <p:ext uri="{BB962C8B-B14F-4D97-AF65-F5344CB8AC3E}">
        <p14:creationId xmlns:p14="http://schemas.microsoft.com/office/powerpoint/2010/main" val="2255685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5E28F-2702-C423-3F74-B132F835C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C1949-C9EB-5AFD-6CE4-30773AB7B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6EB65-5B1A-0523-687E-DF991419119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CEB1FB4-1B32-0507-E4EE-FC7B25C029F4}"/>
              </a:ext>
            </a:extLst>
          </p:cNvPr>
          <p:cNvSpPr>
            <a:spLocks noGrp="1"/>
          </p:cNvSpPr>
          <p:nvPr>
            <p:ph type="sldNum" sz="quarter" idx="10"/>
          </p:nvPr>
        </p:nvSpPr>
        <p:spPr/>
        <p:txBody>
          <a:bodyPr/>
          <a:lstStyle/>
          <a:p>
            <a:fld id="{1FACCC11-19A3-4E27-AB70-5FB3E1779C6E}" type="slidenum">
              <a:rPr lang="en-US" smtClean="0"/>
              <a:t>28</a:t>
            </a:fld>
            <a:endParaRPr lang="en-US" dirty="0"/>
          </a:p>
        </p:txBody>
      </p:sp>
    </p:spTree>
    <p:extLst>
      <p:ext uri="{BB962C8B-B14F-4D97-AF65-F5344CB8AC3E}">
        <p14:creationId xmlns:p14="http://schemas.microsoft.com/office/powerpoint/2010/main" val="132105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FACCC11-19A3-4E27-AB70-5FB3E1779C6E}" type="slidenum">
              <a:rPr lang="en-US" smtClean="0"/>
              <a:t>29</a:t>
            </a:fld>
            <a:endParaRPr lang="en-US" dirty="0"/>
          </a:p>
        </p:txBody>
      </p:sp>
    </p:spTree>
    <p:extLst>
      <p:ext uri="{BB962C8B-B14F-4D97-AF65-F5344CB8AC3E}">
        <p14:creationId xmlns:p14="http://schemas.microsoft.com/office/powerpoint/2010/main" val="333677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supervised machine learning tasks include: Identifying the zip code from handwritten digits on an envelope Here the input is a scan of the handwriting, and the desired output is the actual digits in the zip code. To create a dataset for building a machine learning model, you need to collect many envelopes. Then you can read the zip codes yourself and store the digits as your desired outcomes.</a:t>
            </a:r>
          </a:p>
          <a:p>
            <a:endParaRPr lang="en-US" dirty="0"/>
          </a:p>
          <a:p>
            <a:r>
              <a:rPr lang="en-US" dirty="0"/>
              <a:t>Determining whether a tumor is benign based on a medical image Here the input is the image, and the output is whether the tumor is benign. To create a dataset for building a model, you need a database of medical images. You also need an expert opinion, so a doctor needs to look at all of the images and decide which tumors are benign and which are not. It might even be necessary to do additional diagnosis beyond the content of the image to determine whether the tumor in the image is cancerous or not. </a:t>
            </a:r>
          </a:p>
          <a:p>
            <a:endParaRPr lang="en-US" dirty="0"/>
          </a:p>
          <a:p>
            <a:r>
              <a:rPr lang="en-US" dirty="0"/>
              <a:t>Detecting fraudulent activity in credit card transactions Here the input is a record of the credit card transaction, and the output is whether it is likely to be fraudulent or not. Assuming that you are the entity dis‐ tributing the credit cards, collecting a dataset means storing all transactions and recording if a user reports any transaction as fraudulent. </a:t>
            </a:r>
          </a:p>
        </p:txBody>
      </p:sp>
      <p:sp>
        <p:nvSpPr>
          <p:cNvPr id="4" name="Slide Number Placeholder 3"/>
          <p:cNvSpPr>
            <a:spLocks noGrp="1"/>
          </p:cNvSpPr>
          <p:nvPr>
            <p:ph type="sldNum" sz="quarter" idx="5"/>
          </p:nvPr>
        </p:nvSpPr>
        <p:spPr/>
        <p:txBody>
          <a:bodyPr/>
          <a:lstStyle/>
          <a:p>
            <a:fld id="{1FACCC11-19A3-4E27-AB70-5FB3E1779C6E}" type="slidenum">
              <a:rPr lang="en-US" smtClean="0"/>
              <a:t>30</a:t>
            </a:fld>
            <a:endParaRPr lang="en-US" dirty="0"/>
          </a:p>
        </p:txBody>
      </p:sp>
    </p:spTree>
    <p:extLst>
      <p:ext uri="{BB962C8B-B14F-4D97-AF65-F5344CB8AC3E}">
        <p14:creationId xmlns:p14="http://schemas.microsoft.com/office/powerpoint/2010/main" val="343315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Müller, A. C., &amp; Guido, S. (2016). Introduction to machine learning with python : A guide for data scientists. O'Reilly Media, Incorporated. </a:t>
            </a:r>
          </a:p>
          <a:p>
            <a:endParaRPr lang="en-US" dirty="0"/>
          </a:p>
          <a:p>
            <a:r>
              <a:rPr lang="en-US" dirty="0"/>
              <a:t>Unsupervised algorithms are the other type of algorithm that we will cover in this book. In unsupervised learning, only the input data is known, and no known output data is given to the algorithm. While there are many successful applications of these methods, they are usually harder to understand and evaluate. Examples of </a:t>
            </a:r>
            <a:r>
              <a:rPr lang="en-US" dirty="0" err="1"/>
              <a:t>unsuper</a:t>
            </a:r>
            <a:r>
              <a:rPr lang="en-US" dirty="0"/>
              <a:t>‐ vised learning </a:t>
            </a:r>
            <a:r>
              <a:rPr lang="en-US" dirty="0" err="1"/>
              <a:t>include:Identifying</a:t>
            </a:r>
            <a:r>
              <a:rPr lang="en-US" dirty="0"/>
              <a:t> topics in a set of blog posts If you have a large collection of text data, you might want to summarize it and find prevalent themes in it. You might not know beforehand what these topics are, or how many topics there might be. Therefore, there are no known outputs.</a:t>
            </a:r>
          </a:p>
          <a:p>
            <a:endParaRPr lang="en-US" dirty="0"/>
          </a:p>
          <a:p>
            <a:r>
              <a:rPr lang="en-US" dirty="0"/>
              <a:t>Segmenting customers into groups with similar preferences Given a set of customer records, you might want to identify which customers are similar, and whether there are groups of customers with similar preferences. For a shopping site, these might be “parents,” “bookworms,” or “gamers.” Because you don’t know in advance what these groups might be, or even how many there are, you have no known outputs. Detecting abnormal access patterns to a website To identify abuse or bugs, it is often helpful to find access patterns that are differ‐ </a:t>
            </a:r>
            <a:r>
              <a:rPr lang="en-US" dirty="0" err="1"/>
              <a:t>ent</a:t>
            </a:r>
            <a:r>
              <a:rPr lang="en-US" dirty="0"/>
              <a:t> from the norm. Each abnormal pattern might be very different, and you might not have any recorded instances of abnormal behavior. Because in this example you only observe traffic, and you don’t know what constitutes normal and abnormal behavior, this is an unsupervised problem. </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31</a:t>
            </a:fld>
            <a:endParaRPr lang="en-US" dirty="0"/>
          </a:p>
        </p:txBody>
      </p:sp>
    </p:spTree>
    <p:extLst>
      <p:ext uri="{BB962C8B-B14F-4D97-AF65-F5344CB8AC3E}">
        <p14:creationId xmlns:p14="http://schemas.microsoft.com/office/powerpoint/2010/main" val="3489831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vision: Machine learning algorithms can be used to recognize objects, people, and other elements in images and videos.</a:t>
            </a:r>
          </a:p>
          <a:p>
            <a:r>
              <a:rPr lang="en-US" dirty="0"/>
              <a:t>Natural language processing: Machine learning algorithms can be used to understand and generate human language, including tasks such as translation and text classification.</a:t>
            </a:r>
          </a:p>
          <a:p>
            <a:r>
              <a:rPr lang="en-US" dirty="0"/>
              <a:t>Recommendation systems: Machine learning algorithms can be used to recommend products or content to users based on their past behavior and preferences.</a:t>
            </a:r>
          </a:p>
          <a:p>
            <a:r>
              <a:rPr lang="en-US" dirty="0"/>
              <a:t>Fraud detection: Machine learning algorithms can be used to identify fraudulent activity in areas such as credit card transactions and insurance claims.</a:t>
            </a:r>
          </a:p>
          <a:p>
            <a:r>
              <a:rPr lang="en-US" dirty="0"/>
              <a:t>Healthcare: Machine learning algorithms can be used to predict disease outbreaks, identify potential outbreaks, or predict patient outcomes.</a:t>
            </a:r>
          </a:p>
          <a:p>
            <a:r>
              <a:rPr lang="en-US" dirty="0"/>
              <a:t>Finance: Machine learning algorithms can be used to predict stock prices, identify fraudulent activity, or identify potential investment opportunities.</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32</a:t>
            </a:fld>
            <a:endParaRPr lang="en-US" dirty="0"/>
          </a:p>
        </p:txBody>
      </p:sp>
    </p:spTree>
    <p:extLst>
      <p:ext uri="{BB962C8B-B14F-4D97-AF65-F5344CB8AC3E}">
        <p14:creationId xmlns:p14="http://schemas.microsoft.com/office/powerpoint/2010/main" val="3571711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33</a:t>
            </a:fld>
            <a:endParaRPr lang="en-US" dirty="0"/>
          </a:p>
        </p:txBody>
      </p:sp>
    </p:spTree>
    <p:extLst>
      <p:ext uri="{BB962C8B-B14F-4D97-AF65-F5344CB8AC3E}">
        <p14:creationId xmlns:p14="http://schemas.microsoft.com/office/powerpoint/2010/main" val="775199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34</a:t>
            </a:fld>
            <a:endParaRPr lang="en-US" dirty="0"/>
          </a:p>
        </p:txBody>
      </p:sp>
    </p:spTree>
    <p:extLst>
      <p:ext uri="{BB962C8B-B14F-4D97-AF65-F5344CB8AC3E}">
        <p14:creationId xmlns:p14="http://schemas.microsoft.com/office/powerpoint/2010/main" val="1011975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1841862" y="1306286"/>
            <a:ext cx="5408024" cy="3004457"/>
          </a:xfrm>
          <a:prstGeom prst="rect">
            <a:avLst/>
          </a:prstGeom>
        </p:spPr>
        <p:txBody>
          <a:bodyPr anchor="t"/>
          <a:lstStyle>
            <a:lvl1pPr algn="l">
              <a:lnSpc>
                <a:spcPts val="5600"/>
              </a:lnSpc>
              <a:defRPr sz="6200" b="1" cap="none" spc="-50" baseline="0">
                <a:solidFill>
                  <a:schemeClr val="bg1"/>
                </a:solidFill>
                <a:latin typeface="+mn-lt"/>
              </a:defRPr>
            </a:lvl1pPr>
          </a:lstStyle>
          <a:p>
            <a:r>
              <a:rPr lang="en-US" dirty="0"/>
              <a:t>Click to edit title </a:t>
            </a:r>
            <a:endParaRPr lang="en-GB" dirty="0"/>
          </a:p>
        </p:txBody>
      </p:sp>
      <p:sp>
        <p:nvSpPr>
          <p:cNvPr id="3" name="Text Placeholder 5">
            <a:extLst>
              <a:ext uri="{FF2B5EF4-FFF2-40B4-BE49-F238E27FC236}">
                <a16:creationId xmlns:a16="http://schemas.microsoft.com/office/drawing/2014/main" id="{D0A0F6B4-43DB-D6C0-BF86-95FC32042F08}"/>
              </a:ext>
            </a:extLst>
          </p:cNvPr>
          <p:cNvSpPr>
            <a:spLocks noGrp="1"/>
          </p:cNvSpPr>
          <p:nvPr>
            <p:ph type="body" sz="quarter" idx="10" hasCustomPrompt="1"/>
          </p:nvPr>
        </p:nvSpPr>
        <p:spPr>
          <a:xfrm>
            <a:off x="1841863" y="4495085"/>
            <a:ext cx="5408024" cy="1056628"/>
          </a:xfrm>
          <a:prstGeom prst="rect">
            <a:avLst/>
          </a:prstGeom>
        </p:spPr>
        <p:txBody>
          <a:bodyPr anchor="b"/>
          <a:lstStyle>
            <a:lvl1pPr marL="0" indent="0" algn="l">
              <a:lnSpc>
                <a:spcPts val="2800"/>
              </a:lnSpc>
              <a:spcBef>
                <a:spcPts val="0"/>
              </a:spcBef>
              <a:buNone/>
              <a:defRPr sz="2800" spc="-50" baseline="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211210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1810286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700960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689262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2176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8683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t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85134" cy="1068223"/>
          </a:xfrm>
          <a:prstGeom prst="rect">
            <a:avLst/>
          </a:prstGeom>
        </p:spPr>
        <p:txBody>
          <a:bodyPr vert="horz" lIns="91440" tIns="45720" rIns="91440" bIns="45720" rtlCol="0" anchor="ctr">
            <a:normAutofit/>
          </a:bodyPr>
          <a:lstStyle>
            <a:lvl1pPr>
              <a:defRPr sz="4000" cap="none" baseline="0">
                <a:latin typeface="+mn-lt"/>
              </a:defRPr>
            </a:lvl1pPr>
          </a:lstStyle>
          <a:p>
            <a:r>
              <a:rPr lang="en-US" dirty="0"/>
              <a:t>Click to edit title</a:t>
            </a:r>
            <a:endParaRPr lang="en-GB" dirty="0"/>
          </a:p>
        </p:txBody>
      </p:sp>
      <p:sp>
        <p:nvSpPr>
          <p:cNvPr id="9" name="Text Placeholder 8"/>
          <p:cNvSpPr>
            <a:spLocks noGrp="1"/>
          </p:cNvSpPr>
          <p:nvPr>
            <p:ph type="body" sz="quarter" idx="10" hasCustomPrompt="1"/>
          </p:nvPr>
        </p:nvSpPr>
        <p:spPr>
          <a:xfrm>
            <a:off x="601791" y="1811975"/>
            <a:ext cx="9085134" cy="4289721"/>
          </a:xfrm>
          <a:prstGeom prst="rect">
            <a:avLst/>
          </a:prstGeom>
        </p:spPr>
        <p:txBody>
          <a:bodyPr/>
          <a:lstStyle>
            <a:lvl1pPr>
              <a:defRPr sz="2400" baseline="0">
                <a:latin typeface="Tahoma" panose="020B0604030504040204" pitchFamily="34" charset="0"/>
                <a:ea typeface="Tahoma" panose="020B0604030504040204" pitchFamily="34" charset="0"/>
                <a:cs typeface="Tahoma" panose="020B0604030504040204" pitchFamily="34" charset="0"/>
              </a:defRPr>
            </a:lvl1pPr>
            <a:lvl2pPr>
              <a:defRPr sz="2000">
                <a:latin typeface="Tahoma" panose="020B0604030504040204" pitchFamily="34" charset="0"/>
                <a:ea typeface="Tahoma" panose="020B0604030504040204" pitchFamily="34" charset="0"/>
                <a:cs typeface="Tahoma" panose="020B0604030504040204" pitchFamily="34" charset="0"/>
              </a:defRPr>
            </a:lvl2pPr>
            <a:lvl3pPr>
              <a:defRPr sz="18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973522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6408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picture v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F8DB3D1-FE24-2976-920B-1BA9E87F9074}"/>
              </a:ext>
            </a:extLst>
          </p:cNvPr>
          <p:cNvSpPr>
            <a:spLocks noGrp="1"/>
          </p:cNvSpPr>
          <p:nvPr>
            <p:ph type="pic" sz="quarter" idx="12" hasCustomPrompt="1"/>
          </p:nvPr>
        </p:nvSpPr>
        <p:spPr>
          <a:xfrm>
            <a:off x="6309152" y="648001"/>
            <a:ext cx="5229152" cy="5863636"/>
          </a:xfrm>
          <a:prstGeom prst="rect">
            <a:avLst/>
          </a:prstGeom>
          <a:solidFill>
            <a:srgbClr val="0D3E62"/>
          </a:solidFill>
        </p:spPr>
        <p:txBody>
          <a:bodyPr anchor="ctr"/>
          <a:lstStyle>
            <a:lvl1pPr marL="0" indent="0" algn="ctr">
              <a:buNone/>
              <a:defRPr>
                <a:solidFill>
                  <a:schemeClr val="bg1"/>
                </a:solidFill>
              </a:defRPr>
            </a:lvl1pPr>
          </a:lstStyle>
          <a:p>
            <a:r>
              <a:rPr lang="lt-LT" dirty="0" err="1"/>
              <a:t>Click</a:t>
            </a:r>
            <a:r>
              <a:rPr lang="lt-LT" dirty="0"/>
              <a:t> to </a:t>
            </a:r>
            <a:r>
              <a:rPr lang="lt-LT" dirty="0" err="1"/>
              <a:t>add</a:t>
            </a:r>
            <a:r>
              <a:rPr lang="lt-LT" dirty="0"/>
              <a:t> </a:t>
            </a:r>
            <a:r>
              <a:rPr lang="lt-LT" dirty="0" err="1"/>
              <a:t>picture</a:t>
            </a:r>
            <a:endParaRPr lang="en-US" dirty="0"/>
          </a:p>
        </p:txBody>
      </p:sp>
      <p:sp>
        <p:nvSpPr>
          <p:cNvPr id="8" name="Title Placeholder 1"/>
          <p:cNvSpPr>
            <a:spLocks noGrp="1"/>
          </p:cNvSpPr>
          <p:nvPr>
            <p:ph type="title" hasCustomPrompt="1"/>
          </p:nvPr>
        </p:nvSpPr>
        <p:spPr>
          <a:xfrm>
            <a:off x="648000" y="648001"/>
            <a:ext cx="5229152" cy="1469558"/>
          </a:xfrm>
          <a:prstGeom prst="rect">
            <a:avLst/>
          </a:prstGeom>
        </p:spPr>
        <p:txBody>
          <a:bodyPr vert="horz" lIns="91440" tIns="45720" rIns="91440" bIns="45720" rtlCol="0" anchor="ctr">
            <a:normAutofit/>
          </a:bodyPr>
          <a:lstStyle>
            <a:lvl1pPr>
              <a:defRPr sz="3600" b="1" cap="none" baseline="0">
                <a:solidFill>
                  <a:srgbClr val="942F6C"/>
                </a:solidFill>
                <a:latin typeface="+mn-lt"/>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48000" y="2261937"/>
            <a:ext cx="5229152" cy="3081588"/>
          </a:xfrm>
          <a:prstGeom prst="rect">
            <a:avLst/>
          </a:prstGeom>
        </p:spPr>
        <p:txBody>
          <a:bodyPr/>
          <a:lstStyle>
            <a:lvl1pPr>
              <a:defRPr sz="2000" baseline="0">
                <a:solidFill>
                  <a:srgbClr val="0D3E62"/>
                </a:solidFill>
                <a:latin typeface="+mn-lt"/>
                <a:ea typeface="Tahoma" panose="020B0604030504040204" pitchFamily="34" charset="0"/>
                <a:cs typeface="Tahoma" panose="020B0604030504040204" pitchFamily="34" charset="0"/>
              </a:defRPr>
            </a:lvl1pPr>
            <a:lvl2pPr>
              <a:defRPr sz="1800">
                <a:solidFill>
                  <a:srgbClr val="0D3E62"/>
                </a:solidFill>
                <a:latin typeface="+mn-lt"/>
                <a:ea typeface="Tahoma" panose="020B0604030504040204" pitchFamily="34" charset="0"/>
                <a:cs typeface="Tahoma" panose="020B0604030504040204" pitchFamily="34" charset="0"/>
              </a:defRPr>
            </a:lvl2pPr>
            <a:lvl3pPr>
              <a:defRPr sz="1600">
                <a:solidFill>
                  <a:srgbClr val="0D3E62"/>
                </a:solidFill>
                <a:latin typeface="+mn-lt"/>
                <a:ea typeface="Tahoma" panose="020B0604030504040204" pitchFamily="34" charset="0"/>
                <a:cs typeface="Tahoma" panose="020B0604030504040204" pitchFamily="34" charset="0"/>
              </a:defRPr>
            </a:lvl3pPr>
            <a:lvl4pPr>
              <a:defRPr sz="1400">
                <a:solidFill>
                  <a:srgbClr val="0D3E62"/>
                </a:solidFill>
                <a:latin typeface="+mn-lt"/>
                <a:ea typeface="Tahoma" panose="020B0604030504040204" pitchFamily="34" charset="0"/>
                <a:cs typeface="Tahoma" panose="020B0604030504040204" pitchFamily="34" charset="0"/>
              </a:defRPr>
            </a:lvl4pPr>
            <a:lvl5pPr>
              <a:defRPr sz="1400">
                <a:solidFill>
                  <a:srgbClr val="0D3E62"/>
                </a:solidFill>
                <a:latin typeface="+mn-lt"/>
                <a:ea typeface="Tahoma" panose="020B0604030504040204" pitchFamily="34" charset="0"/>
                <a:cs typeface="Tahoma" panose="020B060403050404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Picture 2">
            <a:extLst>
              <a:ext uri="{FF2B5EF4-FFF2-40B4-BE49-F238E27FC236}">
                <a16:creationId xmlns:a16="http://schemas.microsoft.com/office/drawing/2014/main" id="{5F027A1F-F3E2-4206-3987-B4F50F43035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649933" y="5621300"/>
            <a:ext cx="1328009" cy="396539"/>
          </a:xfrm>
          <a:prstGeom prst="rect">
            <a:avLst/>
          </a:prstGeom>
        </p:spPr>
      </p:pic>
    </p:spTree>
    <p:extLst>
      <p:ext uri="{BB962C8B-B14F-4D97-AF65-F5344CB8AC3E}">
        <p14:creationId xmlns:p14="http://schemas.microsoft.com/office/powerpoint/2010/main" val="294455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with picture v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F8DB3D1-FE24-2976-920B-1BA9E87F9074}"/>
              </a:ext>
            </a:extLst>
          </p:cNvPr>
          <p:cNvSpPr>
            <a:spLocks noGrp="1"/>
          </p:cNvSpPr>
          <p:nvPr>
            <p:ph type="pic" sz="quarter" idx="12" hasCustomPrompt="1"/>
          </p:nvPr>
        </p:nvSpPr>
        <p:spPr>
          <a:xfrm>
            <a:off x="647999" y="648000"/>
            <a:ext cx="5232001" cy="5863637"/>
          </a:xfrm>
          <a:prstGeom prst="rect">
            <a:avLst/>
          </a:prstGeom>
          <a:solidFill>
            <a:srgbClr val="0D3E62"/>
          </a:solidFill>
        </p:spPr>
        <p:txBody>
          <a:bodyPr anchor="ctr"/>
          <a:lstStyle>
            <a:lvl1pPr marL="0" indent="0" algn="ctr">
              <a:buNone/>
              <a:defRPr>
                <a:solidFill>
                  <a:schemeClr val="bg1"/>
                </a:solidFill>
              </a:defRPr>
            </a:lvl1pPr>
          </a:lstStyle>
          <a:p>
            <a:r>
              <a:rPr lang="lt-LT" dirty="0" err="1"/>
              <a:t>Click</a:t>
            </a:r>
            <a:r>
              <a:rPr lang="lt-LT" dirty="0"/>
              <a:t> to </a:t>
            </a:r>
            <a:r>
              <a:rPr lang="lt-LT" dirty="0" err="1"/>
              <a:t>add</a:t>
            </a:r>
            <a:r>
              <a:rPr lang="lt-LT" dirty="0"/>
              <a:t> </a:t>
            </a:r>
            <a:r>
              <a:rPr lang="lt-LT" dirty="0" err="1"/>
              <a:t>picture</a:t>
            </a:r>
            <a:endParaRPr lang="en-US" dirty="0"/>
          </a:p>
        </p:txBody>
      </p:sp>
      <p:sp>
        <p:nvSpPr>
          <p:cNvPr id="8" name="Title Placeholder 1"/>
          <p:cNvSpPr>
            <a:spLocks noGrp="1"/>
          </p:cNvSpPr>
          <p:nvPr>
            <p:ph type="title" hasCustomPrompt="1"/>
          </p:nvPr>
        </p:nvSpPr>
        <p:spPr>
          <a:xfrm>
            <a:off x="6311998" y="648000"/>
            <a:ext cx="5232001" cy="1303304"/>
          </a:xfrm>
          <a:prstGeom prst="rect">
            <a:avLst/>
          </a:prstGeom>
        </p:spPr>
        <p:txBody>
          <a:bodyPr vert="horz" lIns="91440" tIns="45720" rIns="91440" bIns="45720" rtlCol="0" anchor="ctr">
            <a:normAutofit/>
          </a:bodyPr>
          <a:lstStyle>
            <a:lvl1pPr>
              <a:defRPr sz="3600" b="1" cap="none" baseline="0">
                <a:solidFill>
                  <a:srgbClr val="942F6C"/>
                </a:solidFill>
                <a:latin typeface="+mn-lt"/>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311998" y="2095682"/>
            <a:ext cx="5232002" cy="3266893"/>
          </a:xfrm>
          <a:prstGeom prst="rect">
            <a:avLst/>
          </a:prstGeom>
        </p:spPr>
        <p:txBody>
          <a:bodyPr/>
          <a:lstStyle>
            <a:lvl1pPr>
              <a:defRPr sz="2000" baseline="0">
                <a:solidFill>
                  <a:srgbClr val="0D3E62"/>
                </a:solidFill>
                <a:latin typeface="+mn-lt"/>
                <a:ea typeface="Tahoma" panose="020B0604030504040204" pitchFamily="34" charset="0"/>
                <a:cs typeface="Tahoma" panose="020B0604030504040204" pitchFamily="34" charset="0"/>
              </a:defRPr>
            </a:lvl1pPr>
            <a:lvl2pPr>
              <a:defRPr sz="1800">
                <a:solidFill>
                  <a:srgbClr val="0D3E62"/>
                </a:solidFill>
                <a:latin typeface="+mn-lt"/>
                <a:ea typeface="Tahoma" panose="020B0604030504040204" pitchFamily="34" charset="0"/>
                <a:cs typeface="Tahoma" panose="020B0604030504040204" pitchFamily="34" charset="0"/>
              </a:defRPr>
            </a:lvl2pPr>
            <a:lvl3pPr>
              <a:defRPr sz="1600">
                <a:solidFill>
                  <a:srgbClr val="0D3E62"/>
                </a:solidFill>
                <a:latin typeface="+mn-lt"/>
                <a:ea typeface="Tahoma" panose="020B0604030504040204" pitchFamily="34" charset="0"/>
                <a:cs typeface="Tahoma" panose="020B0604030504040204" pitchFamily="34" charset="0"/>
              </a:defRPr>
            </a:lvl3pPr>
            <a:lvl4pPr>
              <a:defRPr sz="1400">
                <a:solidFill>
                  <a:srgbClr val="0D3E62"/>
                </a:solidFill>
                <a:latin typeface="+mn-lt"/>
                <a:ea typeface="Tahoma" panose="020B0604030504040204" pitchFamily="34" charset="0"/>
                <a:cs typeface="Tahoma" panose="020B0604030504040204" pitchFamily="34" charset="0"/>
              </a:defRPr>
            </a:lvl4pPr>
            <a:lvl5pPr>
              <a:defRPr sz="1400">
                <a:solidFill>
                  <a:srgbClr val="0D3E62"/>
                </a:solidFill>
                <a:latin typeface="+mn-lt"/>
                <a:ea typeface="Tahoma" panose="020B0604030504040204" pitchFamily="34" charset="0"/>
                <a:cs typeface="Tahoma" panose="020B060403050404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Picture 2">
            <a:extLst>
              <a:ext uri="{FF2B5EF4-FFF2-40B4-BE49-F238E27FC236}">
                <a16:creationId xmlns:a16="http://schemas.microsoft.com/office/drawing/2014/main" id="{EBE10E01-12D2-662D-5AE5-A7185817AE0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248624" y="5611775"/>
            <a:ext cx="1328009" cy="396539"/>
          </a:xfrm>
          <a:prstGeom prst="rect">
            <a:avLst/>
          </a:prstGeom>
        </p:spPr>
      </p:pic>
    </p:spTree>
    <p:extLst>
      <p:ext uri="{BB962C8B-B14F-4D97-AF65-F5344CB8AC3E}">
        <p14:creationId xmlns:p14="http://schemas.microsoft.com/office/powerpoint/2010/main" val="333500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a:extLst>
              <a:ext uri="{FF2B5EF4-FFF2-40B4-BE49-F238E27FC236}">
                <a16:creationId xmlns:a16="http://schemas.microsoft.com/office/drawing/2014/main" id="{9CD24D66-7FF4-7328-7FFF-512B52D02A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49"/>
            <a:ext cx="2495310" cy="1152000"/>
          </a:xfrm>
          <a:prstGeom prst="rect">
            <a:avLst/>
          </a:prstGeom>
        </p:spPr>
      </p:pic>
      <p:pic>
        <p:nvPicPr>
          <p:cNvPr id="14" name="Graphic 13">
            <a:extLst>
              <a:ext uri="{FF2B5EF4-FFF2-40B4-BE49-F238E27FC236}">
                <a16:creationId xmlns:a16="http://schemas.microsoft.com/office/drawing/2014/main" id="{B4316D79-8F52-7C98-4C44-6A2D953561F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33"/>
            <a:ext cx="3314700" cy="723900"/>
          </a:xfrm>
          <a:prstGeom prst="rect">
            <a:avLst/>
          </a:prstGeom>
        </p:spPr>
      </p:pic>
      <p:sp>
        <p:nvSpPr>
          <p:cNvPr id="2" name="Isosceles Triangle 1">
            <a:extLst>
              <a:ext uri="{FF2B5EF4-FFF2-40B4-BE49-F238E27FC236}">
                <a16:creationId xmlns:a16="http://schemas.microsoft.com/office/drawing/2014/main" id="{99B98C9C-F9F6-3442-75F3-F0D97A7D3036}"/>
              </a:ext>
            </a:extLst>
          </p:cNvPr>
          <p:cNvSpPr/>
          <p:nvPr userDrawn="1"/>
        </p:nvSpPr>
        <p:spPr>
          <a:xfrm rot="5400000">
            <a:off x="1753178" y="5562657"/>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endParaRPr>
          </a:p>
        </p:txBody>
      </p:sp>
      <p:pic>
        <p:nvPicPr>
          <p:cNvPr id="3" name="Graphic 2">
            <a:extLst>
              <a:ext uri="{FF2B5EF4-FFF2-40B4-BE49-F238E27FC236}">
                <a16:creationId xmlns:a16="http://schemas.microsoft.com/office/drawing/2014/main" id="{B4FE88A6-66B6-0E1F-CF92-883C77FFB33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7826"/>
            <a:ext cx="1371600" cy="180975"/>
          </a:xfrm>
          <a:prstGeom prst="rect">
            <a:avLst/>
          </a:prstGeom>
        </p:spPr>
      </p:pic>
      <p:pic>
        <p:nvPicPr>
          <p:cNvPr id="5" name="Picture 4">
            <a:extLst>
              <a:ext uri="{FF2B5EF4-FFF2-40B4-BE49-F238E27FC236}">
                <a16:creationId xmlns:a16="http://schemas.microsoft.com/office/drawing/2014/main" id="{4B4A7709-E8C9-78C3-3A82-F348BB233950}"/>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8856512" y="5064974"/>
            <a:ext cx="1451310" cy="433357"/>
          </a:xfrm>
          <a:prstGeom prst="rect">
            <a:avLst/>
          </a:prstGeom>
        </p:spPr>
      </p:pic>
    </p:spTree>
    <p:extLst>
      <p:ext uri="{BB962C8B-B14F-4D97-AF65-F5344CB8AC3E}">
        <p14:creationId xmlns:p14="http://schemas.microsoft.com/office/powerpoint/2010/main" val="2503371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6.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99AAAA-0508-4C77-D4DF-151552A0F61A}"/>
              </a:ext>
            </a:extLst>
          </p:cNvPr>
          <p:cNvSpPr/>
          <p:nvPr userDrawn="1"/>
        </p:nvSpPr>
        <p:spPr>
          <a:xfrm>
            <a:off x="0" y="0"/>
            <a:ext cx="12192000" cy="6857999"/>
          </a:xfrm>
          <a:prstGeom prst="rect">
            <a:avLst/>
          </a:prstGeom>
          <a:solidFill>
            <a:srgbClr val="942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picture containing text, clipart&#10;&#10;Description automatically generated">
            <a:extLst>
              <a:ext uri="{FF2B5EF4-FFF2-40B4-BE49-F238E27FC236}">
                <a16:creationId xmlns:a16="http://schemas.microsoft.com/office/drawing/2014/main" id="{1BA9A9D6-DD4D-E395-FC46-AB22C069F561}"/>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734536" y="1310655"/>
            <a:ext cx="2573286" cy="1188000"/>
          </a:xfrm>
          <a:prstGeom prst="rect">
            <a:avLst/>
          </a:prstGeom>
        </p:spPr>
      </p:pic>
      <p:pic>
        <p:nvPicPr>
          <p:cNvPr id="3" name="Picture 2">
            <a:extLst>
              <a:ext uri="{FF2B5EF4-FFF2-40B4-BE49-F238E27FC236}">
                <a16:creationId xmlns:a16="http://schemas.microsoft.com/office/drawing/2014/main" id="{659AEF14-D2A0-9CB7-5685-ED74E75D7B45}"/>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a:stretch/>
        </p:blipFill>
        <p:spPr>
          <a:xfrm>
            <a:off x="8856512" y="4950674"/>
            <a:ext cx="1451310" cy="433357"/>
          </a:xfrm>
          <a:prstGeom prst="rect">
            <a:avLst/>
          </a:prstGeom>
        </p:spPr>
      </p:pic>
    </p:spTree>
    <p:extLst>
      <p:ext uri="{BB962C8B-B14F-4D97-AF65-F5344CB8AC3E}">
        <p14:creationId xmlns:p14="http://schemas.microsoft.com/office/powerpoint/2010/main" val="3882728658"/>
      </p:ext>
    </p:extLst>
  </p:cSld>
  <p:clrMap bg1="lt1" tx1="dk1" bg2="lt2" tx2="dk2" accent1="accent1" accent2="accent2" accent3="accent3" accent4="accent4" accent5="accent5" accent6="accent6" hlink="hlink" folHlink="folHlink"/>
  <p:sldLayoutIdLst>
    <p:sldLayoutId id="2147483735" r:id="rId1"/>
    <p:sldLayoutId id="2147483744" r:id="rId2"/>
    <p:sldLayoutId id="2147483746" r:id="rId3"/>
    <p:sldLayoutId id="2147483747" r:id="rId4"/>
    <p:sldLayoutId id="2147483748" r:id="rId5"/>
    <p:sldLayoutId id="2147483749"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86F343-6DD1-ACF0-CF2D-9907A20C93C5}"/>
              </a:ext>
            </a:extLst>
          </p:cNvPr>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Isosceles Triangle 6">
            <a:extLst>
              <a:ext uri="{FF2B5EF4-FFF2-40B4-BE49-F238E27FC236}">
                <a16:creationId xmlns:a16="http://schemas.microsoft.com/office/drawing/2014/main" id="{A391FB5A-35DA-8139-9F94-7E474B3A05F5}"/>
              </a:ext>
            </a:extLst>
          </p:cNvPr>
          <p:cNvSpPr/>
          <p:nvPr userDrawn="1"/>
        </p:nvSpPr>
        <p:spPr>
          <a:xfrm rot="5400000">
            <a:off x="10275819" y="6628559"/>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endParaRPr>
          </a:p>
        </p:txBody>
      </p:sp>
      <p:pic>
        <p:nvPicPr>
          <p:cNvPr id="8" name="Graphic 7">
            <a:extLst>
              <a:ext uri="{FF2B5EF4-FFF2-40B4-BE49-F238E27FC236}">
                <a16:creationId xmlns:a16="http://schemas.microsoft.com/office/drawing/2014/main" id="{CA7E2053-BB87-185E-962F-4D659790FC0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35747" y="6603728"/>
            <a:ext cx="1371600" cy="180975"/>
          </a:xfrm>
          <a:prstGeom prst="rect">
            <a:avLst/>
          </a:prstGeom>
        </p:spPr>
      </p:pic>
      <p:pic>
        <p:nvPicPr>
          <p:cNvPr id="9" name="Picture 8" descr="A picture containing text, sign, clipart&#10;&#10;Description automatically generated">
            <a:extLst>
              <a:ext uri="{FF2B5EF4-FFF2-40B4-BE49-F238E27FC236}">
                <a16:creationId xmlns:a16="http://schemas.microsoft.com/office/drawing/2014/main" id="{091CD511-489E-412C-6FE9-6294DDC03B2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017063" y="706570"/>
            <a:ext cx="1559570" cy="720000"/>
          </a:xfrm>
          <a:prstGeom prst="rect">
            <a:avLst/>
          </a:prstGeom>
        </p:spPr>
      </p:pic>
      <p:pic>
        <p:nvPicPr>
          <p:cNvPr id="10" name="Picture 9">
            <a:extLst>
              <a:ext uri="{FF2B5EF4-FFF2-40B4-BE49-F238E27FC236}">
                <a16:creationId xmlns:a16="http://schemas.microsoft.com/office/drawing/2014/main" id="{691ECE3E-55FB-254D-6FF9-DC7B453E2130}"/>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10248624" y="5611775"/>
            <a:ext cx="1328009" cy="396539"/>
          </a:xfrm>
          <a:prstGeom prst="rect">
            <a:avLst/>
          </a:prstGeom>
        </p:spPr>
      </p:pic>
    </p:spTree>
    <p:extLst>
      <p:ext uri="{BB962C8B-B14F-4D97-AF65-F5344CB8AC3E}">
        <p14:creationId xmlns:p14="http://schemas.microsoft.com/office/powerpoint/2010/main" val="3100074846"/>
      </p:ext>
    </p:extLst>
  </p:cSld>
  <p:clrMap bg1="lt1" tx1="dk1" bg2="lt2" tx2="dk2" accent1="accent1" accent2="accent2" accent3="accent3" accent4="accent4" accent5="accent5" accent6="accent6" hlink="hlink" folHlink="folHlink"/>
  <p:sldLayoutIdLst>
    <p:sldLayoutId id="2147483737" r:id="rId1"/>
    <p:sldLayoutId id="2147483738"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7EEB13-50FA-F1F2-B2CE-91039F3D7BB0}"/>
              </a:ext>
            </a:extLst>
          </p:cNvPr>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Isosceles Triangle 7">
            <a:extLst>
              <a:ext uri="{FF2B5EF4-FFF2-40B4-BE49-F238E27FC236}">
                <a16:creationId xmlns:a16="http://schemas.microsoft.com/office/drawing/2014/main" id="{027349BD-B6B3-1AD0-7B08-1187CA5EEA38}"/>
              </a:ext>
            </a:extLst>
          </p:cNvPr>
          <p:cNvSpPr/>
          <p:nvPr userDrawn="1"/>
        </p:nvSpPr>
        <p:spPr>
          <a:xfrm rot="5400000">
            <a:off x="10275819" y="6628559"/>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pic>
        <p:nvPicPr>
          <p:cNvPr id="9" name="Graphic 8">
            <a:extLst>
              <a:ext uri="{FF2B5EF4-FFF2-40B4-BE49-F238E27FC236}">
                <a16:creationId xmlns:a16="http://schemas.microsoft.com/office/drawing/2014/main" id="{E4C4358E-AC45-7E26-B29E-2FE4E90CB31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35747" y="6603728"/>
            <a:ext cx="1371600" cy="180975"/>
          </a:xfrm>
          <a:prstGeom prst="rect">
            <a:avLst/>
          </a:prstGeom>
        </p:spPr>
      </p:pic>
    </p:spTree>
    <p:extLst>
      <p:ext uri="{BB962C8B-B14F-4D97-AF65-F5344CB8AC3E}">
        <p14:creationId xmlns:p14="http://schemas.microsoft.com/office/powerpoint/2010/main" val="974750639"/>
      </p:ext>
    </p:extLst>
  </p:cSld>
  <p:clrMap bg1="lt1" tx1="dk1" bg2="lt2" tx2="dk2" accent1="accent1" accent2="accent2" accent3="accent3" accent4="accent4" accent5="accent5" accent6="accent6" hlink="hlink" folHlink="folHlink"/>
  <p:sldLayoutIdLst>
    <p:sldLayoutId id="2147483740" r:id="rId1"/>
    <p:sldLayoutId id="2147483741"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ts val="4200"/>
        </a:lnSpc>
        <a:spcBef>
          <a:spcPct val="0"/>
        </a:spcBef>
        <a:buNone/>
        <a:defRPr sz="4200" b="0" kern="1200" cap="none" spc="0" baseline="0">
          <a:solidFill>
            <a:srgbClr val="942F6D"/>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5A0778-8347-518E-3A89-D36AEACFC32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4035889956"/>
      </p:ext>
    </p:extLst>
  </p:cSld>
  <p:clrMap bg1="lt1" tx1="dk1" bg2="lt2" tx2="dk2" accent1="accent1" accent2="accent2" accent3="accent3" accent4="accent4" accent5="accent5" accent6="accent6" hlink="hlink" folHlink="folHlink"/>
  <p:sldLayoutIdLst>
    <p:sldLayoutId id="214748374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experiments.withgoogle.com/collection/ai"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cloud.google.com/natural-language" TargetMode="External"/><Relationship Id="rId2" Type="http://schemas.openxmlformats.org/officeDocument/2006/relationships/hyperlink" Target="https://cloud.google.com/speech-to-text" TargetMode="Externa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hyperlink" Target="https://cloud.google.com/vision/"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tiff"/><Relationship Id="rId7" Type="http://schemas.openxmlformats.org/officeDocument/2006/relationships/image" Target="../media/image28.tiff"/><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7.tiff"/><Relationship Id="rId5" Type="http://schemas.openxmlformats.org/officeDocument/2006/relationships/image" Target="../media/image26.tiff"/><Relationship Id="rId4" Type="http://schemas.openxmlformats.org/officeDocument/2006/relationships/image" Target="../media/image25.tiff"/></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hyperlink" Target="https://youtu.be/RsNTMfnWIt8" TargetMode="Externa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hyperlink" Target="https://www.youtube.com/watch?v=h0e2HAPTGF4" TargetMode="Externa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hyperlink" Target="https://www.geeksforgeeks.org/ml-introduction-data-machine-learning/" TargetMode="External"/><Relationship Id="rId2" Type="http://schemas.openxmlformats.org/officeDocument/2006/relationships/hyperlink" Target="https://www.youtube.com/watch?v=HcqpanDadyQ"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a:t>SWE6302</a:t>
            </a:r>
            <a:endParaRPr lang="en-GB" dirty="0"/>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rPr>
              <a:t>Applied Machine </a:t>
            </a:r>
            <a:r>
              <a:rPr lang="en-GB" dirty="0" err="1">
                <a:solidFill>
                  <a:schemeClr val="bg1"/>
                </a:solidFill>
              </a:rPr>
              <a:t>LearninG</a:t>
            </a:r>
            <a:r>
              <a:rPr lang="en-GB" dirty="0"/>
              <a:t> learning </a:t>
            </a:r>
          </a:p>
        </p:txBody>
      </p:sp>
      <p:sp>
        <p:nvSpPr>
          <p:cNvPr id="3" name="Text Placeholder 2"/>
          <p:cNvSpPr>
            <a:spLocks noGrp="1"/>
          </p:cNvSpPr>
          <p:nvPr>
            <p:ph type="body" sz="quarter" idx="10"/>
          </p:nvPr>
        </p:nvSpPr>
        <p:spPr/>
        <p:txBody>
          <a:bodyPr/>
          <a:lstStyle/>
          <a:p>
            <a:r>
              <a:rPr lang="en-GB" dirty="0">
                <a:solidFill>
                  <a:schemeClr val="bg1"/>
                </a:solidFill>
              </a:rPr>
              <a:t>SWE6302</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normAutofit fontScale="90000"/>
          </a:bodyPr>
          <a:lstStyle/>
          <a:p>
            <a:r>
              <a:rPr lang="en-GB" dirty="0"/>
              <a:t>Applied 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a:xfrm>
            <a:off x="601791" y="1760537"/>
            <a:ext cx="3690809" cy="3845503"/>
          </a:xfrm>
        </p:spPr>
        <p:txBody>
          <a:bodyPr/>
          <a:lstStyle/>
          <a:p>
            <a:endParaRPr lang="en-US" dirty="0">
              <a:solidFill>
                <a:schemeClr val="bg1"/>
              </a:solidFill>
            </a:endParaRPr>
          </a:p>
          <a:p>
            <a:r>
              <a:rPr lang="en-GB" dirty="0">
                <a:solidFill>
                  <a:schemeClr val="bg1"/>
                </a:solidFill>
                <a:latin typeface="Calibri" panose="020F0502020204030204" pitchFamily="34" charset="0"/>
              </a:rPr>
              <a:t>INTRODUCING TO MACHINE LEARNING</a:t>
            </a:r>
            <a:endParaRPr lang="en-GB" dirty="0">
              <a:solidFill>
                <a:schemeClr val="bg1"/>
              </a:solidFill>
            </a:endParaRPr>
          </a:p>
          <a:p>
            <a:endParaRPr lang="en-US" dirty="0">
              <a:solidFill>
                <a:schemeClr val="bg1"/>
              </a:solidFill>
            </a:endParaRPr>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3"/>
          <a:stretch>
            <a:fillRect/>
          </a:stretch>
        </p:blipFill>
        <p:spPr>
          <a:xfrm>
            <a:off x="4442547" y="1251960"/>
            <a:ext cx="7299409" cy="4410555"/>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chemeClr val="bg1"/>
                </a:solidFill>
              </a:rPr>
              <a:t>Learning objectives</a:t>
            </a:r>
            <a:endParaRPr lang="en-US" dirty="0">
              <a:solidFill>
                <a:schemeClr val="bg1"/>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84255" y="1811975"/>
            <a:ext cx="10712388" cy="3815101"/>
          </a:xfrm>
        </p:spPr>
        <p:txBody>
          <a:bodyPr/>
          <a:lstStyle/>
          <a:p>
            <a:r>
              <a:rPr lang="en-US" dirty="0">
                <a:solidFill>
                  <a:schemeClr val="bg1"/>
                </a:solidFill>
              </a:rPr>
              <a:t>Understand the importance of the data </a:t>
            </a:r>
          </a:p>
          <a:p>
            <a:r>
              <a:rPr lang="en-GB" dirty="0">
                <a:solidFill>
                  <a:schemeClr val="bg1"/>
                </a:solidFill>
              </a:rPr>
              <a:t>Understand the use cases of machine learning</a:t>
            </a:r>
          </a:p>
          <a:p>
            <a:r>
              <a:rPr lang="en-GB" dirty="0">
                <a:solidFill>
                  <a:schemeClr val="bg1"/>
                </a:solidFill>
              </a:rPr>
              <a:t>Understand the key concepts of machine learning</a:t>
            </a:r>
          </a:p>
          <a:p>
            <a:r>
              <a:rPr lang="en-GB" dirty="0">
                <a:solidFill>
                  <a:schemeClr val="bg1"/>
                </a:solidFill>
              </a:rPr>
              <a:t>Understand the importance of AI &amp; Machine learning</a:t>
            </a:r>
          </a:p>
          <a:p>
            <a:r>
              <a:rPr lang="en-GB" dirty="0">
                <a:solidFill>
                  <a:schemeClr val="bg1"/>
                </a:solidFill>
              </a:rPr>
              <a:t>Examples of Machine Learning </a:t>
            </a:r>
          </a:p>
          <a:p>
            <a:r>
              <a:rPr lang="en-GB" dirty="0">
                <a:solidFill>
                  <a:schemeClr val="bg1"/>
                </a:solidFill>
              </a:rPr>
              <a:t>Language for Machine Learning</a:t>
            </a:r>
          </a:p>
          <a:p>
            <a:endParaRPr lang="en-US"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51743" y="15278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51743" y="83758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49831" y="1670658"/>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chemeClr val="bg1"/>
                </a:solidFill>
              </a:rPr>
              <a:t>Data</a:t>
            </a:r>
            <a:endParaRPr lang="en-US" dirty="0">
              <a:solidFill>
                <a:schemeClr val="bg1"/>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3"/>
            <a:ext cx="7133702" cy="360824"/>
          </a:xfrm>
        </p:spPr>
        <p:txBody>
          <a:bodyPr/>
          <a:lstStyle/>
          <a:p>
            <a:pPr fontAlgn="base"/>
            <a:r>
              <a:rPr lang="en-GB" dirty="0">
                <a:solidFill>
                  <a:schemeClr val="bg1"/>
                </a:solidFill>
              </a:rPr>
              <a:t>Annual size of real time data in the global datasphere from 2010 to 2025</a:t>
            </a:r>
          </a:p>
          <a:p>
            <a:endParaRPr lang="en-US"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169107BF-13BE-EE48-8A41-4091AEEA0098}"/>
              </a:ext>
            </a:extLst>
          </p:cNvPr>
          <p:cNvPicPr>
            <a:picLocks noChangeAspect="1"/>
          </p:cNvPicPr>
          <p:nvPr/>
        </p:nvPicPr>
        <p:blipFill>
          <a:blip r:embed="rId3"/>
          <a:stretch>
            <a:fillRect/>
          </a:stretch>
        </p:blipFill>
        <p:spPr>
          <a:xfrm>
            <a:off x="2559977" y="2458107"/>
            <a:ext cx="4321511" cy="2656617"/>
          </a:xfrm>
          <a:prstGeom prst="rect">
            <a:avLst/>
          </a:prstGeom>
        </p:spPr>
      </p:pic>
      <p:sp>
        <p:nvSpPr>
          <p:cNvPr id="8" name="Rectangle 7">
            <a:extLst>
              <a:ext uri="{FF2B5EF4-FFF2-40B4-BE49-F238E27FC236}">
                <a16:creationId xmlns:a16="http://schemas.microsoft.com/office/drawing/2014/main" id="{F142B17D-7CF2-FF43-B4F3-524976312EC6}"/>
              </a:ext>
            </a:extLst>
          </p:cNvPr>
          <p:cNvSpPr/>
          <p:nvPr/>
        </p:nvSpPr>
        <p:spPr>
          <a:xfrm>
            <a:off x="900546" y="5325667"/>
            <a:ext cx="6096000" cy="646331"/>
          </a:xfrm>
          <a:prstGeom prst="rect">
            <a:avLst/>
          </a:prstGeom>
        </p:spPr>
        <p:txBody>
          <a:bodyPr>
            <a:spAutoFit/>
          </a:bodyPr>
          <a:lstStyle/>
          <a:p>
            <a:r>
              <a:rPr lang="en-US" i="1" dirty="0">
                <a:solidFill>
                  <a:schemeClr val="accent1"/>
                </a:solidFill>
              </a:rPr>
              <a:t>https://www.statista.com/statistics/949144/worldwide-global-datasphere-real-time-d</a:t>
            </a:r>
            <a:endParaRPr lang="en-US" dirty="0"/>
          </a:p>
        </p:txBody>
      </p:sp>
    </p:spTree>
    <p:extLst>
      <p:ext uri="{BB962C8B-B14F-4D97-AF65-F5344CB8AC3E}">
        <p14:creationId xmlns:p14="http://schemas.microsoft.com/office/powerpoint/2010/main" val="3697279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chemeClr val="bg1"/>
                </a:solidFill>
              </a:rPr>
              <a:t>Introduction</a:t>
            </a:r>
            <a:endParaRPr lang="en-US" dirty="0">
              <a:solidFill>
                <a:schemeClr val="bg1"/>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1791" y="1421296"/>
            <a:ext cx="6828902" cy="3241749"/>
          </a:xfrm>
        </p:spPr>
        <p:txBody>
          <a:bodyPr/>
          <a:lstStyle/>
          <a:p>
            <a:r>
              <a:rPr lang="en-GB" dirty="0">
                <a:solidFill>
                  <a:schemeClr val="bg1"/>
                </a:solidFill>
              </a:rPr>
              <a:t>The world data storage capacity has doubled about every 3 years from 1980s </a:t>
            </a:r>
          </a:p>
          <a:p>
            <a:r>
              <a:rPr lang="en-GB" dirty="0">
                <a:solidFill>
                  <a:schemeClr val="bg1"/>
                </a:solidFill>
              </a:rPr>
              <a:t>There are 2.5 quintillion (1018) bytes of data created each day at our current pace </a:t>
            </a:r>
          </a:p>
          <a:p>
            <a:r>
              <a:rPr lang="en-GB" dirty="0">
                <a:solidFill>
                  <a:schemeClr val="bg1"/>
                </a:solidFill>
              </a:rPr>
              <a:t>More data doesn’t mean more information! (</a:t>
            </a:r>
            <a:r>
              <a:rPr lang="en-US" b="0" i="0" dirty="0">
                <a:solidFill>
                  <a:schemeClr val="bg1"/>
                </a:solidFill>
                <a:effectLst/>
                <a:latin typeface="urw-din"/>
              </a:rPr>
              <a:t>1ZB=10^21 bytes</a:t>
            </a:r>
            <a:r>
              <a:rPr lang="en-GB" dirty="0">
                <a:solidFill>
                  <a:schemeClr val="bg1"/>
                </a:solidFill>
              </a:rPr>
              <a:t>) </a:t>
            </a:r>
          </a:p>
          <a:p>
            <a:r>
              <a:rPr lang="en-US" dirty="0">
                <a:solidFill>
                  <a:schemeClr val="bg1"/>
                </a:solidFill>
              </a:rPr>
              <a:t>The surge of data calls for automated methods of data analysis, which is what </a:t>
            </a:r>
            <a:r>
              <a:rPr lang="en-US" b="1" dirty="0">
                <a:solidFill>
                  <a:schemeClr val="bg1"/>
                </a:solidFill>
              </a:rPr>
              <a:t>machine learning</a:t>
            </a:r>
            <a:r>
              <a:rPr lang="en-US" dirty="0">
                <a:solidFill>
                  <a:schemeClr val="bg1"/>
                </a:solidFill>
              </a:rPr>
              <a:t> provides!</a:t>
            </a:r>
          </a:p>
          <a:p>
            <a:endParaRPr lang="en-US"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64377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chemeClr val="bg1"/>
                </a:solidFill>
              </a:rPr>
              <a:t>Data &amp; information</a:t>
            </a:r>
            <a:endParaRPr lang="en-US" dirty="0">
              <a:solidFill>
                <a:schemeClr val="bg1"/>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3"/>
            <a:ext cx="11705702" cy="480404"/>
          </a:xfrm>
        </p:spPr>
        <p:txBody>
          <a:bodyPr/>
          <a:lstStyle/>
          <a:p>
            <a:pPr marL="0" indent="0">
              <a:buNone/>
            </a:pPr>
            <a:r>
              <a:rPr lang="en-GB" sz="1800" dirty="0">
                <a:solidFill>
                  <a:schemeClr val="bg1"/>
                </a:solidFill>
              </a:rPr>
              <a:t>“We are drowning in information and starving for knowledge.” (RD Roger) </a:t>
            </a:r>
          </a:p>
          <a:p>
            <a:endParaRPr lang="en-US" sz="1800"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1" descr="page5image1780096">
            <a:extLst>
              <a:ext uri="{FF2B5EF4-FFF2-40B4-BE49-F238E27FC236}">
                <a16:creationId xmlns:a16="http://schemas.microsoft.com/office/drawing/2014/main" id="{CAEF753A-BE98-2C4A-BE05-B9FEC2436C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6959" y="2606822"/>
            <a:ext cx="6578600" cy="3695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8A6C19C-282D-3098-B381-3038711F49C1}"/>
              </a:ext>
            </a:extLst>
          </p:cNvPr>
          <p:cNvSpPr txBox="1"/>
          <p:nvPr/>
        </p:nvSpPr>
        <p:spPr>
          <a:xfrm>
            <a:off x="486298" y="2277390"/>
            <a:ext cx="4151404" cy="646331"/>
          </a:xfrm>
          <a:prstGeom prst="rect">
            <a:avLst/>
          </a:prstGeom>
          <a:noFill/>
        </p:spPr>
        <p:txBody>
          <a:bodyPr wrap="square">
            <a:spAutoFit/>
          </a:bodyPr>
          <a:lstStyle/>
          <a:p>
            <a:r>
              <a:rPr lang="en-US" b="0" i="0" dirty="0">
                <a:solidFill>
                  <a:schemeClr val="bg1"/>
                </a:solidFill>
                <a:effectLst/>
                <a:latin typeface="urw-din"/>
              </a:rPr>
              <a:t>Why did Facebook acquire WhatsApp by paying a huge price of $19 billion</a:t>
            </a:r>
            <a:endParaRPr lang="en-US" dirty="0">
              <a:solidFill>
                <a:schemeClr val="bg1"/>
              </a:solidFill>
            </a:endParaRPr>
          </a:p>
        </p:txBody>
      </p:sp>
    </p:spTree>
    <p:extLst>
      <p:ext uri="{BB962C8B-B14F-4D97-AF65-F5344CB8AC3E}">
        <p14:creationId xmlns:p14="http://schemas.microsoft.com/office/powerpoint/2010/main" val="1221089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9414-8541-05DF-3240-2DC37F29DC59}"/>
              </a:ext>
            </a:extLst>
          </p:cNvPr>
          <p:cNvSpPr>
            <a:spLocks noGrp="1"/>
          </p:cNvSpPr>
          <p:nvPr>
            <p:ph type="title"/>
          </p:nvPr>
        </p:nvSpPr>
        <p:spPr/>
        <p:txBody>
          <a:bodyPr/>
          <a:lstStyle/>
          <a:p>
            <a:r>
              <a:rPr lang="en-GB" dirty="0">
                <a:solidFill>
                  <a:schemeClr val="bg1"/>
                </a:solidFill>
              </a:rPr>
              <a:t>Forms of data</a:t>
            </a:r>
            <a:endParaRPr lang="en-US" dirty="0">
              <a:solidFill>
                <a:schemeClr val="bg1"/>
              </a:solidFill>
            </a:endParaRPr>
          </a:p>
        </p:txBody>
      </p:sp>
      <p:sp>
        <p:nvSpPr>
          <p:cNvPr id="3" name="Text Placeholder 2">
            <a:extLst>
              <a:ext uri="{FF2B5EF4-FFF2-40B4-BE49-F238E27FC236}">
                <a16:creationId xmlns:a16="http://schemas.microsoft.com/office/drawing/2014/main" id="{A0571C91-F5C0-78B3-D068-B423AD718139}"/>
              </a:ext>
            </a:extLst>
          </p:cNvPr>
          <p:cNvSpPr>
            <a:spLocks noGrp="1"/>
          </p:cNvSpPr>
          <p:nvPr>
            <p:ph type="body" sz="quarter" idx="10"/>
          </p:nvPr>
        </p:nvSpPr>
        <p:spPr>
          <a:xfrm>
            <a:off x="601791" y="1647202"/>
            <a:ext cx="1965262" cy="3545199"/>
          </a:xfrm>
        </p:spPr>
        <p:txBody>
          <a:bodyPr/>
          <a:lstStyle/>
          <a:p>
            <a:r>
              <a:rPr lang="en-GB" sz="2400" b="1" dirty="0">
                <a:solidFill>
                  <a:schemeClr val="bg1"/>
                </a:solidFill>
              </a:rPr>
              <a:t>Numerical</a:t>
            </a:r>
          </a:p>
          <a:p>
            <a:r>
              <a:rPr lang="en-GB" sz="2400" dirty="0">
                <a:solidFill>
                  <a:schemeClr val="bg1"/>
                </a:solidFill>
              </a:rPr>
              <a:t>It is all numbers</a:t>
            </a:r>
            <a:endParaRPr lang="en-US" sz="2400" dirty="0">
              <a:solidFill>
                <a:schemeClr val="bg1"/>
              </a:solidFill>
            </a:endParaRPr>
          </a:p>
        </p:txBody>
      </p:sp>
      <p:sp>
        <p:nvSpPr>
          <p:cNvPr id="4" name="Text Placeholder 2">
            <a:extLst>
              <a:ext uri="{FF2B5EF4-FFF2-40B4-BE49-F238E27FC236}">
                <a16:creationId xmlns:a16="http://schemas.microsoft.com/office/drawing/2014/main" id="{E09CABDF-02A9-54FE-E604-C7DDAD1100E1}"/>
              </a:ext>
            </a:extLst>
          </p:cNvPr>
          <p:cNvSpPr txBox="1">
            <a:spLocks/>
          </p:cNvSpPr>
          <p:nvPr/>
        </p:nvSpPr>
        <p:spPr>
          <a:xfrm>
            <a:off x="2567053" y="1656400"/>
            <a:ext cx="1965262" cy="3545199"/>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dirty="0">
                <a:solidFill>
                  <a:schemeClr val="bg1"/>
                </a:solidFill>
              </a:rPr>
              <a:t>Categorical</a:t>
            </a:r>
          </a:p>
          <a:p>
            <a:r>
              <a:rPr lang="en-GB" sz="2400" dirty="0">
                <a:solidFill>
                  <a:schemeClr val="bg1"/>
                </a:solidFill>
              </a:rPr>
              <a:t>Also called a nominal value</a:t>
            </a:r>
          </a:p>
          <a:p>
            <a:r>
              <a:rPr lang="en-GB" sz="2400" dirty="0">
                <a:solidFill>
                  <a:schemeClr val="bg1"/>
                </a:solidFill>
              </a:rPr>
              <a:t>E.g. True, False</a:t>
            </a:r>
          </a:p>
          <a:p>
            <a:r>
              <a:rPr lang="en-GB" sz="2400" dirty="0">
                <a:solidFill>
                  <a:schemeClr val="bg1"/>
                </a:solidFill>
              </a:rPr>
              <a:t>Gender ,Models of PC etc</a:t>
            </a:r>
          </a:p>
          <a:p>
            <a:endParaRPr lang="en-US" sz="2400" dirty="0">
              <a:solidFill>
                <a:schemeClr val="bg1"/>
              </a:solidFill>
            </a:endParaRPr>
          </a:p>
        </p:txBody>
      </p:sp>
      <p:sp>
        <p:nvSpPr>
          <p:cNvPr id="5" name="Text Placeholder 2">
            <a:extLst>
              <a:ext uri="{FF2B5EF4-FFF2-40B4-BE49-F238E27FC236}">
                <a16:creationId xmlns:a16="http://schemas.microsoft.com/office/drawing/2014/main" id="{B00F62F5-064A-D834-A710-3CA32468AA42}"/>
              </a:ext>
            </a:extLst>
          </p:cNvPr>
          <p:cNvSpPr txBox="1">
            <a:spLocks/>
          </p:cNvSpPr>
          <p:nvPr/>
        </p:nvSpPr>
        <p:spPr>
          <a:xfrm>
            <a:off x="4714938" y="1656400"/>
            <a:ext cx="1965262" cy="3545199"/>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dirty="0">
                <a:solidFill>
                  <a:schemeClr val="bg1"/>
                </a:solidFill>
              </a:rPr>
              <a:t>Ordinal</a:t>
            </a:r>
          </a:p>
          <a:p>
            <a:r>
              <a:rPr lang="en-GB" sz="2400" dirty="0">
                <a:solidFill>
                  <a:schemeClr val="bg1"/>
                </a:solidFill>
              </a:rPr>
              <a:t>It is like nominal but with the ordering of data</a:t>
            </a:r>
          </a:p>
          <a:p>
            <a:r>
              <a:rPr lang="en-GB" sz="2400" dirty="0">
                <a:solidFill>
                  <a:schemeClr val="bg1"/>
                </a:solidFill>
              </a:rPr>
              <a:t>E.g. Positions, Sizes, Happiness rating</a:t>
            </a:r>
            <a:endParaRPr lang="en-US" sz="2400" dirty="0">
              <a:solidFill>
                <a:schemeClr val="bg1"/>
              </a:solidFill>
            </a:endParaRPr>
          </a:p>
        </p:txBody>
      </p:sp>
    </p:spTree>
    <p:extLst>
      <p:ext uri="{BB962C8B-B14F-4D97-AF65-F5344CB8AC3E}">
        <p14:creationId xmlns:p14="http://schemas.microsoft.com/office/powerpoint/2010/main" val="2708253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9DA83-DAB3-F362-3C30-4D726D3BED61}"/>
              </a:ext>
            </a:extLst>
          </p:cNvPr>
          <p:cNvSpPr>
            <a:spLocks noGrp="1"/>
          </p:cNvSpPr>
          <p:nvPr>
            <p:ph type="title"/>
          </p:nvPr>
        </p:nvSpPr>
        <p:spPr/>
        <p:txBody>
          <a:bodyPr/>
          <a:lstStyle/>
          <a:p>
            <a:r>
              <a:rPr lang="en-GB" dirty="0">
                <a:solidFill>
                  <a:schemeClr val="bg1"/>
                </a:solidFill>
              </a:rPr>
              <a:t>How data is used in ML</a:t>
            </a:r>
            <a:endParaRPr lang="en-US" dirty="0">
              <a:solidFill>
                <a:schemeClr val="bg1"/>
              </a:solidFill>
            </a:endParaRPr>
          </a:p>
        </p:txBody>
      </p:sp>
      <p:sp>
        <p:nvSpPr>
          <p:cNvPr id="3" name="Text Placeholder 2">
            <a:extLst>
              <a:ext uri="{FF2B5EF4-FFF2-40B4-BE49-F238E27FC236}">
                <a16:creationId xmlns:a16="http://schemas.microsoft.com/office/drawing/2014/main" id="{BD5511BC-D511-FA49-0F74-40C22404C7DD}"/>
              </a:ext>
            </a:extLst>
          </p:cNvPr>
          <p:cNvSpPr>
            <a:spLocks noGrp="1"/>
          </p:cNvSpPr>
          <p:nvPr>
            <p:ph type="body" sz="quarter" idx="10"/>
          </p:nvPr>
        </p:nvSpPr>
        <p:spPr/>
        <p:txBody>
          <a:bodyPr/>
          <a:lstStyle/>
          <a:p>
            <a:r>
              <a:rPr lang="en-GB" dirty="0">
                <a:solidFill>
                  <a:schemeClr val="bg1"/>
                </a:solidFill>
              </a:rPr>
              <a:t>Data is split into training data, validation data and Testing data</a:t>
            </a:r>
          </a:p>
          <a:p>
            <a:r>
              <a:rPr lang="en-GB" dirty="0">
                <a:solidFill>
                  <a:schemeClr val="bg1"/>
                </a:solidFill>
              </a:rPr>
              <a:t>Training data: Is used to create a model, It is input and the output which the model actually see.</a:t>
            </a:r>
          </a:p>
          <a:p>
            <a:r>
              <a:rPr lang="en-GB" dirty="0">
                <a:solidFill>
                  <a:schemeClr val="bg1"/>
                </a:solidFill>
              </a:rPr>
              <a:t>Validation data helps in checking or evaluating the model whether it can make correct predictions.</a:t>
            </a:r>
          </a:p>
          <a:p>
            <a:r>
              <a:rPr lang="en-GB" dirty="0">
                <a:solidFill>
                  <a:schemeClr val="bg1"/>
                </a:solidFill>
              </a:rPr>
              <a:t>Testing data: This data is used when the model has been trained. This data is fed into the trained model and check the output from this by comparing it with the actual values.</a:t>
            </a:r>
          </a:p>
          <a:p>
            <a:endParaRPr lang="en-US" dirty="0">
              <a:solidFill>
                <a:schemeClr val="bg1"/>
              </a:solidFill>
            </a:endParaRPr>
          </a:p>
        </p:txBody>
      </p:sp>
    </p:spTree>
    <p:extLst>
      <p:ext uri="{BB962C8B-B14F-4D97-AF65-F5344CB8AC3E}">
        <p14:creationId xmlns:p14="http://schemas.microsoft.com/office/powerpoint/2010/main" val="3237980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D815C-D8BB-2E6D-833B-39948BAD1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CDAC9-AE08-8729-5A02-58F8ECE9B93A}"/>
              </a:ext>
            </a:extLst>
          </p:cNvPr>
          <p:cNvSpPr>
            <a:spLocks noGrp="1"/>
          </p:cNvSpPr>
          <p:nvPr>
            <p:ph type="title"/>
          </p:nvPr>
        </p:nvSpPr>
        <p:spPr/>
        <p:txBody>
          <a:bodyPr>
            <a:normAutofit fontScale="90000"/>
          </a:bodyPr>
          <a:lstStyle/>
          <a:p>
            <a:r>
              <a:rPr lang="en-GB" dirty="0">
                <a:solidFill>
                  <a:schemeClr val="bg1"/>
                </a:solidFill>
              </a:rPr>
              <a:t>Simplified Diagrammatic Implementation of ML </a:t>
            </a:r>
            <a:endParaRPr lang="en-US" dirty="0">
              <a:solidFill>
                <a:schemeClr val="bg1"/>
              </a:solidFill>
            </a:endParaRPr>
          </a:p>
        </p:txBody>
      </p:sp>
      <p:grpSp>
        <p:nvGrpSpPr>
          <p:cNvPr id="6" name="Group 5">
            <a:extLst>
              <a:ext uri="{FF2B5EF4-FFF2-40B4-BE49-F238E27FC236}">
                <a16:creationId xmlns:a16="http://schemas.microsoft.com/office/drawing/2014/main" id="{0136B03D-4FE6-4CCF-7A45-36217E6DC5D8}"/>
              </a:ext>
            </a:extLst>
          </p:cNvPr>
          <p:cNvGrpSpPr/>
          <p:nvPr/>
        </p:nvGrpSpPr>
        <p:grpSpPr>
          <a:xfrm>
            <a:off x="708441" y="2171700"/>
            <a:ext cx="7965660" cy="2898974"/>
            <a:chOff x="483072" y="2398988"/>
            <a:chExt cx="10775119" cy="2591023"/>
          </a:xfrm>
        </p:grpSpPr>
        <p:sp>
          <p:nvSpPr>
            <p:cNvPr id="7" name="Rectangle 6">
              <a:extLst>
                <a:ext uri="{FF2B5EF4-FFF2-40B4-BE49-F238E27FC236}">
                  <a16:creationId xmlns:a16="http://schemas.microsoft.com/office/drawing/2014/main" id="{00AE6124-1A58-46B1-AE25-66EFFBC5B9D6}"/>
                </a:ext>
              </a:extLst>
            </p:cNvPr>
            <p:cNvSpPr/>
            <p:nvPr/>
          </p:nvSpPr>
          <p:spPr>
            <a:xfrm>
              <a:off x="678380" y="2398988"/>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Training Data</a:t>
              </a:r>
            </a:p>
          </p:txBody>
        </p:sp>
        <p:sp>
          <p:nvSpPr>
            <p:cNvPr id="8" name="Rectangle 7">
              <a:extLst>
                <a:ext uri="{FF2B5EF4-FFF2-40B4-BE49-F238E27FC236}">
                  <a16:creationId xmlns:a16="http://schemas.microsoft.com/office/drawing/2014/main" id="{8E44CD25-9F50-40A5-B2AB-1FA8508736A3}"/>
                </a:ext>
              </a:extLst>
            </p:cNvPr>
            <p:cNvSpPr/>
            <p:nvPr/>
          </p:nvSpPr>
          <p:spPr>
            <a:xfrm>
              <a:off x="4310826" y="2409914"/>
              <a:ext cx="2165558"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Machine Learning Algorithm</a:t>
              </a:r>
            </a:p>
          </p:txBody>
        </p:sp>
        <p:sp>
          <p:nvSpPr>
            <p:cNvPr id="9" name="Rectangle 8">
              <a:extLst>
                <a:ext uri="{FF2B5EF4-FFF2-40B4-BE49-F238E27FC236}">
                  <a16:creationId xmlns:a16="http://schemas.microsoft.com/office/drawing/2014/main" id="{EBD8EA06-9F0A-44A4-9DBB-02806464F267}"/>
                </a:ext>
              </a:extLst>
            </p:cNvPr>
            <p:cNvSpPr/>
            <p:nvPr/>
          </p:nvSpPr>
          <p:spPr>
            <a:xfrm>
              <a:off x="4310826" y="4166359"/>
              <a:ext cx="2165558"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Trained Model</a:t>
              </a:r>
            </a:p>
          </p:txBody>
        </p:sp>
        <p:sp>
          <p:nvSpPr>
            <p:cNvPr id="10" name="Rectangle 9">
              <a:extLst>
                <a:ext uri="{FF2B5EF4-FFF2-40B4-BE49-F238E27FC236}">
                  <a16:creationId xmlns:a16="http://schemas.microsoft.com/office/drawing/2014/main" id="{413B0AB3-A825-4F81-B20C-E27B6789C012}"/>
                </a:ext>
              </a:extLst>
            </p:cNvPr>
            <p:cNvSpPr/>
            <p:nvPr/>
          </p:nvSpPr>
          <p:spPr>
            <a:xfrm>
              <a:off x="678379" y="4166359"/>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“Live” Data / Test Data</a:t>
              </a:r>
            </a:p>
          </p:txBody>
        </p:sp>
        <p:sp>
          <p:nvSpPr>
            <p:cNvPr id="11" name="Rectangle 10">
              <a:extLst>
                <a:ext uri="{FF2B5EF4-FFF2-40B4-BE49-F238E27FC236}">
                  <a16:creationId xmlns:a16="http://schemas.microsoft.com/office/drawing/2014/main" id="{0444D135-B574-4CE8-AA9A-2FBEE9B6DFD7}"/>
                </a:ext>
              </a:extLst>
            </p:cNvPr>
            <p:cNvSpPr/>
            <p:nvPr/>
          </p:nvSpPr>
          <p:spPr>
            <a:xfrm>
              <a:off x="8563230" y="4166359"/>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Prediction</a:t>
              </a:r>
            </a:p>
          </p:txBody>
        </p:sp>
        <p:cxnSp>
          <p:nvCxnSpPr>
            <p:cNvPr id="12" name="Straight Arrow Connector 11">
              <a:extLst>
                <a:ext uri="{FF2B5EF4-FFF2-40B4-BE49-F238E27FC236}">
                  <a16:creationId xmlns:a16="http://schemas.microsoft.com/office/drawing/2014/main" id="{B5FDD1D3-FBF7-4237-897A-622AC6304202}"/>
                </a:ext>
              </a:extLst>
            </p:cNvPr>
            <p:cNvCxnSpPr>
              <a:cxnSpLocks/>
              <a:stCxn id="7" idx="3"/>
              <a:endCxn id="8" idx="1"/>
            </p:cNvCxnSpPr>
            <p:nvPr/>
          </p:nvCxnSpPr>
          <p:spPr>
            <a:xfrm>
              <a:off x="2677887" y="2810814"/>
              <a:ext cx="1632939" cy="1092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0D27756-8333-4D97-A9F6-0281A3E5B9DD}"/>
                </a:ext>
              </a:extLst>
            </p:cNvPr>
            <p:cNvCxnSpPr/>
            <p:nvPr/>
          </p:nvCxnSpPr>
          <p:spPr>
            <a:xfrm>
              <a:off x="2595956" y="4602844"/>
              <a:ext cx="178813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50E092F-25D0-4319-A01E-33ECCEBBF9BB}"/>
                </a:ext>
              </a:extLst>
            </p:cNvPr>
            <p:cNvCxnSpPr>
              <a:cxnSpLocks/>
              <a:endCxn id="11" idx="1"/>
            </p:cNvCxnSpPr>
            <p:nvPr/>
          </p:nvCxnSpPr>
          <p:spPr>
            <a:xfrm flipV="1">
              <a:off x="6228403" y="4578185"/>
              <a:ext cx="2334827" cy="2170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84BD4F0-C8A0-4BBC-A23A-AA5ABBDC93FB}"/>
                </a:ext>
              </a:extLst>
            </p:cNvPr>
            <p:cNvCxnSpPr>
              <a:cxnSpLocks/>
              <a:stCxn id="8" idx="2"/>
              <a:endCxn id="9" idx="0"/>
            </p:cNvCxnSpPr>
            <p:nvPr/>
          </p:nvCxnSpPr>
          <p:spPr>
            <a:xfrm>
              <a:off x="5393605" y="3233566"/>
              <a:ext cx="0" cy="932793"/>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7EF36D3-6EA9-4574-AF02-2419BA40B505}"/>
                </a:ext>
              </a:extLst>
            </p:cNvPr>
            <p:cNvCxnSpPr/>
            <p:nvPr/>
          </p:nvCxnSpPr>
          <p:spPr>
            <a:xfrm>
              <a:off x="483072" y="3671899"/>
              <a:ext cx="1077511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5">
              <a:extLst>
                <a:ext uri="{FF2B5EF4-FFF2-40B4-BE49-F238E27FC236}">
                  <a16:creationId xmlns:a16="http://schemas.microsoft.com/office/drawing/2014/main" id="{8372FBD9-3EBE-42ED-BFF3-C6D2A83A6E89}"/>
                </a:ext>
              </a:extLst>
            </p:cNvPr>
            <p:cNvSpPr txBox="1"/>
            <p:nvPr/>
          </p:nvSpPr>
          <p:spPr>
            <a:xfrm>
              <a:off x="1017211" y="3302567"/>
              <a:ext cx="2304155" cy="330099"/>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schemeClr val="bg1"/>
                  </a:solidFill>
                  <a:effectLst/>
                  <a:uLnTx/>
                  <a:uFillTx/>
                  <a:latin typeface="Calibri"/>
                  <a:ea typeface="+mn-ea"/>
                  <a:cs typeface="+mn-cs"/>
                </a:rPr>
                <a:t>Training</a:t>
              </a:r>
            </a:p>
          </p:txBody>
        </p:sp>
        <p:sp>
          <p:nvSpPr>
            <p:cNvPr id="18" name="TextBox 16">
              <a:extLst>
                <a:ext uri="{FF2B5EF4-FFF2-40B4-BE49-F238E27FC236}">
                  <a16:creationId xmlns:a16="http://schemas.microsoft.com/office/drawing/2014/main" id="{FCCD9D41-5AD2-4242-AC34-7BDA16970A31}"/>
                </a:ext>
              </a:extLst>
            </p:cNvPr>
            <p:cNvSpPr txBox="1"/>
            <p:nvPr/>
          </p:nvSpPr>
          <p:spPr>
            <a:xfrm>
              <a:off x="1017213" y="3678062"/>
              <a:ext cx="2304152" cy="330099"/>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schemeClr val="bg1"/>
                  </a:solidFill>
                  <a:effectLst/>
                  <a:uLnTx/>
                  <a:uFillTx/>
                  <a:latin typeface="Calibri"/>
                  <a:ea typeface="+mn-ea"/>
                  <a:cs typeface="+mn-cs"/>
                </a:rPr>
                <a:t>Prediction</a:t>
              </a:r>
            </a:p>
          </p:txBody>
        </p:sp>
      </p:grpSp>
    </p:spTree>
    <p:extLst>
      <p:ext uri="{BB962C8B-B14F-4D97-AF65-F5344CB8AC3E}">
        <p14:creationId xmlns:p14="http://schemas.microsoft.com/office/powerpoint/2010/main" val="1471708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577D7-D619-1A85-DAAE-580ED8F93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8AD33-45E7-DCD3-C449-FEACDBA5BE53}"/>
              </a:ext>
            </a:extLst>
          </p:cNvPr>
          <p:cNvSpPr>
            <a:spLocks noGrp="1"/>
          </p:cNvSpPr>
          <p:nvPr>
            <p:ph type="title"/>
          </p:nvPr>
        </p:nvSpPr>
        <p:spPr/>
        <p:txBody>
          <a:bodyPr/>
          <a:lstStyle/>
          <a:p>
            <a:r>
              <a:rPr lang="en-GB" dirty="0">
                <a:solidFill>
                  <a:schemeClr val="bg1"/>
                </a:solidFill>
              </a:rPr>
              <a:t>ML in Mathematical Representation</a:t>
            </a:r>
            <a:endParaRPr lang="en-US" dirty="0">
              <a:solidFill>
                <a:schemeClr val="bg1"/>
              </a:solidFill>
            </a:endParaRPr>
          </a:p>
        </p:txBody>
      </p:sp>
      <p:pic>
        <p:nvPicPr>
          <p:cNvPr id="3" name="Picture 2">
            <a:extLst>
              <a:ext uri="{FF2B5EF4-FFF2-40B4-BE49-F238E27FC236}">
                <a16:creationId xmlns:a16="http://schemas.microsoft.com/office/drawing/2014/main" id="{F2E1A0E0-5B8B-59AA-BA31-174953360E47}"/>
              </a:ext>
            </a:extLst>
          </p:cNvPr>
          <p:cNvPicPr>
            <a:picLocks noChangeAspect="1"/>
          </p:cNvPicPr>
          <p:nvPr/>
        </p:nvPicPr>
        <p:blipFill>
          <a:blip r:embed="rId2"/>
          <a:stretch>
            <a:fillRect/>
          </a:stretch>
        </p:blipFill>
        <p:spPr>
          <a:xfrm>
            <a:off x="601791" y="2317922"/>
            <a:ext cx="6998217" cy="3542957"/>
          </a:xfrm>
          <a:prstGeom prst="rect">
            <a:avLst/>
          </a:prstGeom>
        </p:spPr>
      </p:pic>
    </p:spTree>
    <p:extLst>
      <p:ext uri="{BB962C8B-B14F-4D97-AF65-F5344CB8AC3E}">
        <p14:creationId xmlns:p14="http://schemas.microsoft.com/office/powerpoint/2010/main" val="3565448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39A3-6374-791F-FB12-DCE2451E1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E4497-17BE-1469-C57C-D63E15020B58}"/>
              </a:ext>
            </a:extLst>
          </p:cNvPr>
          <p:cNvSpPr>
            <a:spLocks noGrp="1"/>
          </p:cNvSpPr>
          <p:nvPr>
            <p:ph type="title"/>
          </p:nvPr>
        </p:nvSpPr>
        <p:spPr/>
        <p:txBody>
          <a:bodyPr/>
          <a:lstStyle/>
          <a:p>
            <a:r>
              <a:rPr lang="en-GB" dirty="0">
                <a:solidFill>
                  <a:schemeClr val="bg1"/>
                </a:solidFill>
              </a:rPr>
              <a:t>An ML Exemplar</a:t>
            </a:r>
            <a:endParaRPr lang="en-US" dirty="0">
              <a:solidFill>
                <a:schemeClr val="bg1"/>
              </a:solidFill>
            </a:endParaRPr>
          </a:p>
        </p:txBody>
      </p:sp>
      <p:pic>
        <p:nvPicPr>
          <p:cNvPr id="4" name="Picture 3">
            <a:extLst>
              <a:ext uri="{FF2B5EF4-FFF2-40B4-BE49-F238E27FC236}">
                <a16:creationId xmlns:a16="http://schemas.microsoft.com/office/drawing/2014/main" id="{8D91F450-04B0-12F6-E4EC-CC263BE3E0BB}"/>
              </a:ext>
            </a:extLst>
          </p:cNvPr>
          <p:cNvPicPr>
            <a:picLocks noChangeAspect="1"/>
          </p:cNvPicPr>
          <p:nvPr/>
        </p:nvPicPr>
        <p:blipFill>
          <a:blip r:embed="rId2"/>
          <a:stretch>
            <a:fillRect/>
          </a:stretch>
        </p:blipFill>
        <p:spPr>
          <a:xfrm>
            <a:off x="365589" y="2187491"/>
            <a:ext cx="7346022" cy="3778418"/>
          </a:xfrm>
          <a:prstGeom prst="rect">
            <a:avLst/>
          </a:prstGeom>
        </p:spPr>
      </p:pic>
    </p:spTree>
    <p:extLst>
      <p:ext uri="{BB962C8B-B14F-4D97-AF65-F5344CB8AC3E}">
        <p14:creationId xmlns:p14="http://schemas.microsoft.com/office/powerpoint/2010/main" val="2107868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FF0DC-040D-ADE6-C2A3-914D7DE90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04D4F-F5BF-E8E3-17E6-BA73501E7E5A}"/>
              </a:ext>
            </a:extLst>
          </p:cNvPr>
          <p:cNvSpPr>
            <a:spLocks noGrp="1"/>
          </p:cNvSpPr>
          <p:nvPr>
            <p:ph type="title"/>
          </p:nvPr>
        </p:nvSpPr>
        <p:spPr/>
        <p:txBody>
          <a:bodyPr/>
          <a:lstStyle/>
          <a:p>
            <a:r>
              <a:rPr lang="en-GB" dirty="0">
                <a:solidFill>
                  <a:schemeClr val="bg1"/>
                </a:solidFill>
              </a:rPr>
              <a:t>Another ML Exemplar</a:t>
            </a:r>
            <a:endParaRPr lang="en-US" dirty="0">
              <a:solidFill>
                <a:schemeClr val="bg1"/>
              </a:solidFill>
            </a:endParaRPr>
          </a:p>
        </p:txBody>
      </p:sp>
      <p:pic>
        <p:nvPicPr>
          <p:cNvPr id="3" name="Picture 2">
            <a:extLst>
              <a:ext uri="{FF2B5EF4-FFF2-40B4-BE49-F238E27FC236}">
                <a16:creationId xmlns:a16="http://schemas.microsoft.com/office/drawing/2014/main" id="{07B74E0F-7EF5-D966-C25F-0CB87A662052}"/>
              </a:ext>
            </a:extLst>
          </p:cNvPr>
          <p:cNvPicPr>
            <a:picLocks noChangeAspect="1"/>
          </p:cNvPicPr>
          <p:nvPr/>
        </p:nvPicPr>
        <p:blipFill>
          <a:blip r:embed="rId2"/>
          <a:stretch>
            <a:fillRect/>
          </a:stretch>
        </p:blipFill>
        <p:spPr>
          <a:xfrm>
            <a:off x="601791" y="2040668"/>
            <a:ext cx="7025986" cy="3462464"/>
          </a:xfrm>
          <a:prstGeom prst="rect">
            <a:avLst/>
          </a:prstGeom>
        </p:spPr>
      </p:pic>
    </p:spTree>
    <p:extLst>
      <p:ext uri="{BB962C8B-B14F-4D97-AF65-F5344CB8AC3E}">
        <p14:creationId xmlns:p14="http://schemas.microsoft.com/office/powerpoint/2010/main" val="2114616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08A62-29DD-50FD-9498-28B87C022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F3F3B-E60B-7AFF-ECCC-5F6B9F0C28DA}"/>
              </a:ext>
            </a:extLst>
          </p:cNvPr>
          <p:cNvSpPr>
            <a:spLocks noGrp="1"/>
          </p:cNvSpPr>
          <p:nvPr>
            <p:ph type="title"/>
          </p:nvPr>
        </p:nvSpPr>
        <p:spPr/>
        <p:txBody>
          <a:bodyPr/>
          <a:lstStyle/>
          <a:p>
            <a:r>
              <a:rPr lang="en-GB" dirty="0">
                <a:solidFill>
                  <a:schemeClr val="bg1"/>
                </a:solidFill>
              </a:rPr>
              <a:t>Yet Another ML Exemplar</a:t>
            </a:r>
            <a:endParaRPr lang="en-US" dirty="0">
              <a:solidFill>
                <a:schemeClr val="bg1"/>
              </a:solidFill>
            </a:endParaRPr>
          </a:p>
        </p:txBody>
      </p:sp>
      <p:pic>
        <p:nvPicPr>
          <p:cNvPr id="4" name="Picture 3">
            <a:extLst>
              <a:ext uri="{FF2B5EF4-FFF2-40B4-BE49-F238E27FC236}">
                <a16:creationId xmlns:a16="http://schemas.microsoft.com/office/drawing/2014/main" id="{E5E8B186-5480-C775-4214-6F01AEDB8276}"/>
              </a:ext>
            </a:extLst>
          </p:cNvPr>
          <p:cNvPicPr>
            <a:picLocks noChangeAspect="1"/>
          </p:cNvPicPr>
          <p:nvPr/>
        </p:nvPicPr>
        <p:blipFill>
          <a:blip r:embed="rId2"/>
          <a:stretch>
            <a:fillRect/>
          </a:stretch>
        </p:blipFill>
        <p:spPr>
          <a:xfrm>
            <a:off x="601791" y="1982474"/>
            <a:ext cx="7025983" cy="2893051"/>
          </a:xfrm>
          <a:prstGeom prst="rect">
            <a:avLst/>
          </a:prstGeom>
        </p:spPr>
      </p:pic>
      <p:sp>
        <p:nvSpPr>
          <p:cNvPr id="5" name="TextBox 4">
            <a:extLst>
              <a:ext uri="{FF2B5EF4-FFF2-40B4-BE49-F238E27FC236}">
                <a16:creationId xmlns:a16="http://schemas.microsoft.com/office/drawing/2014/main" id="{2AAA3B8C-E837-6CE8-F29D-ED1D94B8F02C}"/>
              </a:ext>
            </a:extLst>
          </p:cNvPr>
          <p:cNvSpPr txBox="1"/>
          <p:nvPr/>
        </p:nvSpPr>
        <p:spPr>
          <a:xfrm>
            <a:off x="2971800" y="5049634"/>
            <a:ext cx="2339551" cy="461665"/>
          </a:xfrm>
          <a:prstGeom prst="rect">
            <a:avLst/>
          </a:prstGeom>
          <a:noFill/>
        </p:spPr>
        <p:txBody>
          <a:bodyPr wrap="none" rtlCol="0">
            <a:spAutoFit/>
          </a:bodyPr>
          <a:lstStyle/>
          <a:p>
            <a:r>
              <a:rPr lang="en-GB" sz="2400" dirty="0">
                <a:solidFill>
                  <a:schemeClr val="bg1"/>
                </a:solidFill>
              </a:rPr>
              <a:t>* age recognition</a:t>
            </a:r>
          </a:p>
        </p:txBody>
      </p:sp>
    </p:spTree>
    <p:extLst>
      <p:ext uri="{BB962C8B-B14F-4D97-AF65-F5344CB8AC3E}">
        <p14:creationId xmlns:p14="http://schemas.microsoft.com/office/powerpoint/2010/main" val="2022739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71DE2-65B6-918A-BD58-497568D1F2FE}"/>
              </a:ext>
            </a:extLst>
          </p:cNvPr>
          <p:cNvSpPr>
            <a:spLocks noGrp="1"/>
          </p:cNvSpPr>
          <p:nvPr>
            <p:ph type="title"/>
          </p:nvPr>
        </p:nvSpPr>
        <p:spPr/>
        <p:txBody>
          <a:bodyPr/>
          <a:lstStyle/>
          <a:p>
            <a:r>
              <a:rPr lang="en-GB" dirty="0">
                <a:solidFill>
                  <a:schemeClr val="bg1"/>
                </a:solidFill>
              </a:rPr>
              <a:t>Example of ML</a:t>
            </a:r>
            <a:endParaRPr lang="en-US" dirty="0">
              <a:solidFill>
                <a:schemeClr val="bg1"/>
              </a:solidFill>
            </a:endParaRPr>
          </a:p>
        </p:txBody>
      </p:sp>
      <p:sp>
        <p:nvSpPr>
          <p:cNvPr id="3" name="Text Placeholder 2">
            <a:extLst>
              <a:ext uri="{FF2B5EF4-FFF2-40B4-BE49-F238E27FC236}">
                <a16:creationId xmlns:a16="http://schemas.microsoft.com/office/drawing/2014/main" id="{513F0435-26D1-CCC4-CAB8-221BF713D308}"/>
              </a:ext>
            </a:extLst>
          </p:cNvPr>
          <p:cNvSpPr>
            <a:spLocks noGrp="1"/>
          </p:cNvSpPr>
          <p:nvPr>
            <p:ph type="body" sz="quarter" idx="10"/>
          </p:nvPr>
        </p:nvSpPr>
        <p:spPr>
          <a:xfrm>
            <a:off x="601791" y="1409700"/>
            <a:ext cx="6688009" cy="4419600"/>
          </a:xfrm>
        </p:spPr>
        <p:txBody>
          <a:bodyPr/>
          <a:lstStyle/>
          <a:p>
            <a:r>
              <a:rPr lang="en-US" sz="2400" b="0" i="0" dirty="0">
                <a:solidFill>
                  <a:schemeClr val="bg1"/>
                </a:solidFill>
                <a:effectLst/>
                <a:latin typeface="urw-din"/>
              </a:rPr>
              <a:t>Car manufacturing company: Build a model to predict the fuel efficiency of a car </a:t>
            </a:r>
          </a:p>
          <a:p>
            <a:r>
              <a:rPr lang="en-US" sz="2400" b="0" i="0" dirty="0">
                <a:solidFill>
                  <a:schemeClr val="bg1"/>
                </a:solidFill>
                <a:effectLst/>
                <a:latin typeface="urw-din"/>
              </a:rPr>
              <a:t>Data from different car models, with corresponding weight and engine size, and their fuel efficiency.  (Labelled data)</a:t>
            </a:r>
          </a:p>
          <a:p>
            <a:r>
              <a:rPr lang="en-US" sz="2400" b="0" i="0" dirty="0">
                <a:solidFill>
                  <a:schemeClr val="bg1"/>
                </a:solidFill>
                <a:effectLst/>
                <a:latin typeface="urw-din"/>
              </a:rPr>
              <a:t>weight and the engine size (Input or features) </a:t>
            </a:r>
          </a:p>
          <a:p>
            <a:r>
              <a:rPr lang="en-US" sz="2400" b="0" i="0" dirty="0">
                <a:solidFill>
                  <a:schemeClr val="bg1"/>
                </a:solidFill>
                <a:effectLst/>
                <a:latin typeface="urw-din"/>
              </a:rPr>
              <a:t>Predict : fuel efficiency  (target variable (or label)</a:t>
            </a:r>
          </a:p>
          <a:p>
            <a:r>
              <a:rPr lang="en-US" sz="2400" b="0" i="0" dirty="0">
                <a:solidFill>
                  <a:schemeClr val="bg1"/>
                </a:solidFill>
                <a:effectLst/>
                <a:latin typeface="urw-din"/>
              </a:rPr>
              <a:t>Split it into two sets: training set and testing set</a:t>
            </a:r>
          </a:p>
          <a:p>
            <a:r>
              <a:rPr lang="en-US" sz="2400" b="0" i="0" dirty="0">
                <a:solidFill>
                  <a:schemeClr val="bg1"/>
                </a:solidFill>
                <a:effectLst/>
                <a:latin typeface="urw-din"/>
              </a:rPr>
              <a:t>Preprocessing could be needed for example, to fill missing values or handle outliers that might affect your model accuracy.</a:t>
            </a:r>
            <a:endParaRPr lang="en-US" sz="2400" dirty="0">
              <a:solidFill>
                <a:schemeClr val="bg1"/>
              </a:solidFill>
            </a:endParaRPr>
          </a:p>
        </p:txBody>
      </p:sp>
    </p:spTree>
    <p:extLst>
      <p:ext uri="{BB962C8B-B14F-4D97-AF65-F5344CB8AC3E}">
        <p14:creationId xmlns:p14="http://schemas.microsoft.com/office/powerpoint/2010/main" val="3266905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138A2-4EB2-44AF-2F40-6EA0730FBB8C}"/>
              </a:ext>
            </a:extLst>
          </p:cNvPr>
          <p:cNvSpPr>
            <a:spLocks noGrp="1"/>
          </p:cNvSpPr>
          <p:nvPr>
            <p:ph type="title"/>
          </p:nvPr>
        </p:nvSpPr>
        <p:spPr/>
        <p:txBody>
          <a:bodyPr/>
          <a:lstStyle/>
          <a:p>
            <a:r>
              <a:rPr lang="en-GB" dirty="0">
                <a:solidFill>
                  <a:schemeClr val="bg1"/>
                </a:solidFill>
              </a:rPr>
              <a:t>Advantages and disadvantages of ML</a:t>
            </a:r>
            <a:endParaRPr lang="en-US" dirty="0">
              <a:solidFill>
                <a:schemeClr val="bg1"/>
              </a:solidFill>
            </a:endParaRPr>
          </a:p>
        </p:txBody>
      </p:sp>
      <p:sp>
        <p:nvSpPr>
          <p:cNvPr id="3" name="Text Placeholder 2">
            <a:extLst>
              <a:ext uri="{FF2B5EF4-FFF2-40B4-BE49-F238E27FC236}">
                <a16:creationId xmlns:a16="http://schemas.microsoft.com/office/drawing/2014/main" id="{890EA572-C847-C69B-98D6-EB19297F8287}"/>
              </a:ext>
            </a:extLst>
          </p:cNvPr>
          <p:cNvSpPr>
            <a:spLocks noGrp="1"/>
          </p:cNvSpPr>
          <p:nvPr>
            <p:ph type="body" sz="quarter" idx="10"/>
          </p:nvPr>
        </p:nvSpPr>
        <p:spPr>
          <a:xfrm>
            <a:off x="601791" y="1901106"/>
            <a:ext cx="4813172" cy="3733800"/>
          </a:xfrm>
        </p:spPr>
        <p:txBody>
          <a:bodyPr/>
          <a:lstStyle/>
          <a:p>
            <a:r>
              <a:rPr lang="en-GB" dirty="0">
                <a:solidFill>
                  <a:schemeClr val="bg1"/>
                </a:solidFill>
              </a:rPr>
              <a:t>Automate decision making for complex tasks.</a:t>
            </a:r>
          </a:p>
          <a:p>
            <a:r>
              <a:rPr lang="en-GB" dirty="0">
                <a:solidFill>
                  <a:schemeClr val="bg1"/>
                </a:solidFill>
              </a:rPr>
              <a:t>Personalize experiences for customer satisfaction</a:t>
            </a:r>
          </a:p>
          <a:p>
            <a:r>
              <a:rPr lang="en-GB" dirty="0">
                <a:solidFill>
                  <a:schemeClr val="bg1"/>
                </a:solidFill>
              </a:rPr>
              <a:t>Cost saving for business</a:t>
            </a:r>
          </a:p>
          <a:p>
            <a:r>
              <a:rPr lang="en-GB" dirty="0">
                <a:solidFill>
                  <a:schemeClr val="bg1"/>
                </a:solidFill>
              </a:rPr>
              <a:t>Improvement in accuracy of predictions with complex data</a:t>
            </a:r>
            <a:endParaRPr lang="en-US" dirty="0">
              <a:solidFill>
                <a:schemeClr val="bg1"/>
              </a:solidFill>
            </a:endParaRPr>
          </a:p>
        </p:txBody>
      </p:sp>
      <p:sp>
        <p:nvSpPr>
          <p:cNvPr id="4" name="Text Placeholder 2">
            <a:extLst>
              <a:ext uri="{FF2B5EF4-FFF2-40B4-BE49-F238E27FC236}">
                <a16:creationId xmlns:a16="http://schemas.microsoft.com/office/drawing/2014/main" id="{415B3343-8A47-43A2-C1DE-9550363BE19F}"/>
              </a:ext>
            </a:extLst>
          </p:cNvPr>
          <p:cNvSpPr txBox="1">
            <a:spLocks/>
          </p:cNvSpPr>
          <p:nvPr/>
        </p:nvSpPr>
        <p:spPr>
          <a:xfrm>
            <a:off x="5984874" y="2612306"/>
            <a:ext cx="5257801" cy="4096618"/>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solidFill>
                  <a:schemeClr val="bg1"/>
                </a:solidFill>
              </a:rPr>
              <a:t>Privacy of data can raise concerns</a:t>
            </a:r>
          </a:p>
          <a:p>
            <a:r>
              <a:rPr lang="en-GB" sz="2400" dirty="0">
                <a:solidFill>
                  <a:schemeClr val="bg1"/>
                </a:solidFill>
              </a:rPr>
              <a:t>Poor data can compromise the predictions </a:t>
            </a:r>
          </a:p>
          <a:p>
            <a:r>
              <a:rPr lang="en-GB" sz="2400" dirty="0">
                <a:solidFill>
                  <a:schemeClr val="bg1"/>
                </a:solidFill>
              </a:rPr>
              <a:t>Requires high technical skills </a:t>
            </a:r>
            <a:endParaRPr lang="en-US" sz="2400" dirty="0">
              <a:solidFill>
                <a:schemeClr val="bg1"/>
              </a:solidFill>
            </a:endParaRPr>
          </a:p>
        </p:txBody>
      </p:sp>
    </p:spTree>
    <p:extLst>
      <p:ext uri="{BB962C8B-B14F-4D97-AF65-F5344CB8AC3E}">
        <p14:creationId xmlns:p14="http://schemas.microsoft.com/office/powerpoint/2010/main" val="3472800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a:xfrm>
            <a:off x="601791" y="353073"/>
            <a:ext cx="9097686" cy="1068223"/>
          </a:xfrm>
        </p:spPr>
        <p:txBody>
          <a:bodyPr/>
          <a:lstStyle/>
          <a:p>
            <a:r>
              <a:rPr lang="en-GB" dirty="0">
                <a:solidFill>
                  <a:schemeClr val="bg1"/>
                </a:solidFill>
              </a:rPr>
              <a:t>Why do we want machines to learn</a:t>
            </a:r>
            <a:endParaRPr lang="en-US"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9" name="Picture 8">
            <a:extLst>
              <a:ext uri="{FF2B5EF4-FFF2-40B4-BE49-F238E27FC236}">
                <a16:creationId xmlns:a16="http://schemas.microsoft.com/office/drawing/2014/main" id="{C95F08DE-C74B-0348-A198-6712DF330496}"/>
              </a:ext>
            </a:extLst>
          </p:cNvPr>
          <p:cNvPicPr>
            <a:picLocks noChangeAspect="1"/>
          </p:cNvPicPr>
          <p:nvPr/>
        </p:nvPicPr>
        <p:blipFill>
          <a:blip r:embed="rId3"/>
          <a:stretch>
            <a:fillRect/>
          </a:stretch>
        </p:blipFill>
        <p:spPr>
          <a:xfrm>
            <a:off x="628259" y="1328746"/>
            <a:ext cx="10961950" cy="4051547"/>
          </a:xfrm>
          <a:prstGeom prst="rect">
            <a:avLst/>
          </a:prstGeom>
        </p:spPr>
      </p:pic>
    </p:spTree>
    <p:extLst>
      <p:ext uri="{BB962C8B-B14F-4D97-AF65-F5344CB8AC3E}">
        <p14:creationId xmlns:p14="http://schemas.microsoft.com/office/powerpoint/2010/main" val="3945550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7EEB-6318-FDAF-430A-14562FE40113}"/>
              </a:ext>
            </a:extLst>
          </p:cNvPr>
          <p:cNvSpPr>
            <a:spLocks noGrp="1"/>
          </p:cNvSpPr>
          <p:nvPr>
            <p:ph type="title"/>
          </p:nvPr>
        </p:nvSpPr>
        <p:spPr/>
        <p:txBody>
          <a:bodyPr/>
          <a:lstStyle/>
          <a:p>
            <a:r>
              <a:rPr lang="en-GB" dirty="0">
                <a:solidFill>
                  <a:schemeClr val="bg1"/>
                </a:solidFill>
              </a:rPr>
              <a:t>What is AI?</a:t>
            </a:r>
            <a:endParaRPr lang="en-US" dirty="0">
              <a:solidFill>
                <a:schemeClr val="bg1"/>
              </a:solidFill>
            </a:endParaRPr>
          </a:p>
        </p:txBody>
      </p:sp>
      <p:sp>
        <p:nvSpPr>
          <p:cNvPr id="3" name="Text Placeholder 2">
            <a:extLst>
              <a:ext uri="{FF2B5EF4-FFF2-40B4-BE49-F238E27FC236}">
                <a16:creationId xmlns:a16="http://schemas.microsoft.com/office/drawing/2014/main" id="{05763A09-90CB-F7E2-4EA7-3C950855DCA9}"/>
              </a:ext>
            </a:extLst>
          </p:cNvPr>
          <p:cNvSpPr>
            <a:spLocks noGrp="1"/>
          </p:cNvSpPr>
          <p:nvPr>
            <p:ph type="body" sz="quarter" idx="10"/>
          </p:nvPr>
        </p:nvSpPr>
        <p:spPr>
          <a:xfrm>
            <a:off x="601791" y="1447800"/>
            <a:ext cx="6535609" cy="4397524"/>
          </a:xfrm>
        </p:spPr>
        <p:txBody>
          <a:bodyPr/>
          <a:lstStyle/>
          <a:p>
            <a:r>
              <a:rPr lang="en-GB" sz="2000" dirty="0">
                <a:solidFill>
                  <a:schemeClr val="bg1"/>
                </a:solidFill>
              </a:rPr>
              <a:t>Artificial Intelligence is the capability of a machine to imitate intelligent human behaviour. </a:t>
            </a:r>
          </a:p>
          <a:p>
            <a:r>
              <a:rPr lang="en-GB" sz="2000" dirty="0">
                <a:solidFill>
                  <a:schemeClr val="bg1"/>
                </a:solidFill>
              </a:rPr>
              <a:t>AI is achieved by mimicking a human brain, by understanding how it thinks, how it learns, decides, and work while trying to solve a problem.</a:t>
            </a:r>
          </a:p>
          <a:p>
            <a:endParaRPr lang="en-US" sz="2000" dirty="0">
              <a:solidFill>
                <a:schemeClr val="bg1"/>
              </a:solidFill>
            </a:endParaRPr>
          </a:p>
          <a:p>
            <a:endParaRPr lang="en-US" sz="2000" dirty="0">
              <a:solidFill>
                <a:schemeClr val="bg1"/>
              </a:solidFill>
            </a:endParaRPr>
          </a:p>
        </p:txBody>
      </p:sp>
      <p:pic>
        <p:nvPicPr>
          <p:cNvPr id="4" name="Picture 3">
            <a:extLst>
              <a:ext uri="{FF2B5EF4-FFF2-40B4-BE49-F238E27FC236}">
                <a16:creationId xmlns:a16="http://schemas.microsoft.com/office/drawing/2014/main" id="{107C98E5-F117-7E37-3BEF-CE3F3582C13B}"/>
              </a:ext>
            </a:extLst>
          </p:cNvPr>
          <p:cNvPicPr>
            <a:picLocks noChangeAspect="1"/>
          </p:cNvPicPr>
          <p:nvPr/>
        </p:nvPicPr>
        <p:blipFill rotWithShape="1">
          <a:blip r:embed="rId3"/>
          <a:srcRect b="3459"/>
          <a:stretch/>
        </p:blipFill>
        <p:spPr bwMode="auto">
          <a:xfrm>
            <a:off x="2183601" y="3163388"/>
            <a:ext cx="8332797" cy="2795486"/>
          </a:xfrm>
          <a:prstGeom prst="rect">
            <a:avLst/>
          </a:prstGeom>
          <a:noFill/>
        </p:spPr>
      </p:pic>
    </p:spTree>
    <p:extLst>
      <p:ext uri="{BB962C8B-B14F-4D97-AF65-F5344CB8AC3E}">
        <p14:creationId xmlns:p14="http://schemas.microsoft.com/office/powerpoint/2010/main" val="3330783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D8979-3F94-9945-10AD-F4C51DCBB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EFDC5-EAEB-67FD-C087-31F081E07BDE}"/>
              </a:ext>
            </a:extLst>
          </p:cNvPr>
          <p:cNvSpPr>
            <a:spLocks noGrp="1"/>
          </p:cNvSpPr>
          <p:nvPr>
            <p:ph type="title"/>
          </p:nvPr>
        </p:nvSpPr>
        <p:spPr/>
        <p:txBody>
          <a:bodyPr/>
          <a:lstStyle/>
          <a:p>
            <a:r>
              <a:rPr lang="en-GB" dirty="0">
                <a:solidFill>
                  <a:schemeClr val="bg1"/>
                </a:solidFill>
              </a:rPr>
              <a:t>Traditional types of AI</a:t>
            </a:r>
            <a:endParaRPr lang="en-US" dirty="0">
              <a:solidFill>
                <a:schemeClr val="bg1"/>
              </a:solidFill>
            </a:endParaRPr>
          </a:p>
        </p:txBody>
      </p:sp>
      <p:sp>
        <p:nvSpPr>
          <p:cNvPr id="3" name="Text Placeholder 2">
            <a:extLst>
              <a:ext uri="{FF2B5EF4-FFF2-40B4-BE49-F238E27FC236}">
                <a16:creationId xmlns:a16="http://schemas.microsoft.com/office/drawing/2014/main" id="{63CCAE67-2450-7C6C-E412-77D500E817F4}"/>
              </a:ext>
            </a:extLst>
          </p:cNvPr>
          <p:cNvSpPr>
            <a:spLocks noGrp="1"/>
          </p:cNvSpPr>
          <p:nvPr>
            <p:ph type="body" sz="quarter" idx="10"/>
          </p:nvPr>
        </p:nvSpPr>
        <p:spPr>
          <a:xfrm>
            <a:off x="601791" y="1460500"/>
            <a:ext cx="6980109" cy="4384824"/>
          </a:xfrm>
        </p:spPr>
        <p:txBody>
          <a:bodyPr/>
          <a:lstStyle/>
          <a:p>
            <a:r>
              <a:rPr lang="en-US" sz="2000" b="1" dirty="0">
                <a:solidFill>
                  <a:schemeClr val="bg1"/>
                </a:solidFill>
              </a:rPr>
              <a:t>Narrow AI</a:t>
            </a:r>
            <a:r>
              <a:rPr lang="en-US" sz="2000" dirty="0">
                <a:solidFill>
                  <a:schemeClr val="bg1"/>
                </a:solidFill>
              </a:rPr>
              <a:t>: </a:t>
            </a:r>
            <a:r>
              <a:rPr lang="en-GB" sz="2000" dirty="0">
                <a:solidFill>
                  <a:schemeClr val="bg1"/>
                </a:solidFill>
              </a:rPr>
              <a:t>is dedicated to performing a single task, such as playing chess or identifying various objects. It has a vast range of applications in today's world, from guiding autonomous vehicles to detecting spam emails or facial recognition.</a:t>
            </a:r>
          </a:p>
          <a:p>
            <a:r>
              <a:rPr lang="en-GB" sz="2000" b="1" dirty="0">
                <a:solidFill>
                  <a:schemeClr val="bg1"/>
                </a:solidFill>
              </a:rPr>
              <a:t>Broad AI</a:t>
            </a:r>
            <a:r>
              <a:rPr lang="en-GB" sz="2000" dirty="0">
                <a:solidFill>
                  <a:schemeClr val="bg1"/>
                </a:solidFill>
              </a:rPr>
              <a:t>: in contrast, can handle a variety of tasks within a specific domain. For example, an AI developed for healthcare could interpret medical images, analyse patient data and even suggest treatment plans, all within its realm of expertise.</a:t>
            </a:r>
          </a:p>
          <a:p>
            <a:r>
              <a:rPr lang="en-GB" sz="2000" b="1" dirty="0">
                <a:solidFill>
                  <a:schemeClr val="bg1"/>
                </a:solidFill>
              </a:rPr>
              <a:t>General AI</a:t>
            </a:r>
            <a:r>
              <a:rPr lang="en-GB" sz="2000" dirty="0">
                <a:solidFill>
                  <a:schemeClr val="bg1"/>
                </a:solidFill>
              </a:rPr>
              <a:t>: on the other hand, has the most expansive intelligence, capable of functioning effectively across multiple domains. Although it's in the early stages of development, general AI harbours the potential to exceed the capabilities of both narrow and broad AI, paving the way for machines capable of human-like thinking and reasoning.</a:t>
            </a:r>
            <a:endParaRPr lang="en-US" sz="2000" dirty="0">
              <a:solidFill>
                <a:schemeClr val="bg1"/>
              </a:solidFill>
            </a:endParaRPr>
          </a:p>
        </p:txBody>
      </p:sp>
    </p:spTree>
    <p:extLst>
      <p:ext uri="{BB962C8B-B14F-4D97-AF65-F5344CB8AC3E}">
        <p14:creationId xmlns:p14="http://schemas.microsoft.com/office/powerpoint/2010/main" val="3573046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CFF28-6A8B-8828-FF12-BF93639FA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15690-FB58-AA15-EDBE-8D142AC9665F}"/>
              </a:ext>
            </a:extLst>
          </p:cNvPr>
          <p:cNvSpPr>
            <a:spLocks noGrp="1"/>
          </p:cNvSpPr>
          <p:nvPr>
            <p:ph type="title"/>
          </p:nvPr>
        </p:nvSpPr>
        <p:spPr/>
        <p:txBody>
          <a:bodyPr/>
          <a:lstStyle/>
          <a:p>
            <a:r>
              <a:rPr lang="en-GB" dirty="0">
                <a:solidFill>
                  <a:schemeClr val="bg1"/>
                </a:solidFill>
              </a:rPr>
              <a:t>Relationship between AI, ML, DL</a:t>
            </a:r>
            <a:endParaRPr lang="en-US" dirty="0">
              <a:solidFill>
                <a:schemeClr val="bg1"/>
              </a:solidFill>
            </a:endParaRPr>
          </a:p>
        </p:txBody>
      </p:sp>
      <p:sp>
        <p:nvSpPr>
          <p:cNvPr id="7" name="Oval 6">
            <a:extLst>
              <a:ext uri="{FF2B5EF4-FFF2-40B4-BE49-F238E27FC236}">
                <a16:creationId xmlns:a16="http://schemas.microsoft.com/office/drawing/2014/main" id="{2F321F64-DF7E-48A0-8E16-22D2D7E9DF2C}"/>
              </a:ext>
            </a:extLst>
          </p:cNvPr>
          <p:cNvSpPr/>
          <p:nvPr/>
        </p:nvSpPr>
        <p:spPr>
          <a:xfrm>
            <a:off x="542810" y="1495923"/>
            <a:ext cx="3977089" cy="3866154"/>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err="1">
                <a:ln>
                  <a:noFill/>
                </a:ln>
                <a:solidFill>
                  <a:prstClr val="white"/>
                </a:solidFill>
                <a:effectLst/>
                <a:uLnTx/>
                <a:uFillTx/>
                <a:latin typeface="Calibri"/>
                <a:ea typeface="+mn-ea"/>
                <a:cs typeface="+mn-cs"/>
              </a:rPr>
              <a:t>Artifical</a:t>
            </a:r>
            <a:endParaRPr kumimoji="0" lang="en-NZ"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Oval 7">
            <a:extLst>
              <a:ext uri="{FF2B5EF4-FFF2-40B4-BE49-F238E27FC236}">
                <a16:creationId xmlns:a16="http://schemas.microsoft.com/office/drawing/2014/main" id="{16A9B61F-3D62-44A0-9D35-9D1109CC2FB6}"/>
              </a:ext>
            </a:extLst>
          </p:cNvPr>
          <p:cNvSpPr/>
          <p:nvPr/>
        </p:nvSpPr>
        <p:spPr>
          <a:xfrm>
            <a:off x="1458127" y="2663710"/>
            <a:ext cx="2146453" cy="2598144"/>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a:extLst>
              <a:ext uri="{FF2B5EF4-FFF2-40B4-BE49-F238E27FC236}">
                <a16:creationId xmlns:a16="http://schemas.microsoft.com/office/drawing/2014/main" id="{F0C95202-0AA1-423F-9AC6-E69F8EA3EFE4}"/>
              </a:ext>
            </a:extLst>
          </p:cNvPr>
          <p:cNvSpPr/>
          <p:nvPr/>
        </p:nvSpPr>
        <p:spPr>
          <a:xfrm>
            <a:off x="1926802" y="3787434"/>
            <a:ext cx="1209101" cy="12853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8">
            <a:extLst>
              <a:ext uri="{FF2B5EF4-FFF2-40B4-BE49-F238E27FC236}">
                <a16:creationId xmlns:a16="http://schemas.microsoft.com/office/drawing/2014/main" id="{9FBCC964-7088-444E-93D2-B0C54787CFD2}"/>
              </a:ext>
            </a:extLst>
          </p:cNvPr>
          <p:cNvSpPr txBox="1"/>
          <p:nvPr/>
        </p:nvSpPr>
        <p:spPr>
          <a:xfrm>
            <a:off x="1225853" y="2094187"/>
            <a:ext cx="2610997" cy="40011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2000" b="1" i="0" u="none" strike="noStrike" kern="1200" cap="none" spc="0" normalizeH="0" baseline="0" noProof="0" dirty="0">
                <a:ln>
                  <a:noFill/>
                </a:ln>
                <a:solidFill>
                  <a:prstClr val="black"/>
                </a:solidFill>
                <a:effectLst/>
                <a:uLnTx/>
                <a:uFillTx/>
                <a:latin typeface="Calibri"/>
                <a:ea typeface="+mn-ea"/>
                <a:cs typeface="+mn-cs"/>
              </a:rPr>
              <a:t>Artificial Intelligence</a:t>
            </a:r>
          </a:p>
        </p:txBody>
      </p:sp>
      <p:sp>
        <p:nvSpPr>
          <p:cNvPr id="11" name="TextBox 9">
            <a:extLst>
              <a:ext uri="{FF2B5EF4-FFF2-40B4-BE49-F238E27FC236}">
                <a16:creationId xmlns:a16="http://schemas.microsoft.com/office/drawing/2014/main" id="{0F843B10-DBEE-4DDC-B60B-32BFFE3B5F86}"/>
              </a:ext>
            </a:extLst>
          </p:cNvPr>
          <p:cNvSpPr txBox="1"/>
          <p:nvPr/>
        </p:nvSpPr>
        <p:spPr>
          <a:xfrm>
            <a:off x="1598369" y="3278243"/>
            <a:ext cx="1888659" cy="369332"/>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dirty="0">
                <a:ln>
                  <a:noFill/>
                </a:ln>
                <a:solidFill>
                  <a:prstClr val="white"/>
                </a:solidFill>
                <a:effectLst/>
                <a:uLnTx/>
                <a:uFillTx/>
                <a:latin typeface="Calibri"/>
                <a:ea typeface="+mn-ea"/>
                <a:cs typeface="+mn-cs"/>
              </a:rPr>
              <a:t>Machine Learning</a:t>
            </a:r>
          </a:p>
        </p:txBody>
      </p:sp>
      <p:sp>
        <p:nvSpPr>
          <p:cNvPr id="12" name="TextBox 10">
            <a:extLst>
              <a:ext uri="{FF2B5EF4-FFF2-40B4-BE49-F238E27FC236}">
                <a16:creationId xmlns:a16="http://schemas.microsoft.com/office/drawing/2014/main" id="{CCEE96B8-7114-4C9A-882F-166A73A3EFA1}"/>
              </a:ext>
            </a:extLst>
          </p:cNvPr>
          <p:cNvSpPr txBox="1"/>
          <p:nvPr/>
        </p:nvSpPr>
        <p:spPr>
          <a:xfrm>
            <a:off x="1926802" y="4171269"/>
            <a:ext cx="1209101" cy="646331"/>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1" i="0" u="none" strike="noStrike" kern="1200" cap="none" spc="0" normalizeH="0" baseline="0" noProof="0" dirty="0">
                <a:ln>
                  <a:noFill/>
                </a:ln>
                <a:solidFill>
                  <a:prstClr val="white"/>
                </a:solidFill>
                <a:effectLst/>
                <a:uLnTx/>
                <a:uFillTx/>
                <a:latin typeface="Calibri"/>
                <a:ea typeface="+mn-ea"/>
                <a:cs typeface="+mn-cs"/>
              </a:rPr>
              <a:t>Deep Learning</a:t>
            </a:r>
          </a:p>
        </p:txBody>
      </p:sp>
      <p:sp>
        <p:nvSpPr>
          <p:cNvPr id="13" name="Rectangle 12">
            <a:extLst>
              <a:ext uri="{FF2B5EF4-FFF2-40B4-BE49-F238E27FC236}">
                <a16:creationId xmlns:a16="http://schemas.microsoft.com/office/drawing/2014/main" id="{ED3DF785-37C7-4392-89DF-480E5365D86D}"/>
              </a:ext>
            </a:extLst>
          </p:cNvPr>
          <p:cNvSpPr/>
          <p:nvPr/>
        </p:nvSpPr>
        <p:spPr>
          <a:xfrm>
            <a:off x="5215538" y="2980015"/>
            <a:ext cx="2710149" cy="989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Machine Learning </a:t>
            </a:r>
            <a:br>
              <a:rPr kumimoji="0" lang="en-NZ" sz="1800" b="0" i="0" u="none" strike="noStrike" kern="1200" cap="none" spc="0" normalizeH="0" baseline="0" noProof="0" dirty="0">
                <a:ln>
                  <a:noFill/>
                </a:ln>
                <a:solidFill>
                  <a:prstClr val="white"/>
                </a:solidFill>
                <a:effectLst/>
                <a:uLnTx/>
                <a:uFillTx/>
                <a:latin typeface="Calibri"/>
                <a:ea typeface="+mn-ea"/>
                <a:cs typeface="+mn-cs"/>
              </a:rPr>
            </a:br>
            <a:r>
              <a:rPr kumimoji="0" lang="en-NZ" sz="1800" b="0" i="0" u="none" strike="noStrike" kern="1200" cap="none" spc="0" normalizeH="0" baseline="0" noProof="0" dirty="0">
                <a:ln>
                  <a:noFill/>
                </a:ln>
                <a:solidFill>
                  <a:prstClr val="white"/>
                </a:solidFill>
                <a:effectLst/>
                <a:uLnTx/>
                <a:uFillTx/>
                <a:latin typeface="Calibri"/>
                <a:ea typeface="+mn-ea"/>
                <a:cs typeface="+mn-cs"/>
              </a:rPr>
              <a:t>is a subset of </a:t>
            </a:r>
            <a:br>
              <a:rPr kumimoji="0" lang="en-NZ" sz="1800" b="0" i="0" u="none" strike="noStrike" kern="1200" cap="none" spc="0" normalizeH="0" baseline="0" noProof="0" dirty="0">
                <a:ln>
                  <a:noFill/>
                </a:ln>
                <a:solidFill>
                  <a:prstClr val="white"/>
                </a:solidFill>
                <a:effectLst/>
                <a:uLnTx/>
                <a:uFillTx/>
                <a:latin typeface="Calibri"/>
                <a:ea typeface="+mn-ea"/>
                <a:cs typeface="+mn-cs"/>
              </a:rPr>
            </a:br>
            <a:r>
              <a:rPr kumimoji="0" lang="en-NZ" sz="1800" b="0" i="0" u="none" strike="noStrike" kern="1200" cap="none" spc="0" normalizeH="0" baseline="0" noProof="0" dirty="0">
                <a:ln>
                  <a:noFill/>
                </a:ln>
                <a:solidFill>
                  <a:prstClr val="white"/>
                </a:solidFill>
                <a:effectLst/>
                <a:uLnTx/>
                <a:uFillTx/>
                <a:latin typeface="Calibri"/>
                <a:ea typeface="+mn-ea"/>
                <a:cs typeface="+mn-cs"/>
              </a:rPr>
              <a:t>Artificial Intelligence</a:t>
            </a:r>
          </a:p>
        </p:txBody>
      </p:sp>
      <p:sp>
        <p:nvSpPr>
          <p:cNvPr id="14" name="Rectangle 13">
            <a:extLst>
              <a:ext uri="{FF2B5EF4-FFF2-40B4-BE49-F238E27FC236}">
                <a16:creationId xmlns:a16="http://schemas.microsoft.com/office/drawing/2014/main" id="{FBF94380-F93D-40DE-BABA-664FF4A6D92F}"/>
              </a:ext>
            </a:extLst>
          </p:cNvPr>
          <p:cNvSpPr/>
          <p:nvPr/>
        </p:nvSpPr>
        <p:spPr>
          <a:xfrm>
            <a:off x="5215538" y="4584306"/>
            <a:ext cx="2710149" cy="10331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Deep Learning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is a subset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800" b="0" i="0" u="none" strike="noStrike" kern="1200" cap="none" spc="0" normalizeH="0" baseline="0" noProof="0" dirty="0">
                <a:ln>
                  <a:noFill/>
                </a:ln>
                <a:solidFill>
                  <a:prstClr val="white"/>
                </a:solidFill>
                <a:effectLst/>
                <a:uLnTx/>
                <a:uFillTx/>
                <a:latin typeface="Calibri"/>
                <a:ea typeface="+mn-ea"/>
                <a:cs typeface="+mn-cs"/>
              </a:rPr>
              <a:t>Machine Learning</a:t>
            </a:r>
          </a:p>
        </p:txBody>
      </p:sp>
      <p:sp>
        <p:nvSpPr>
          <p:cNvPr id="15" name="Rectangle 14">
            <a:extLst>
              <a:ext uri="{FF2B5EF4-FFF2-40B4-BE49-F238E27FC236}">
                <a16:creationId xmlns:a16="http://schemas.microsoft.com/office/drawing/2014/main" id="{2FAFA644-8AAE-466A-8766-5ED3C310FBDC}"/>
              </a:ext>
            </a:extLst>
          </p:cNvPr>
          <p:cNvSpPr/>
          <p:nvPr/>
        </p:nvSpPr>
        <p:spPr>
          <a:xfrm>
            <a:off x="8429598" y="4585783"/>
            <a:ext cx="2961704" cy="1009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1200" b="0" i="0" u="none" strike="noStrike" kern="1200" cap="none" spc="0" normalizeH="0" baseline="0" noProof="0" dirty="0">
                <a:ln>
                  <a:noFill/>
                </a:ln>
                <a:solidFill>
                  <a:prstClr val="white"/>
                </a:solidFill>
                <a:effectLst/>
                <a:uLnTx/>
                <a:uFillTx/>
                <a:latin typeface="Calibri"/>
                <a:ea typeface="+mn-ea"/>
                <a:cs typeface="+mn-cs"/>
              </a:rPr>
              <a:t>Deep Learning uses neural networks to simulate human like decision making</a:t>
            </a:r>
          </a:p>
        </p:txBody>
      </p:sp>
      <p:cxnSp>
        <p:nvCxnSpPr>
          <p:cNvPr id="16" name="Straight Arrow Connector 15">
            <a:extLst>
              <a:ext uri="{FF2B5EF4-FFF2-40B4-BE49-F238E27FC236}">
                <a16:creationId xmlns:a16="http://schemas.microsoft.com/office/drawing/2014/main" id="{8331F75A-1F3E-4E6C-98E4-1DDC4B614C99}"/>
              </a:ext>
            </a:extLst>
          </p:cNvPr>
          <p:cNvCxnSpPr>
            <a:cxnSpLocks/>
            <a:stCxn id="13" idx="1"/>
          </p:cNvCxnSpPr>
          <p:nvPr/>
        </p:nvCxnSpPr>
        <p:spPr>
          <a:xfrm flipH="1">
            <a:off x="3604580" y="3474894"/>
            <a:ext cx="1610958"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2DCE117-01F5-4462-A5F8-458FB871136F}"/>
              </a:ext>
            </a:extLst>
          </p:cNvPr>
          <p:cNvCxnSpPr>
            <a:cxnSpLocks/>
            <a:stCxn id="14" idx="1"/>
            <a:endCxn id="12" idx="3"/>
          </p:cNvCxnSpPr>
          <p:nvPr/>
        </p:nvCxnSpPr>
        <p:spPr>
          <a:xfrm flipH="1" flipV="1">
            <a:off x="3135903" y="4494435"/>
            <a:ext cx="2079635" cy="60644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Double Brace 17">
            <a:extLst>
              <a:ext uri="{FF2B5EF4-FFF2-40B4-BE49-F238E27FC236}">
                <a16:creationId xmlns:a16="http://schemas.microsoft.com/office/drawing/2014/main" id="{C9615283-6A21-4785-87DC-C75016C50FCC}"/>
              </a:ext>
            </a:extLst>
          </p:cNvPr>
          <p:cNvSpPr/>
          <p:nvPr/>
        </p:nvSpPr>
        <p:spPr>
          <a:xfrm>
            <a:off x="8155467" y="4549921"/>
            <a:ext cx="3493723" cy="1045625"/>
          </a:xfrm>
          <a:prstGeom prst="bracePair">
            <a:avLst>
              <a:gd name="adj" fmla="val 1075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6450CCF9-3B59-3DB4-D6A3-4E941261F9F3}"/>
              </a:ext>
            </a:extLst>
          </p:cNvPr>
          <p:cNvSpPr/>
          <p:nvPr/>
        </p:nvSpPr>
        <p:spPr>
          <a:xfrm>
            <a:off x="8429598" y="2987943"/>
            <a:ext cx="2961704" cy="1009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sz="1200" dirty="0"/>
              <a:t>Machine learning focuses on developing algorithms that allow computers to learn from data and make predictions or decisions without being explicitly programmed.</a:t>
            </a:r>
            <a:endParaRPr kumimoji="0" lang="en-NZ" sz="12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Double Brace 19">
            <a:extLst>
              <a:ext uri="{FF2B5EF4-FFF2-40B4-BE49-F238E27FC236}">
                <a16:creationId xmlns:a16="http://schemas.microsoft.com/office/drawing/2014/main" id="{1275ECFA-4C85-CBDD-43C8-EDEB5146FEE9}"/>
              </a:ext>
            </a:extLst>
          </p:cNvPr>
          <p:cNvSpPr/>
          <p:nvPr/>
        </p:nvSpPr>
        <p:spPr>
          <a:xfrm>
            <a:off x="8155467" y="2952081"/>
            <a:ext cx="3493723" cy="1045625"/>
          </a:xfrm>
          <a:prstGeom prst="bracePair">
            <a:avLst>
              <a:gd name="adj" fmla="val 1075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2250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AC111-AE18-6DFD-0742-B06E9EB01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57AE8-7533-F424-2FE7-4F4C3BDA504F}"/>
              </a:ext>
            </a:extLst>
          </p:cNvPr>
          <p:cNvSpPr>
            <a:spLocks noGrp="1"/>
          </p:cNvSpPr>
          <p:nvPr>
            <p:ph type="title"/>
          </p:nvPr>
        </p:nvSpPr>
        <p:spPr/>
        <p:txBody>
          <a:bodyPr/>
          <a:lstStyle/>
          <a:p>
            <a:r>
              <a:rPr lang="en-GB" dirty="0">
                <a:solidFill>
                  <a:schemeClr val="bg1"/>
                </a:solidFill>
              </a:rPr>
              <a:t>Difference between ML vs DL</a:t>
            </a:r>
            <a:endParaRPr lang="en-US" dirty="0">
              <a:solidFill>
                <a:schemeClr val="bg1"/>
              </a:solidFill>
            </a:endParaRPr>
          </a:p>
        </p:txBody>
      </p:sp>
      <p:sp>
        <p:nvSpPr>
          <p:cNvPr id="3" name="Text Placeholder 2">
            <a:extLst>
              <a:ext uri="{FF2B5EF4-FFF2-40B4-BE49-F238E27FC236}">
                <a16:creationId xmlns:a16="http://schemas.microsoft.com/office/drawing/2014/main" id="{10079345-449F-0153-8355-F5869711A92F}"/>
              </a:ext>
            </a:extLst>
          </p:cNvPr>
          <p:cNvSpPr>
            <a:spLocks noGrp="1"/>
          </p:cNvSpPr>
          <p:nvPr>
            <p:ph type="body" sz="quarter" idx="10"/>
          </p:nvPr>
        </p:nvSpPr>
        <p:spPr>
          <a:xfrm>
            <a:off x="601791" y="1384300"/>
            <a:ext cx="6853109" cy="4461024"/>
          </a:xfrm>
        </p:spPr>
        <p:txBody>
          <a:bodyPr/>
          <a:lstStyle/>
          <a:p>
            <a:r>
              <a:rPr lang="en-US" sz="2000" dirty="0">
                <a:solidFill>
                  <a:schemeClr val="bg1"/>
                </a:solidFill>
              </a:rPr>
              <a:t>Machine learning focuses on developing algorithms that allow computers to learn from data and make predictions or decisions without being explicitly programmed. It includes techniques like </a:t>
            </a:r>
            <a:r>
              <a:rPr lang="en-US" sz="2000" b="1" dirty="0">
                <a:solidFill>
                  <a:schemeClr val="bg1"/>
                </a:solidFill>
              </a:rPr>
              <a:t>supervised learning, unsupervised learning, semi-supervised and reinforcement learning</a:t>
            </a:r>
            <a:r>
              <a:rPr lang="en-US" sz="2000" dirty="0">
                <a:solidFill>
                  <a:schemeClr val="bg1"/>
                </a:solidFill>
              </a:rPr>
              <a:t>. Machine learning models often rely on </a:t>
            </a:r>
            <a:r>
              <a:rPr lang="en-US" sz="2000" b="1" dirty="0">
                <a:solidFill>
                  <a:schemeClr val="bg1"/>
                </a:solidFill>
              </a:rPr>
              <a:t>structured data and require human intervention</a:t>
            </a:r>
            <a:r>
              <a:rPr lang="en-US" sz="2000" dirty="0">
                <a:solidFill>
                  <a:schemeClr val="bg1"/>
                </a:solidFill>
              </a:rPr>
              <a:t> for tasks like feature engineering.</a:t>
            </a:r>
          </a:p>
          <a:p>
            <a:r>
              <a:rPr lang="en-US" sz="2000" dirty="0">
                <a:solidFill>
                  <a:schemeClr val="bg1"/>
                </a:solidFill>
              </a:rPr>
              <a:t>Deep learning, on the other hand, is a specialized branch of machine learning that uses </a:t>
            </a:r>
            <a:r>
              <a:rPr lang="en-US" sz="2000" b="1" dirty="0">
                <a:solidFill>
                  <a:schemeClr val="bg1"/>
                </a:solidFill>
              </a:rPr>
              <a:t>artificial neural networks</a:t>
            </a:r>
            <a:r>
              <a:rPr lang="en-US" sz="2000" dirty="0">
                <a:solidFill>
                  <a:schemeClr val="bg1"/>
                </a:solidFill>
              </a:rPr>
              <a:t> with multiple layers (hence "deep"). These networks are designed to mimic the structure and functioning of the human brain. Deep learning excels at handling large datasets and complex tasks such as image recognition, natural language processing, and autonomous systems. Unlike traditional machine learning, deep learning models automatically extract features from raw data, reducing the need for manual feature engineering.</a:t>
            </a:r>
          </a:p>
        </p:txBody>
      </p:sp>
    </p:spTree>
    <p:extLst>
      <p:ext uri="{BB962C8B-B14F-4D97-AF65-F5344CB8AC3E}">
        <p14:creationId xmlns:p14="http://schemas.microsoft.com/office/powerpoint/2010/main" val="2823367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553E4-FD3D-F0A3-E1F5-82B461999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F2264-AF42-E8EC-4F49-2A9406373BB9}"/>
              </a:ext>
            </a:extLst>
          </p:cNvPr>
          <p:cNvSpPr>
            <a:spLocks noGrp="1"/>
          </p:cNvSpPr>
          <p:nvPr>
            <p:ph type="title"/>
          </p:nvPr>
        </p:nvSpPr>
        <p:spPr/>
        <p:txBody>
          <a:bodyPr/>
          <a:lstStyle/>
          <a:p>
            <a:r>
              <a:rPr lang="en-GB" dirty="0">
                <a:solidFill>
                  <a:schemeClr val="bg1"/>
                </a:solidFill>
              </a:rPr>
              <a:t>AI, ML, DL?</a:t>
            </a:r>
            <a:endParaRPr lang="en-US" dirty="0">
              <a:solidFill>
                <a:schemeClr val="bg1"/>
              </a:solidFill>
            </a:endParaRPr>
          </a:p>
        </p:txBody>
      </p:sp>
      <p:sp>
        <p:nvSpPr>
          <p:cNvPr id="3" name="Text Placeholder 2">
            <a:extLst>
              <a:ext uri="{FF2B5EF4-FFF2-40B4-BE49-F238E27FC236}">
                <a16:creationId xmlns:a16="http://schemas.microsoft.com/office/drawing/2014/main" id="{F6A9D5FE-2A9B-9E8B-CAC3-4B70CC1668F4}"/>
              </a:ext>
            </a:extLst>
          </p:cNvPr>
          <p:cNvSpPr>
            <a:spLocks noGrp="1"/>
          </p:cNvSpPr>
          <p:nvPr>
            <p:ph type="body" sz="quarter" idx="10"/>
          </p:nvPr>
        </p:nvSpPr>
        <p:spPr>
          <a:xfrm>
            <a:off x="601791" y="1623700"/>
            <a:ext cx="6916609" cy="4221623"/>
          </a:xfrm>
        </p:spPr>
        <p:txBody>
          <a:bodyPr/>
          <a:lstStyle/>
          <a:p>
            <a:r>
              <a:rPr lang="en-US" sz="2400" dirty="0">
                <a:solidFill>
                  <a:schemeClr val="bg1"/>
                </a:solidFill>
                <a:hlinkClick r:id="rId3">
                  <a:extLst>
                    <a:ext uri="{A12FA001-AC4F-418D-AE19-62706E023703}">
                      <ahyp:hlinkClr xmlns:ahyp="http://schemas.microsoft.com/office/drawing/2018/hyperlinkcolor" val="tx"/>
                    </a:ext>
                  </a:extLst>
                </a:hlinkClick>
              </a:rPr>
              <a:t>AI Experiments - Experiments with Google</a:t>
            </a:r>
            <a:endParaRPr lang="en-US" sz="2400" dirty="0">
              <a:solidFill>
                <a:schemeClr val="bg1"/>
              </a:solidFill>
            </a:endParaRPr>
          </a:p>
          <a:p>
            <a:r>
              <a:rPr lang="en-US" sz="2400" dirty="0">
                <a:solidFill>
                  <a:schemeClr val="bg1"/>
                </a:solidFill>
              </a:rPr>
              <a:t>AI is the science of making things smart-1950’s</a:t>
            </a:r>
          </a:p>
          <a:p>
            <a:r>
              <a:rPr lang="en-US" sz="2400" dirty="0">
                <a:solidFill>
                  <a:schemeClr val="bg1"/>
                </a:solidFill>
              </a:rPr>
              <a:t>ML: An approach to achieve artificial intelligence through systems that can learn from experience to find patterns in a set of data. 1980’s</a:t>
            </a:r>
          </a:p>
          <a:p>
            <a:r>
              <a:rPr lang="en-US" sz="2400" dirty="0">
                <a:solidFill>
                  <a:schemeClr val="bg1"/>
                </a:solidFill>
              </a:rPr>
              <a:t>Or we can say that ML is about creating or applying algorithms or a set of rules that learns from data and make predictions on it.</a:t>
            </a:r>
          </a:p>
          <a:p>
            <a:r>
              <a:rPr lang="en-US" sz="2400" dirty="0">
                <a:solidFill>
                  <a:schemeClr val="bg1"/>
                </a:solidFill>
              </a:rPr>
              <a:t>Deep learning: Drives large progress towards achieving narrow AI systems. 2010’s (code structure you write are arranged in layers that mimic the human brain ,learning patterns or patterns.</a:t>
            </a:r>
          </a:p>
        </p:txBody>
      </p:sp>
    </p:spTree>
    <p:extLst>
      <p:ext uri="{BB962C8B-B14F-4D97-AF65-F5344CB8AC3E}">
        <p14:creationId xmlns:p14="http://schemas.microsoft.com/office/powerpoint/2010/main" val="3154890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chemeClr val="bg1"/>
                </a:solidFill>
              </a:rPr>
              <a:t>How programs use data</a:t>
            </a:r>
            <a:endParaRPr lang="en-US" dirty="0">
              <a:solidFill>
                <a:schemeClr val="bg1"/>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421296"/>
            <a:ext cx="8161323" cy="3602972"/>
          </a:xfrm>
        </p:spPr>
        <p:txBody>
          <a:bodyPr/>
          <a:lstStyle/>
          <a:p>
            <a:r>
              <a:rPr lang="en-GB" sz="2400" dirty="0">
                <a:solidFill>
                  <a:schemeClr val="bg1"/>
                </a:solidFill>
              </a:rPr>
              <a:t>Useful programs learn something</a:t>
            </a:r>
          </a:p>
          <a:p>
            <a:r>
              <a:rPr lang="en-GB" sz="2400" dirty="0">
                <a:solidFill>
                  <a:schemeClr val="bg1"/>
                </a:solidFill>
              </a:rPr>
              <a:t>With traditional computing, some data need </a:t>
            </a:r>
          </a:p>
          <a:p>
            <a:pPr marL="0" indent="0">
              <a:buNone/>
            </a:pPr>
            <a:r>
              <a:rPr lang="en-GB" sz="2400" dirty="0">
                <a:solidFill>
                  <a:schemeClr val="bg1"/>
                </a:solidFill>
              </a:rPr>
              <a:t>   to be input in a computer program to get the output </a:t>
            </a:r>
          </a:p>
          <a:p>
            <a:r>
              <a:rPr lang="en-GB" sz="2400" dirty="0">
                <a:solidFill>
                  <a:schemeClr val="bg1"/>
                </a:solidFill>
              </a:rPr>
              <a:t>Definition of Machine Learning: </a:t>
            </a:r>
          </a:p>
          <a:p>
            <a:r>
              <a:rPr lang="en-GB" sz="2400" b="1" dirty="0">
                <a:solidFill>
                  <a:schemeClr val="bg1"/>
                </a:solidFill>
              </a:rPr>
              <a:t>“Field of study that give computers the ability  to learn without being explicitly programmed” </a:t>
            </a:r>
            <a:r>
              <a:rPr lang="en-GB" sz="2400" dirty="0">
                <a:solidFill>
                  <a:schemeClr val="bg1"/>
                </a:solidFill>
              </a:rPr>
              <a:t>– Arthur Samuel (1959) </a:t>
            </a:r>
          </a:p>
          <a:p>
            <a:r>
              <a:rPr lang="en-GB" sz="2400" dirty="0">
                <a:solidFill>
                  <a:schemeClr val="bg1"/>
                </a:solidFill>
              </a:rPr>
              <a:t>Computer pioneer who wrote first self-learning program, which played checkers – learned from “experience” </a:t>
            </a:r>
          </a:p>
          <a:p>
            <a:r>
              <a:rPr lang="en-GB" sz="2400" dirty="0">
                <a:solidFill>
                  <a:schemeClr val="bg1"/>
                </a:solidFill>
              </a:rPr>
              <a:t>Invented alpha-beta pruning (1st algorithm used in ML) – widely used in decision tree searching </a:t>
            </a:r>
          </a:p>
          <a:p>
            <a:endParaRPr lang="en-US" sz="2400"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B8CF74FB-8308-094C-8CD0-C278D4A46E17}"/>
              </a:ext>
            </a:extLst>
          </p:cNvPr>
          <p:cNvPicPr>
            <a:picLocks noChangeAspect="1"/>
          </p:cNvPicPr>
          <p:nvPr/>
        </p:nvPicPr>
        <p:blipFill>
          <a:blip r:embed="rId3"/>
          <a:stretch>
            <a:fillRect/>
          </a:stretch>
        </p:blipFill>
        <p:spPr>
          <a:xfrm>
            <a:off x="8306364" y="2730500"/>
            <a:ext cx="2017556" cy="1948932"/>
          </a:xfrm>
          <a:prstGeom prst="rect">
            <a:avLst/>
          </a:prstGeom>
        </p:spPr>
      </p:pic>
    </p:spTree>
    <p:extLst>
      <p:ext uri="{BB962C8B-B14F-4D97-AF65-F5344CB8AC3E}">
        <p14:creationId xmlns:p14="http://schemas.microsoft.com/office/powerpoint/2010/main" val="334440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07B3D-796D-BD0C-B14C-9B3F73B3816A}"/>
              </a:ext>
            </a:extLst>
          </p:cNvPr>
          <p:cNvSpPr>
            <a:spLocks noGrp="1"/>
          </p:cNvSpPr>
          <p:nvPr>
            <p:ph type="title"/>
          </p:nvPr>
        </p:nvSpPr>
        <p:spPr/>
        <p:txBody>
          <a:bodyPr/>
          <a:lstStyle/>
          <a:p>
            <a:r>
              <a:rPr lang="en-GB" dirty="0">
                <a:solidFill>
                  <a:schemeClr val="bg1"/>
                </a:solidFill>
              </a:rPr>
              <a:t>Examples to try out</a:t>
            </a:r>
            <a:endParaRPr lang="en-US" dirty="0">
              <a:solidFill>
                <a:schemeClr val="bg1"/>
              </a:solidFill>
            </a:endParaRPr>
          </a:p>
        </p:txBody>
      </p:sp>
      <p:sp>
        <p:nvSpPr>
          <p:cNvPr id="3" name="Text Placeholder 2">
            <a:extLst>
              <a:ext uri="{FF2B5EF4-FFF2-40B4-BE49-F238E27FC236}">
                <a16:creationId xmlns:a16="http://schemas.microsoft.com/office/drawing/2014/main" id="{86B92C31-A512-FD70-7792-237C069CFD0C}"/>
              </a:ext>
            </a:extLst>
          </p:cNvPr>
          <p:cNvSpPr>
            <a:spLocks noGrp="1"/>
          </p:cNvSpPr>
          <p:nvPr>
            <p:ph type="body" sz="quarter" idx="10"/>
          </p:nvPr>
        </p:nvSpPr>
        <p:spPr>
          <a:xfrm>
            <a:off x="601791" y="1811976"/>
            <a:ext cx="3684459" cy="4033348"/>
          </a:xfrm>
        </p:spPr>
        <p:txBody>
          <a:bodyPr/>
          <a:lstStyle/>
          <a:p>
            <a:r>
              <a:rPr lang="en-US" dirty="0">
                <a:hlinkClick r:id="rId2"/>
              </a:rPr>
              <a:t>https://cloud.google.com/speech-to-text</a:t>
            </a:r>
            <a:r>
              <a:rPr lang="en-US" dirty="0"/>
              <a:t> </a:t>
            </a:r>
          </a:p>
          <a:p>
            <a:endParaRPr lang="en-US" dirty="0"/>
          </a:p>
          <a:p>
            <a:r>
              <a:rPr lang="en-US" dirty="0">
                <a:hlinkClick r:id="rId3"/>
              </a:rPr>
              <a:t>https://cloud.google.com/natural-language</a:t>
            </a:r>
            <a:r>
              <a:rPr lang="en-US" dirty="0"/>
              <a:t> </a:t>
            </a:r>
          </a:p>
          <a:p>
            <a:endParaRPr lang="en-US" dirty="0"/>
          </a:p>
        </p:txBody>
      </p:sp>
      <p:pic>
        <p:nvPicPr>
          <p:cNvPr id="5" name="Picture 4">
            <a:extLst>
              <a:ext uri="{FF2B5EF4-FFF2-40B4-BE49-F238E27FC236}">
                <a16:creationId xmlns:a16="http://schemas.microsoft.com/office/drawing/2014/main" id="{83EE610D-9988-D03B-21A2-8ACEA70E5A2B}"/>
              </a:ext>
            </a:extLst>
          </p:cNvPr>
          <p:cNvPicPr>
            <a:picLocks noChangeAspect="1"/>
          </p:cNvPicPr>
          <p:nvPr/>
        </p:nvPicPr>
        <p:blipFill>
          <a:blip r:embed="rId4"/>
          <a:stretch>
            <a:fillRect/>
          </a:stretch>
        </p:blipFill>
        <p:spPr>
          <a:xfrm>
            <a:off x="5446564" y="1185862"/>
            <a:ext cx="5867399" cy="2243138"/>
          </a:xfrm>
          <a:prstGeom prst="rect">
            <a:avLst/>
          </a:prstGeom>
        </p:spPr>
      </p:pic>
      <p:pic>
        <p:nvPicPr>
          <p:cNvPr id="7" name="Picture 6">
            <a:extLst>
              <a:ext uri="{FF2B5EF4-FFF2-40B4-BE49-F238E27FC236}">
                <a16:creationId xmlns:a16="http://schemas.microsoft.com/office/drawing/2014/main" id="{DDC5094D-5041-2E8D-1C47-BA63C0E42B6B}"/>
              </a:ext>
            </a:extLst>
          </p:cNvPr>
          <p:cNvPicPr>
            <a:picLocks noChangeAspect="1"/>
          </p:cNvPicPr>
          <p:nvPr/>
        </p:nvPicPr>
        <p:blipFill>
          <a:blip r:embed="rId5"/>
          <a:stretch>
            <a:fillRect/>
          </a:stretch>
        </p:blipFill>
        <p:spPr>
          <a:xfrm>
            <a:off x="3228976" y="4073674"/>
            <a:ext cx="4286247" cy="1771650"/>
          </a:xfrm>
          <a:prstGeom prst="rect">
            <a:avLst/>
          </a:prstGeom>
        </p:spPr>
      </p:pic>
    </p:spTree>
    <p:extLst>
      <p:ext uri="{BB962C8B-B14F-4D97-AF65-F5344CB8AC3E}">
        <p14:creationId xmlns:p14="http://schemas.microsoft.com/office/powerpoint/2010/main" val="3470333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07B3D-796D-BD0C-B14C-9B3F73B3816A}"/>
              </a:ext>
            </a:extLst>
          </p:cNvPr>
          <p:cNvSpPr>
            <a:spLocks noGrp="1"/>
          </p:cNvSpPr>
          <p:nvPr>
            <p:ph type="title"/>
          </p:nvPr>
        </p:nvSpPr>
        <p:spPr/>
        <p:txBody>
          <a:bodyPr/>
          <a:lstStyle/>
          <a:p>
            <a:r>
              <a:rPr lang="en-GB" dirty="0">
                <a:solidFill>
                  <a:schemeClr val="bg1"/>
                </a:solidFill>
              </a:rPr>
              <a:t>Examples to try out</a:t>
            </a:r>
            <a:endParaRPr lang="en-US" dirty="0">
              <a:solidFill>
                <a:schemeClr val="bg1"/>
              </a:solidFill>
            </a:endParaRPr>
          </a:p>
        </p:txBody>
      </p:sp>
      <p:sp>
        <p:nvSpPr>
          <p:cNvPr id="3" name="Text Placeholder 2">
            <a:extLst>
              <a:ext uri="{FF2B5EF4-FFF2-40B4-BE49-F238E27FC236}">
                <a16:creationId xmlns:a16="http://schemas.microsoft.com/office/drawing/2014/main" id="{86B92C31-A512-FD70-7792-237C069CFD0C}"/>
              </a:ext>
            </a:extLst>
          </p:cNvPr>
          <p:cNvSpPr>
            <a:spLocks noGrp="1"/>
          </p:cNvSpPr>
          <p:nvPr>
            <p:ph type="body" sz="quarter" idx="10"/>
          </p:nvPr>
        </p:nvSpPr>
        <p:spPr>
          <a:xfrm>
            <a:off x="601791" y="1811976"/>
            <a:ext cx="3684459" cy="4033348"/>
          </a:xfrm>
        </p:spPr>
        <p:txBody>
          <a:bodyPr/>
          <a:lstStyle/>
          <a:p>
            <a:r>
              <a:rPr lang="en-US" dirty="0">
                <a:solidFill>
                  <a:schemeClr val="bg1"/>
                </a:solidFill>
              </a:rPr>
              <a:t>Derive insights from images and videos with pre-trained APIs,  AutoML, or custom models.</a:t>
            </a:r>
          </a:p>
          <a:p>
            <a:r>
              <a:rPr lang="en-US" dirty="0">
                <a:solidFill>
                  <a:schemeClr val="bg1"/>
                </a:solidFill>
                <a:hlinkClick r:id="rId3">
                  <a:extLst>
                    <a:ext uri="{A12FA001-AC4F-418D-AE19-62706E023703}">
                      <ahyp:hlinkClr xmlns:ahyp="http://schemas.microsoft.com/office/drawing/2018/hyperlinkcolor" val="tx"/>
                    </a:ext>
                  </a:extLst>
                </a:hlinkClick>
              </a:rPr>
              <a:t>https://cloud.google.com/vision/</a:t>
            </a:r>
            <a:r>
              <a:rPr lang="en-US" dirty="0">
                <a:solidFill>
                  <a:schemeClr val="bg1"/>
                </a:solidFill>
              </a:rPr>
              <a:t> </a:t>
            </a:r>
          </a:p>
        </p:txBody>
      </p:sp>
      <p:pic>
        <p:nvPicPr>
          <p:cNvPr id="6" name="Picture 5">
            <a:extLst>
              <a:ext uri="{FF2B5EF4-FFF2-40B4-BE49-F238E27FC236}">
                <a16:creationId xmlns:a16="http://schemas.microsoft.com/office/drawing/2014/main" id="{C138BC48-7955-4BEB-C616-79510A962BB4}"/>
              </a:ext>
            </a:extLst>
          </p:cNvPr>
          <p:cNvPicPr>
            <a:picLocks noChangeAspect="1"/>
          </p:cNvPicPr>
          <p:nvPr/>
        </p:nvPicPr>
        <p:blipFill>
          <a:blip r:embed="rId4"/>
          <a:stretch>
            <a:fillRect/>
          </a:stretch>
        </p:blipFill>
        <p:spPr>
          <a:xfrm>
            <a:off x="4533183" y="2766051"/>
            <a:ext cx="7569917" cy="2861798"/>
          </a:xfrm>
          <a:prstGeom prst="rect">
            <a:avLst/>
          </a:prstGeom>
        </p:spPr>
      </p:pic>
    </p:spTree>
    <p:extLst>
      <p:ext uri="{BB962C8B-B14F-4D97-AF65-F5344CB8AC3E}">
        <p14:creationId xmlns:p14="http://schemas.microsoft.com/office/powerpoint/2010/main" val="81745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chemeClr val="bg1"/>
                </a:solidFill>
              </a:rPr>
              <a:t>Machine learning (ML) applications</a:t>
            </a:r>
            <a:endParaRPr lang="en-US" dirty="0">
              <a:solidFill>
                <a:schemeClr val="bg1"/>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486298" y="1382453"/>
            <a:ext cx="5716714" cy="3632460"/>
          </a:xfrm>
        </p:spPr>
        <p:txBody>
          <a:bodyPr/>
          <a:lstStyle/>
          <a:p>
            <a:r>
              <a:rPr lang="en-US" dirty="0">
                <a:solidFill>
                  <a:schemeClr val="bg1"/>
                </a:solidFill>
              </a:rPr>
              <a:t>Speech recognition-Cortana</a:t>
            </a:r>
          </a:p>
          <a:p>
            <a:r>
              <a:rPr lang="en-US" dirty="0">
                <a:solidFill>
                  <a:schemeClr val="bg1"/>
                </a:solidFill>
              </a:rPr>
              <a:t>Traffic predictions</a:t>
            </a:r>
          </a:p>
          <a:p>
            <a:r>
              <a:rPr lang="en-US" dirty="0">
                <a:solidFill>
                  <a:schemeClr val="bg1"/>
                </a:solidFill>
              </a:rPr>
              <a:t>Social media recommendations</a:t>
            </a:r>
          </a:p>
          <a:p>
            <a:r>
              <a:rPr lang="en-US" dirty="0">
                <a:solidFill>
                  <a:schemeClr val="bg1"/>
                </a:solidFill>
              </a:rPr>
              <a:t>Image recognition</a:t>
            </a:r>
          </a:p>
          <a:p>
            <a:r>
              <a:rPr lang="en-US" dirty="0">
                <a:solidFill>
                  <a:schemeClr val="bg1"/>
                </a:solidFill>
              </a:rPr>
              <a:t>Could you think on more examples?</a:t>
            </a:r>
          </a:p>
          <a:p>
            <a:pPr marL="0" indent="0">
              <a:buNone/>
            </a:pPr>
            <a:r>
              <a:rPr lang="en-US" dirty="0">
                <a:solidFill>
                  <a:schemeClr val="bg1"/>
                </a:solidFill>
              </a:rPr>
              <a:t>Learning Machines are with us every single day</a:t>
            </a:r>
          </a:p>
          <a:p>
            <a:endParaRPr lang="en-US"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8" name="Picture 7">
            <a:extLst>
              <a:ext uri="{FF2B5EF4-FFF2-40B4-BE49-F238E27FC236}">
                <a16:creationId xmlns:a16="http://schemas.microsoft.com/office/drawing/2014/main" id="{325011A9-4F08-7F4C-B73A-5E50012A40D5}"/>
              </a:ext>
            </a:extLst>
          </p:cNvPr>
          <p:cNvPicPr>
            <a:picLocks noChangeAspect="1"/>
          </p:cNvPicPr>
          <p:nvPr/>
        </p:nvPicPr>
        <p:blipFill rotWithShape="1">
          <a:blip r:embed="rId3"/>
          <a:srcRect t="16543" r="1605" b="17901"/>
          <a:stretch/>
        </p:blipFill>
        <p:spPr>
          <a:xfrm>
            <a:off x="5228166" y="1284664"/>
            <a:ext cx="1735667" cy="1156386"/>
          </a:xfrm>
          <a:prstGeom prst="rect">
            <a:avLst/>
          </a:prstGeom>
        </p:spPr>
      </p:pic>
      <p:pic>
        <p:nvPicPr>
          <p:cNvPr id="9" name="Picture 8">
            <a:extLst>
              <a:ext uri="{FF2B5EF4-FFF2-40B4-BE49-F238E27FC236}">
                <a16:creationId xmlns:a16="http://schemas.microsoft.com/office/drawing/2014/main" id="{A13029C9-8D85-544F-8FA7-4323CB588D07}"/>
              </a:ext>
            </a:extLst>
          </p:cNvPr>
          <p:cNvPicPr>
            <a:picLocks noChangeAspect="1"/>
          </p:cNvPicPr>
          <p:nvPr/>
        </p:nvPicPr>
        <p:blipFill>
          <a:blip r:embed="rId4"/>
          <a:stretch>
            <a:fillRect/>
          </a:stretch>
        </p:blipFill>
        <p:spPr>
          <a:xfrm>
            <a:off x="11063209" y="1382453"/>
            <a:ext cx="976710" cy="1738312"/>
          </a:xfrm>
          <a:prstGeom prst="rect">
            <a:avLst/>
          </a:prstGeom>
        </p:spPr>
      </p:pic>
      <p:pic>
        <p:nvPicPr>
          <p:cNvPr id="10" name="Picture 9">
            <a:extLst>
              <a:ext uri="{FF2B5EF4-FFF2-40B4-BE49-F238E27FC236}">
                <a16:creationId xmlns:a16="http://schemas.microsoft.com/office/drawing/2014/main" id="{196D992D-F9EB-6347-BE17-6700EA139660}"/>
              </a:ext>
            </a:extLst>
          </p:cNvPr>
          <p:cNvPicPr>
            <a:picLocks noChangeAspect="1"/>
          </p:cNvPicPr>
          <p:nvPr/>
        </p:nvPicPr>
        <p:blipFill>
          <a:blip r:embed="rId5"/>
          <a:stretch>
            <a:fillRect/>
          </a:stretch>
        </p:blipFill>
        <p:spPr>
          <a:xfrm>
            <a:off x="5769828" y="4258745"/>
            <a:ext cx="1346200" cy="1354667"/>
          </a:xfrm>
          <a:prstGeom prst="rect">
            <a:avLst/>
          </a:prstGeom>
        </p:spPr>
      </p:pic>
      <p:pic>
        <p:nvPicPr>
          <p:cNvPr id="11" name="Picture 10">
            <a:extLst>
              <a:ext uri="{FF2B5EF4-FFF2-40B4-BE49-F238E27FC236}">
                <a16:creationId xmlns:a16="http://schemas.microsoft.com/office/drawing/2014/main" id="{3347F0E5-9289-144B-9DAD-C1CFAE6B49C4}"/>
              </a:ext>
            </a:extLst>
          </p:cNvPr>
          <p:cNvPicPr>
            <a:picLocks noChangeAspect="1"/>
          </p:cNvPicPr>
          <p:nvPr/>
        </p:nvPicPr>
        <p:blipFill rotWithShape="1">
          <a:blip r:embed="rId6"/>
          <a:srcRect l="7718" b="16790"/>
          <a:stretch/>
        </p:blipFill>
        <p:spPr>
          <a:xfrm>
            <a:off x="7256599" y="1280191"/>
            <a:ext cx="3355803" cy="2233956"/>
          </a:xfrm>
          <a:prstGeom prst="rect">
            <a:avLst/>
          </a:prstGeom>
        </p:spPr>
      </p:pic>
      <p:pic>
        <p:nvPicPr>
          <p:cNvPr id="12" name="Picture 11">
            <a:extLst>
              <a:ext uri="{FF2B5EF4-FFF2-40B4-BE49-F238E27FC236}">
                <a16:creationId xmlns:a16="http://schemas.microsoft.com/office/drawing/2014/main" id="{A959FD9F-F60B-274E-86B9-253B206C6A63}"/>
              </a:ext>
            </a:extLst>
          </p:cNvPr>
          <p:cNvPicPr>
            <a:picLocks noChangeAspect="1"/>
          </p:cNvPicPr>
          <p:nvPr/>
        </p:nvPicPr>
        <p:blipFill>
          <a:blip r:embed="rId7"/>
          <a:stretch>
            <a:fillRect/>
          </a:stretch>
        </p:blipFill>
        <p:spPr>
          <a:xfrm>
            <a:off x="7574625" y="3693272"/>
            <a:ext cx="4466907" cy="2233454"/>
          </a:xfrm>
          <a:prstGeom prst="rect">
            <a:avLst/>
          </a:prstGeom>
        </p:spPr>
      </p:pic>
    </p:spTree>
    <p:extLst>
      <p:ext uri="{BB962C8B-B14F-4D97-AF65-F5344CB8AC3E}">
        <p14:creationId xmlns:p14="http://schemas.microsoft.com/office/powerpoint/2010/main" val="2706763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normAutofit fontScale="90000"/>
          </a:bodyPr>
          <a:lstStyle/>
          <a:p>
            <a:r>
              <a:rPr lang="en-GB" dirty="0">
                <a:solidFill>
                  <a:schemeClr val="bg1"/>
                </a:solidFill>
              </a:rPr>
              <a:t>What is ML? </a:t>
            </a:r>
            <a:br>
              <a:rPr lang="en-GB" dirty="0">
                <a:solidFill>
                  <a:schemeClr val="bg1"/>
                </a:solidFill>
              </a:rPr>
            </a:br>
            <a:r>
              <a:rPr lang="en-GB" dirty="0">
                <a:solidFill>
                  <a:schemeClr val="bg1"/>
                </a:solidFill>
              </a:rPr>
              <a:t>A branch of AI</a:t>
            </a:r>
            <a:endParaRPr lang="en-US" dirty="0">
              <a:solidFill>
                <a:schemeClr val="bg1"/>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486298" y="1209167"/>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86298" y="534312"/>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87687" y="1421296"/>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9" name="Diagram 8">
            <a:extLst>
              <a:ext uri="{FF2B5EF4-FFF2-40B4-BE49-F238E27FC236}">
                <a16:creationId xmlns:a16="http://schemas.microsoft.com/office/drawing/2014/main" id="{562750ED-2CA3-0742-88E2-06A326F6D612}"/>
              </a:ext>
            </a:extLst>
          </p:cNvPr>
          <p:cNvGraphicFramePr/>
          <p:nvPr>
            <p:extLst>
              <p:ext uri="{D42A27DB-BD31-4B8C-83A1-F6EECF244321}">
                <p14:modId xmlns:p14="http://schemas.microsoft.com/office/powerpoint/2010/main" val="3340262626"/>
              </p:ext>
            </p:extLst>
          </p:nvPr>
        </p:nvGraphicFramePr>
        <p:xfrm>
          <a:off x="1335325" y="937189"/>
          <a:ext cx="8596075" cy="56806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3797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14999-5708-674C-07E6-BF18B73DABE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BE6FE2-CD9D-69D5-D995-4742329D2C54}"/>
              </a:ext>
            </a:extLst>
          </p:cNvPr>
          <p:cNvPicPr>
            <a:picLocks noChangeAspect="1"/>
          </p:cNvPicPr>
          <p:nvPr/>
        </p:nvPicPr>
        <p:blipFill>
          <a:blip r:embed="rId3"/>
          <a:stretch>
            <a:fillRect/>
          </a:stretch>
        </p:blipFill>
        <p:spPr>
          <a:xfrm>
            <a:off x="601791" y="1842735"/>
            <a:ext cx="6611809" cy="3768730"/>
          </a:xfrm>
          <a:prstGeom prst="rect">
            <a:avLst/>
          </a:prstGeom>
        </p:spPr>
      </p:pic>
      <p:sp>
        <p:nvSpPr>
          <p:cNvPr id="4" name="Title 1">
            <a:extLst>
              <a:ext uri="{FF2B5EF4-FFF2-40B4-BE49-F238E27FC236}">
                <a16:creationId xmlns:a16="http://schemas.microsoft.com/office/drawing/2014/main" id="{5DE8C216-7D5F-1738-FB6C-51DBB6AC7FBB}"/>
              </a:ext>
            </a:extLst>
          </p:cNvPr>
          <p:cNvSpPr txBox="1">
            <a:spLocks/>
          </p:cNvSpPr>
          <p:nvPr/>
        </p:nvSpPr>
        <p:spPr>
          <a:xfrm>
            <a:off x="601791" y="555478"/>
            <a:ext cx="9097686" cy="1068223"/>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solidFill>
                  <a:schemeClr val="bg1"/>
                </a:solidFill>
              </a:rPr>
              <a:t>Different types of ML Techniques</a:t>
            </a:r>
            <a:endParaRPr lang="en-US" dirty="0">
              <a:solidFill>
                <a:schemeClr val="bg1"/>
              </a:solidFill>
            </a:endParaRPr>
          </a:p>
        </p:txBody>
      </p:sp>
    </p:spTree>
    <p:extLst>
      <p:ext uri="{BB962C8B-B14F-4D97-AF65-F5344CB8AC3E}">
        <p14:creationId xmlns:p14="http://schemas.microsoft.com/office/powerpoint/2010/main" val="29810394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348C3D6-404C-324B-9BCC-2C7DF5E8897B}"/>
              </a:ext>
            </a:extLst>
          </p:cNvPr>
          <p:cNvGraphicFramePr/>
          <p:nvPr>
            <p:extLst>
              <p:ext uri="{D42A27DB-BD31-4B8C-83A1-F6EECF244321}">
                <p14:modId xmlns:p14="http://schemas.microsoft.com/office/powerpoint/2010/main" val="63236369"/>
              </p:ext>
            </p:extLst>
          </p:nvPr>
        </p:nvGraphicFramePr>
        <p:xfrm>
          <a:off x="287477" y="970643"/>
          <a:ext cx="10520223" cy="5557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E24254A7-5A40-A263-C58D-9BEC7B7A1632}"/>
              </a:ext>
            </a:extLst>
          </p:cNvPr>
          <p:cNvSpPr txBox="1">
            <a:spLocks/>
          </p:cNvSpPr>
          <p:nvPr/>
        </p:nvSpPr>
        <p:spPr>
          <a:xfrm>
            <a:off x="601791" y="555478"/>
            <a:ext cx="9097686" cy="1068223"/>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solidFill>
                  <a:schemeClr val="bg1"/>
                </a:solidFill>
              </a:rPr>
              <a:t>Different types of ML Techniques</a:t>
            </a:r>
            <a:endParaRPr lang="en-US" dirty="0">
              <a:solidFill>
                <a:schemeClr val="bg1"/>
              </a:solidFill>
            </a:endParaRPr>
          </a:p>
        </p:txBody>
      </p:sp>
    </p:spTree>
    <p:extLst>
      <p:ext uri="{BB962C8B-B14F-4D97-AF65-F5344CB8AC3E}">
        <p14:creationId xmlns:p14="http://schemas.microsoft.com/office/powerpoint/2010/main" val="3089009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5F0A-D606-6852-CF23-A513D043B98F}"/>
              </a:ext>
            </a:extLst>
          </p:cNvPr>
          <p:cNvSpPr>
            <a:spLocks noGrp="1"/>
          </p:cNvSpPr>
          <p:nvPr>
            <p:ph type="title"/>
          </p:nvPr>
        </p:nvSpPr>
        <p:spPr/>
        <p:txBody>
          <a:bodyPr/>
          <a:lstStyle/>
          <a:p>
            <a:r>
              <a:rPr lang="en-GB" dirty="0">
                <a:solidFill>
                  <a:schemeClr val="bg1"/>
                </a:solidFill>
              </a:rPr>
              <a:t>Example of ML</a:t>
            </a:r>
            <a:endParaRPr lang="en-US" dirty="0">
              <a:solidFill>
                <a:schemeClr val="bg1"/>
              </a:solidFill>
            </a:endParaRPr>
          </a:p>
        </p:txBody>
      </p:sp>
      <p:sp>
        <p:nvSpPr>
          <p:cNvPr id="3" name="Text Placeholder 2">
            <a:extLst>
              <a:ext uri="{FF2B5EF4-FFF2-40B4-BE49-F238E27FC236}">
                <a16:creationId xmlns:a16="http://schemas.microsoft.com/office/drawing/2014/main" id="{F791D0EF-01F7-BFB6-9FDA-A1F807AE56E0}"/>
              </a:ext>
            </a:extLst>
          </p:cNvPr>
          <p:cNvSpPr>
            <a:spLocks noGrp="1"/>
          </p:cNvSpPr>
          <p:nvPr>
            <p:ph type="body" sz="quarter" idx="10"/>
          </p:nvPr>
        </p:nvSpPr>
        <p:spPr>
          <a:xfrm>
            <a:off x="601791" y="2108200"/>
            <a:ext cx="6929309" cy="3737124"/>
          </a:xfrm>
        </p:spPr>
        <p:txBody>
          <a:bodyPr/>
          <a:lstStyle/>
          <a:p>
            <a:r>
              <a:rPr lang="en-GB" dirty="0">
                <a:solidFill>
                  <a:schemeClr val="bg1"/>
                </a:solidFill>
              </a:rPr>
              <a:t>Identifying the zip code from handwritten digits on an envelope</a:t>
            </a:r>
          </a:p>
          <a:p>
            <a:r>
              <a:rPr lang="en-US" dirty="0">
                <a:solidFill>
                  <a:schemeClr val="bg1"/>
                </a:solidFill>
              </a:rPr>
              <a:t>Determining whether a tumor is benign based on a medical image </a:t>
            </a:r>
          </a:p>
          <a:p>
            <a:r>
              <a:rPr lang="en-US" dirty="0">
                <a:solidFill>
                  <a:schemeClr val="bg1"/>
                </a:solidFill>
              </a:rPr>
              <a:t>Detecting fraudulent activity in credit card transactions </a:t>
            </a:r>
            <a:endParaRPr lang="en-GB" dirty="0">
              <a:solidFill>
                <a:schemeClr val="bg1"/>
              </a:solidFill>
            </a:endParaRPr>
          </a:p>
          <a:p>
            <a:pPr marL="0" indent="0">
              <a:buNone/>
            </a:pPr>
            <a:endParaRPr lang="en-GB" dirty="0">
              <a:solidFill>
                <a:schemeClr val="bg1"/>
              </a:solidFill>
            </a:endParaRPr>
          </a:p>
        </p:txBody>
      </p:sp>
    </p:spTree>
    <p:extLst>
      <p:ext uri="{BB962C8B-B14F-4D97-AF65-F5344CB8AC3E}">
        <p14:creationId xmlns:p14="http://schemas.microsoft.com/office/powerpoint/2010/main" val="2811115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9AE4A-FFEA-2E2F-69ED-055ED1B741A6}"/>
              </a:ext>
            </a:extLst>
          </p:cNvPr>
          <p:cNvSpPr>
            <a:spLocks noGrp="1"/>
          </p:cNvSpPr>
          <p:nvPr>
            <p:ph type="title"/>
          </p:nvPr>
        </p:nvSpPr>
        <p:spPr/>
        <p:txBody>
          <a:bodyPr/>
          <a:lstStyle/>
          <a:p>
            <a:r>
              <a:rPr lang="en-GB" dirty="0">
                <a:solidFill>
                  <a:schemeClr val="bg1"/>
                </a:solidFill>
              </a:rPr>
              <a:t>Other examples of ML</a:t>
            </a:r>
            <a:endParaRPr lang="en-US" dirty="0">
              <a:solidFill>
                <a:schemeClr val="bg1"/>
              </a:solidFill>
            </a:endParaRPr>
          </a:p>
        </p:txBody>
      </p:sp>
      <p:sp>
        <p:nvSpPr>
          <p:cNvPr id="3" name="Text Placeholder 2">
            <a:extLst>
              <a:ext uri="{FF2B5EF4-FFF2-40B4-BE49-F238E27FC236}">
                <a16:creationId xmlns:a16="http://schemas.microsoft.com/office/drawing/2014/main" id="{79970A7B-5234-BC93-404C-47BC3E0C52FC}"/>
              </a:ext>
            </a:extLst>
          </p:cNvPr>
          <p:cNvSpPr>
            <a:spLocks noGrp="1"/>
          </p:cNvSpPr>
          <p:nvPr>
            <p:ph type="body" sz="quarter" idx="10"/>
          </p:nvPr>
        </p:nvSpPr>
        <p:spPr>
          <a:xfrm>
            <a:off x="380145" y="1511300"/>
            <a:ext cx="7265256" cy="4334024"/>
          </a:xfrm>
        </p:spPr>
        <p:txBody>
          <a:bodyPr/>
          <a:lstStyle/>
          <a:p>
            <a:r>
              <a:rPr lang="en-US" sz="2400" dirty="0">
                <a:solidFill>
                  <a:schemeClr val="bg1"/>
                </a:solidFill>
              </a:rPr>
              <a:t>Identifying topics in a set of blog posts from  a big article. There are no known outputs in this case.</a:t>
            </a:r>
          </a:p>
          <a:p>
            <a:r>
              <a:rPr lang="en-US" sz="2400" dirty="0">
                <a:solidFill>
                  <a:schemeClr val="bg1"/>
                </a:solidFill>
              </a:rPr>
              <a:t>Segmenting customers into groups with similar preferences. Examples of groups could be parents, customer records, book-works or gamers. Also, there is no knowledge of  which groups these are as no known outputs again. </a:t>
            </a:r>
          </a:p>
          <a:p>
            <a:r>
              <a:rPr lang="en-US" sz="2400" dirty="0">
                <a:solidFill>
                  <a:schemeClr val="bg1"/>
                </a:solidFill>
              </a:rPr>
              <a:t>Detecting abnormal access patterns to a website: As you only observe traffic, and you don’t know what constitutes normal and abnormal behavior and again there is no known outputs</a:t>
            </a:r>
          </a:p>
          <a:p>
            <a:endParaRPr lang="en-US" sz="2400" dirty="0">
              <a:solidFill>
                <a:schemeClr val="bg1"/>
              </a:solidFill>
            </a:endParaRPr>
          </a:p>
          <a:p>
            <a:endParaRPr lang="en-US" sz="2400" dirty="0">
              <a:solidFill>
                <a:schemeClr val="bg1"/>
              </a:solidFill>
            </a:endParaRPr>
          </a:p>
        </p:txBody>
      </p:sp>
    </p:spTree>
    <p:extLst>
      <p:ext uri="{BB962C8B-B14F-4D97-AF65-F5344CB8AC3E}">
        <p14:creationId xmlns:p14="http://schemas.microsoft.com/office/powerpoint/2010/main" val="1915423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C524-CAE2-4D84-66E9-B76ED8769A70}"/>
              </a:ext>
            </a:extLst>
          </p:cNvPr>
          <p:cNvSpPr>
            <a:spLocks noGrp="1"/>
          </p:cNvSpPr>
          <p:nvPr>
            <p:ph type="title"/>
          </p:nvPr>
        </p:nvSpPr>
        <p:spPr/>
        <p:txBody>
          <a:bodyPr/>
          <a:lstStyle/>
          <a:p>
            <a:r>
              <a:rPr lang="en-GB" dirty="0">
                <a:solidFill>
                  <a:schemeClr val="bg1"/>
                </a:solidFill>
              </a:rPr>
              <a:t>APPLICATION OF ML</a:t>
            </a:r>
            <a:endParaRPr lang="en-US" dirty="0">
              <a:solidFill>
                <a:schemeClr val="bg1"/>
              </a:solidFill>
            </a:endParaRPr>
          </a:p>
        </p:txBody>
      </p:sp>
      <p:sp>
        <p:nvSpPr>
          <p:cNvPr id="3" name="Text Placeholder 2">
            <a:extLst>
              <a:ext uri="{FF2B5EF4-FFF2-40B4-BE49-F238E27FC236}">
                <a16:creationId xmlns:a16="http://schemas.microsoft.com/office/drawing/2014/main" id="{E7F00A6F-339A-DC70-336F-472A1950F428}"/>
              </a:ext>
            </a:extLst>
          </p:cNvPr>
          <p:cNvSpPr>
            <a:spLocks noGrp="1"/>
          </p:cNvSpPr>
          <p:nvPr>
            <p:ph type="body" sz="quarter" idx="10"/>
          </p:nvPr>
        </p:nvSpPr>
        <p:spPr>
          <a:xfrm>
            <a:off x="341523" y="1739900"/>
            <a:ext cx="7278477" cy="4105423"/>
          </a:xfrm>
        </p:spPr>
        <p:txBody>
          <a:bodyPr/>
          <a:lstStyle/>
          <a:p>
            <a:r>
              <a:rPr lang="en-US" sz="2200" dirty="0">
                <a:solidFill>
                  <a:schemeClr val="bg1"/>
                </a:solidFill>
              </a:rPr>
              <a:t>Computer vision: to recognize objects, people, and other elements in images and videos</a:t>
            </a:r>
          </a:p>
          <a:p>
            <a:r>
              <a:rPr lang="en-US" sz="2200" dirty="0">
                <a:solidFill>
                  <a:schemeClr val="bg1"/>
                </a:solidFill>
              </a:rPr>
              <a:t>Natural language processing:  generate human language, including tasks such as translation and text classification.</a:t>
            </a:r>
          </a:p>
          <a:p>
            <a:r>
              <a:rPr lang="en-US" sz="2200" dirty="0">
                <a:solidFill>
                  <a:schemeClr val="bg1"/>
                </a:solidFill>
              </a:rPr>
              <a:t>Recommendation systems: recommend products or content to users based on their past behavior and preferences.</a:t>
            </a:r>
          </a:p>
          <a:p>
            <a:r>
              <a:rPr lang="en-US" sz="2200" dirty="0">
                <a:solidFill>
                  <a:schemeClr val="bg1"/>
                </a:solidFill>
              </a:rPr>
              <a:t>Fraud detection: to identify fraudulent activity in areas such as credit card transactions and insurance claims.</a:t>
            </a:r>
          </a:p>
          <a:p>
            <a:r>
              <a:rPr lang="en-US" sz="2200" dirty="0">
                <a:solidFill>
                  <a:schemeClr val="bg1"/>
                </a:solidFill>
              </a:rPr>
              <a:t>Healthcare: to predict disease outbreaks, identify potential outbreaks, or predict patient outcomes.</a:t>
            </a:r>
          </a:p>
          <a:p>
            <a:r>
              <a:rPr lang="en-US" sz="2200" dirty="0">
                <a:solidFill>
                  <a:schemeClr val="bg1"/>
                </a:solidFill>
              </a:rPr>
              <a:t>Finance: to predict stock prices, identify fraudulent activity, or identify potential investment opportunities.</a:t>
            </a:r>
          </a:p>
        </p:txBody>
      </p:sp>
    </p:spTree>
    <p:extLst>
      <p:ext uri="{BB962C8B-B14F-4D97-AF65-F5344CB8AC3E}">
        <p14:creationId xmlns:p14="http://schemas.microsoft.com/office/powerpoint/2010/main" val="3741213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171DE-3DDD-23B0-C63C-6DF6F581D0CD}"/>
              </a:ext>
            </a:extLst>
          </p:cNvPr>
          <p:cNvSpPr>
            <a:spLocks noGrp="1"/>
          </p:cNvSpPr>
          <p:nvPr>
            <p:ph type="title"/>
          </p:nvPr>
        </p:nvSpPr>
        <p:spPr/>
        <p:txBody>
          <a:bodyPr/>
          <a:lstStyle/>
          <a:p>
            <a:r>
              <a:rPr lang="en-GB" dirty="0">
                <a:solidFill>
                  <a:schemeClr val="bg1"/>
                </a:solidFill>
              </a:rPr>
              <a:t>Common language for ML</a:t>
            </a:r>
            <a:endParaRPr lang="en-US" dirty="0">
              <a:solidFill>
                <a:schemeClr val="bg1"/>
              </a:solidFill>
            </a:endParaRPr>
          </a:p>
        </p:txBody>
      </p:sp>
      <p:sp>
        <p:nvSpPr>
          <p:cNvPr id="3" name="Text Placeholder 2">
            <a:extLst>
              <a:ext uri="{FF2B5EF4-FFF2-40B4-BE49-F238E27FC236}">
                <a16:creationId xmlns:a16="http://schemas.microsoft.com/office/drawing/2014/main" id="{07F56AF6-B565-4AFF-A870-81CA5E364BDA}"/>
              </a:ext>
            </a:extLst>
          </p:cNvPr>
          <p:cNvSpPr>
            <a:spLocks noGrp="1"/>
          </p:cNvSpPr>
          <p:nvPr>
            <p:ph type="body" sz="quarter" idx="10"/>
          </p:nvPr>
        </p:nvSpPr>
        <p:spPr>
          <a:xfrm>
            <a:off x="424543" y="1387929"/>
            <a:ext cx="7081157" cy="4457395"/>
          </a:xfrm>
        </p:spPr>
        <p:txBody>
          <a:bodyPr/>
          <a:lstStyle/>
          <a:p>
            <a:r>
              <a:rPr lang="en-GB" sz="2400" dirty="0">
                <a:solidFill>
                  <a:schemeClr val="bg1"/>
                </a:solidFill>
              </a:rPr>
              <a:t>Python</a:t>
            </a:r>
          </a:p>
          <a:p>
            <a:r>
              <a:rPr lang="en-GB" sz="2400" dirty="0">
                <a:solidFill>
                  <a:schemeClr val="bg1"/>
                </a:solidFill>
              </a:rPr>
              <a:t>Has libraries for data loading , visualization, statistics, natural language processing, image processing.</a:t>
            </a:r>
          </a:p>
          <a:p>
            <a:r>
              <a:rPr lang="en-GB" sz="2400" dirty="0">
                <a:solidFill>
                  <a:schemeClr val="bg1"/>
                </a:solidFill>
              </a:rPr>
              <a:t>Toolbox is vast and includes large array of general and specific purpose functionality for data scientists </a:t>
            </a:r>
          </a:p>
          <a:p>
            <a:r>
              <a:rPr lang="en-GB" sz="2400" dirty="0">
                <a:solidFill>
                  <a:schemeClr val="bg1"/>
                </a:solidFill>
              </a:rPr>
              <a:t>Another advantage is ability to interact directly with code using tools like </a:t>
            </a:r>
            <a:r>
              <a:rPr lang="en-GB" sz="2400" dirty="0" err="1">
                <a:solidFill>
                  <a:schemeClr val="bg1"/>
                </a:solidFill>
              </a:rPr>
              <a:t>Jupyter</a:t>
            </a:r>
            <a:r>
              <a:rPr lang="en-GB" sz="2400" dirty="0">
                <a:solidFill>
                  <a:schemeClr val="bg1"/>
                </a:solidFill>
              </a:rPr>
              <a:t> Notebook or Google </a:t>
            </a:r>
            <a:r>
              <a:rPr lang="en-GB" sz="2400" dirty="0" err="1">
                <a:solidFill>
                  <a:schemeClr val="bg1"/>
                </a:solidFill>
              </a:rPr>
              <a:t>Colab</a:t>
            </a:r>
            <a:r>
              <a:rPr lang="en-GB" sz="2400" dirty="0">
                <a:solidFill>
                  <a:schemeClr val="bg1"/>
                </a:solidFill>
              </a:rPr>
              <a:t> Notebook (online cloud version of </a:t>
            </a:r>
            <a:r>
              <a:rPr lang="en-GB" sz="2400" dirty="0" err="1">
                <a:solidFill>
                  <a:schemeClr val="bg1"/>
                </a:solidFill>
              </a:rPr>
              <a:t>Jupyter</a:t>
            </a:r>
            <a:r>
              <a:rPr lang="en-GB" sz="2400" dirty="0">
                <a:solidFill>
                  <a:schemeClr val="bg1"/>
                </a:solidFill>
              </a:rPr>
              <a:t> Notebook).</a:t>
            </a:r>
          </a:p>
          <a:p>
            <a:pPr marL="0" indent="0">
              <a:buNone/>
            </a:pPr>
            <a:endParaRPr lang="en-US" dirty="0">
              <a:solidFill>
                <a:schemeClr val="bg1"/>
              </a:solidFill>
            </a:endParaRPr>
          </a:p>
        </p:txBody>
      </p:sp>
      <p:sp>
        <p:nvSpPr>
          <p:cNvPr id="4" name="TextBox 3">
            <a:extLst>
              <a:ext uri="{FF2B5EF4-FFF2-40B4-BE49-F238E27FC236}">
                <a16:creationId xmlns:a16="http://schemas.microsoft.com/office/drawing/2014/main" id="{C42E24E1-45F0-6F31-F786-8EB13C81B49C}"/>
              </a:ext>
            </a:extLst>
          </p:cNvPr>
          <p:cNvSpPr txBox="1"/>
          <p:nvPr/>
        </p:nvSpPr>
        <p:spPr>
          <a:xfrm>
            <a:off x="650097" y="5253308"/>
            <a:ext cx="11334706" cy="923330"/>
          </a:xfrm>
          <a:prstGeom prst="rect">
            <a:avLst/>
          </a:prstGeom>
          <a:noFill/>
        </p:spPr>
        <p:txBody>
          <a:bodyPr wrap="square">
            <a:spAutoFit/>
          </a:bodyPr>
          <a:lstStyle/>
          <a:p>
            <a:r>
              <a:rPr lang="en-US" u="sng" dirty="0">
                <a:solidFill>
                  <a:schemeClr val="bg1"/>
                </a:solidFill>
              </a:rPr>
              <a:t>Why it is getting popular</a:t>
            </a:r>
          </a:p>
          <a:p>
            <a:r>
              <a:rPr lang="en-US" dirty="0">
                <a:solidFill>
                  <a:schemeClr val="bg1"/>
                </a:solidFill>
              </a:rPr>
              <a:t>Explosive growth of data in a great variety of fields, Cheaper storage devices with higher capacity, Faster </a:t>
            </a:r>
            <a:r>
              <a:rPr lang="en-US" dirty="0" err="1">
                <a:solidFill>
                  <a:schemeClr val="bg1"/>
                </a:solidFill>
              </a:rPr>
              <a:t>communication,Better</a:t>
            </a:r>
            <a:r>
              <a:rPr lang="en-US" dirty="0">
                <a:solidFill>
                  <a:schemeClr val="bg1"/>
                </a:solidFill>
              </a:rPr>
              <a:t> database management systems and Rapidly increasing computing power</a:t>
            </a:r>
          </a:p>
        </p:txBody>
      </p:sp>
    </p:spTree>
    <p:extLst>
      <p:ext uri="{BB962C8B-B14F-4D97-AF65-F5344CB8AC3E}">
        <p14:creationId xmlns:p14="http://schemas.microsoft.com/office/powerpoint/2010/main" val="649647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D4DDB-56F8-065D-0949-3F6C07A3BEE4}"/>
              </a:ext>
            </a:extLst>
          </p:cNvPr>
          <p:cNvSpPr>
            <a:spLocks noGrp="1"/>
          </p:cNvSpPr>
          <p:nvPr>
            <p:ph type="title"/>
          </p:nvPr>
        </p:nvSpPr>
        <p:spPr/>
        <p:txBody>
          <a:bodyPr/>
          <a:lstStyle/>
          <a:p>
            <a:r>
              <a:rPr lang="en-GB" dirty="0">
                <a:solidFill>
                  <a:schemeClr val="bg1"/>
                </a:solidFill>
              </a:rPr>
              <a:t>Scikit-learn</a:t>
            </a:r>
            <a:endParaRPr lang="en-US" dirty="0">
              <a:solidFill>
                <a:schemeClr val="bg1"/>
              </a:solidFill>
            </a:endParaRPr>
          </a:p>
        </p:txBody>
      </p:sp>
      <p:sp>
        <p:nvSpPr>
          <p:cNvPr id="3" name="Text Placeholder 2">
            <a:extLst>
              <a:ext uri="{FF2B5EF4-FFF2-40B4-BE49-F238E27FC236}">
                <a16:creationId xmlns:a16="http://schemas.microsoft.com/office/drawing/2014/main" id="{850FB247-DBBB-C9D4-6AD2-970AD3A6F70E}"/>
              </a:ext>
            </a:extLst>
          </p:cNvPr>
          <p:cNvSpPr>
            <a:spLocks noGrp="1"/>
          </p:cNvSpPr>
          <p:nvPr>
            <p:ph type="body" sz="quarter" idx="10"/>
          </p:nvPr>
        </p:nvSpPr>
        <p:spPr>
          <a:xfrm>
            <a:off x="374073" y="1330036"/>
            <a:ext cx="11554690" cy="4515288"/>
          </a:xfrm>
        </p:spPr>
        <p:txBody>
          <a:bodyPr/>
          <a:lstStyle/>
          <a:p>
            <a:r>
              <a:rPr lang="en-GB" dirty="0">
                <a:solidFill>
                  <a:schemeClr val="bg1"/>
                </a:solidFill>
              </a:rPr>
              <a:t>Is open source </a:t>
            </a:r>
          </a:p>
          <a:p>
            <a:r>
              <a:rPr lang="en-GB" dirty="0">
                <a:solidFill>
                  <a:schemeClr val="bg1"/>
                </a:solidFill>
              </a:rPr>
              <a:t>Is constantly being developed and improved as it has an active user community</a:t>
            </a:r>
          </a:p>
          <a:p>
            <a:r>
              <a:rPr lang="en-GB" dirty="0">
                <a:solidFill>
                  <a:schemeClr val="bg1"/>
                </a:solidFill>
              </a:rPr>
              <a:t>Contains various machine learning algorithms along with comprehensive documentation</a:t>
            </a:r>
          </a:p>
          <a:p>
            <a:r>
              <a:rPr lang="en-GB" dirty="0">
                <a:solidFill>
                  <a:schemeClr val="bg1"/>
                </a:solidFill>
              </a:rPr>
              <a:t>Scikit-learn is a popular tool</a:t>
            </a:r>
            <a:endParaRPr lang="en-US" dirty="0">
              <a:solidFill>
                <a:schemeClr val="bg1"/>
              </a:solidFill>
            </a:endParaRPr>
          </a:p>
        </p:txBody>
      </p:sp>
    </p:spTree>
    <p:extLst>
      <p:ext uri="{BB962C8B-B14F-4D97-AF65-F5344CB8AC3E}">
        <p14:creationId xmlns:p14="http://schemas.microsoft.com/office/powerpoint/2010/main" val="34085869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B2B1F-6D9B-3546-9B6C-BB5D53D00D0C}"/>
              </a:ext>
            </a:extLst>
          </p:cNvPr>
          <p:cNvSpPr>
            <a:spLocks noGrp="1"/>
          </p:cNvSpPr>
          <p:nvPr>
            <p:ph type="title"/>
          </p:nvPr>
        </p:nvSpPr>
        <p:spPr/>
        <p:txBody>
          <a:bodyPr/>
          <a:lstStyle/>
          <a:p>
            <a:r>
              <a:rPr lang="en-GB" dirty="0">
                <a:solidFill>
                  <a:schemeClr val="bg1"/>
                </a:solidFill>
              </a:rPr>
              <a:t>Is AI beneficial for the society?</a:t>
            </a:r>
          </a:p>
        </p:txBody>
      </p:sp>
      <p:sp>
        <p:nvSpPr>
          <p:cNvPr id="3" name="Text Placeholder 2">
            <a:extLst>
              <a:ext uri="{FF2B5EF4-FFF2-40B4-BE49-F238E27FC236}">
                <a16:creationId xmlns:a16="http://schemas.microsoft.com/office/drawing/2014/main" id="{75F61FB9-6AE0-19D2-8369-50D3D5860783}"/>
              </a:ext>
            </a:extLst>
          </p:cNvPr>
          <p:cNvSpPr>
            <a:spLocks noGrp="1"/>
          </p:cNvSpPr>
          <p:nvPr>
            <p:ph type="body" sz="quarter" idx="10"/>
          </p:nvPr>
        </p:nvSpPr>
        <p:spPr>
          <a:xfrm>
            <a:off x="3474288" y="3212513"/>
            <a:ext cx="5243424" cy="827052"/>
          </a:xfrm>
        </p:spPr>
        <p:txBody>
          <a:bodyPr/>
          <a:lstStyle/>
          <a:p>
            <a:r>
              <a:rPr lang="en-GB" dirty="0">
                <a:solidFill>
                  <a:schemeClr val="bg1"/>
                </a:solidFill>
                <a:hlinkClick r:id="rId2">
                  <a:extLst>
                    <a:ext uri="{A12FA001-AC4F-418D-AE19-62706E023703}">
                      <ahyp:hlinkClr xmlns:ahyp="http://schemas.microsoft.com/office/drawing/2018/hyperlinkcolor" val="tx"/>
                    </a:ext>
                  </a:extLst>
                </a:hlinkClick>
              </a:rPr>
              <a:t>https://youtu.be/RsNTMfnWIt8</a:t>
            </a:r>
            <a:r>
              <a:rPr lang="en-GB" dirty="0">
                <a:solidFill>
                  <a:schemeClr val="bg1"/>
                </a:solidFill>
              </a:rPr>
              <a:t> </a:t>
            </a:r>
          </a:p>
        </p:txBody>
      </p:sp>
    </p:spTree>
    <p:extLst>
      <p:ext uri="{BB962C8B-B14F-4D97-AF65-F5344CB8AC3E}">
        <p14:creationId xmlns:p14="http://schemas.microsoft.com/office/powerpoint/2010/main" val="1295461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95091" y="3244334"/>
            <a:ext cx="5054717" cy="369332"/>
          </a:xfrm>
          <a:prstGeom prst="rect">
            <a:avLst/>
          </a:prstGeom>
        </p:spPr>
        <p:txBody>
          <a:bodyPr wrap="none">
            <a:spAutoFit/>
          </a:bodyPr>
          <a:lstStyle/>
          <a:p>
            <a:r>
              <a:rPr lang="en-GB" dirty="0">
                <a:solidFill>
                  <a:schemeClr val="bg1"/>
                </a:solidFill>
                <a:hlinkClick r:id="rId2">
                  <a:extLst>
                    <a:ext uri="{A12FA001-AC4F-418D-AE19-62706E023703}">
                      <ahyp:hlinkClr xmlns:ahyp="http://schemas.microsoft.com/office/drawing/2018/hyperlinkcolor" val="tx"/>
                    </a:ext>
                  </a:extLst>
                </a:hlinkClick>
              </a:rPr>
              <a:t>https://www.youtube.com/watch?v=h0e2HAPTGF4</a:t>
            </a:r>
            <a:r>
              <a:rPr lang="en-GB" dirty="0">
                <a:solidFill>
                  <a:schemeClr val="bg1"/>
                </a:solidFill>
              </a:rPr>
              <a:t> </a:t>
            </a:r>
          </a:p>
        </p:txBody>
      </p:sp>
      <p:sp>
        <p:nvSpPr>
          <p:cNvPr id="3" name="Title 1">
            <a:extLst>
              <a:ext uri="{FF2B5EF4-FFF2-40B4-BE49-F238E27FC236}">
                <a16:creationId xmlns:a16="http://schemas.microsoft.com/office/drawing/2014/main" id="{5CBD4DDB-56F8-065D-0949-3F6C07A3BEE4}"/>
              </a:ext>
            </a:extLst>
          </p:cNvPr>
          <p:cNvSpPr txBox="1">
            <a:spLocks/>
          </p:cNvSpPr>
          <p:nvPr/>
        </p:nvSpPr>
        <p:spPr>
          <a:xfrm>
            <a:off x="601791" y="555478"/>
            <a:ext cx="9097686" cy="1446317"/>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US" dirty="0">
                <a:solidFill>
                  <a:schemeClr val="bg1"/>
                </a:solidFill>
              </a:rPr>
              <a:t>Introduction to machine learning: </a:t>
            </a:r>
          </a:p>
          <a:p>
            <a:endParaRPr lang="en-US" dirty="0">
              <a:solidFill>
                <a:schemeClr val="bg1"/>
              </a:solidFill>
            </a:endParaRPr>
          </a:p>
          <a:p>
            <a:r>
              <a:rPr lang="en-US" dirty="0">
                <a:solidFill>
                  <a:schemeClr val="bg1"/>
                </a:solidFill>
              </a:rPr>
              <a:t>					mit</a:t>
            </a:r>
          </a:p>
        </p:txBody>
      </p:sp>
    </p:spTree>
    <p:extLst>
      <p:ext uri="{BB962C8B-B14F-4D97-AF65-F5344CB8AC3E}">
        <p14:creationId xmlns:p14="http://schemas.microsoft.com/office/powerpoint/2010/main" val="1363700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472C-708F-0AA1-0DAB-84CD38A974DC}"/>
              </a:ext>
            </a:extLst>
          </p:cNvPr>
          <p:cNvSpPr>
            <a:spLocks noGrp="1"/>
          </p:cNvSpPr>
          <p:nvPr>
            <p:ph type="title"/>
          </p:nvPr>
        </p:nvSpPr>
        <p:spPr/>
        <p:txBody>
          <a:bodyPr/>
          <a:lstStyle/>
          <a:p>
            <a:r>
              <a:rPr lang="en-GB" dirty="0">
                <a:solidFill>
                  <a:schemeClr val="bg1"/>
                </a:solidFill>
              </a:rPr>
              <a:t>References</a:t>
            </a:r>
            <a:endParaRPr lang="en-US" dirty="0">
              <a:solidFill>
                <a:schemeClr val="bg1"/>
              </a:solidFill>
            </a:endParaRPr>
          </a:p>
        </p:txBody>
      </p:sp>
      <p:sp>
        <p:nvSpPr>
          <p:cNvPr id="3" name="Text Placeholder 2">
            <a:extLst>
              <a:ext uri="{FF2B5EF4-FFF2-40B4-BE49-F238E27FC236}">
                <a16:creationId xmlns:a16="http://schemas.microsoft.com/office/drawing/2014/main" id="{AABBDD09-3F27-38FB-01DD-8766175B301C}"/>
              </a:ext>
            </a:extLst>
          </p:cNvPr>
          <p:cNvSpPr>
            <a:spLocks noGrp="1"/>
          </p:cNvSpPr>
          <p:nvPr>
            <p:ph type="body" sz="quarter" idx="10"/>
          </p:nvPr>
        </p:nvSpPr>
        <p:spPr>
          <a:xfrm>
            <a:off x="257175" y="1338147"/>
            <a:ext cx="7236446" cy="4507178"/>
          </a:xfrm>
        </p:spPr>
        <p:txBody>
          <a:bodyPr/>
          <a:lstStyle/>
          <a:p>
            <a:r>
              <a:rPr lang="en-US" sz="1800" dirty="0">
                <a:solidFill>
                  <a:schemeClr val="bg1"/>
                </a:solidFill>
              </a:rPr>
              <a:t>Müller, A. C., &amp; Guido, S. (2016). Introduction to machine learning with python : A guide for data scientists. O'Reilly Media, Incorporated. </a:t>
            </a:r>
          </a:p>
          <a:p>
            <a:r>
              <a:rPr lang="en-US" sz="1800" dirty="0">
                <a:solidFill>
                  <a:schemeClr val="bg1"/>
                </a:solidFill>
              </a:rPr>
              <a:t>Clarusway.com. 2020. Seaborn Cheat-Sheets. https://clarusway.com/wp-content/uploads/2020/12/Seaborn_CheatSheets.pdf</a:t>
            </a:r>
          </a:p>
          <a:p>
            <a:r>
              <a:rPr lang="en-US" sz="1800" dirty="0">
                <a:solidFill>
                  <a:schemeClr val="bg1"/>
                </a:solidFill>
              </a:rPr>
              <a:t>Google Cloud Tech. 2017.What is Machine Learning?.[Online].Available at: </a:t>
            </a:r>
            <a:r>
              <a:rPr lang="en-US" sz="1800" dirty="0">
                <a:solidFill>
                  <a:schemeClr val="bg1"/>
                </a:solidFill>
                <a:hlinkClick r:id="rId2">
                  <a:extLst>
                    <a:ext uri="{A12FA001-AC4F-418D-AE19-62706E023703}">
                      <ahyp:hlinkClr xmlns:ahyp="http://schemas.microsoft.com/office/drawing/2018/hyperlinkcolor" val="tx"/>
                    </a:ext>
                  </a:extLst>
                </a:hlinkClick>
              </a:rPr>
              <a:t>https://www.youtube.com/watch?v=HcqpanDadyQ</a:t>
            </a:r>
            <a:endParaRPr lang="en-US" sz="1800" dirty="0">
              <a:solidFill>
                <a:schemeClr val="bg1"/>
              </a:solidFill>
            </a:endParaRPr>
          </a:p>
          <a:p>
            <a:r>
              <a:rPr lang="en-US" sz="1800" dirty="0">
                <a:solidFill>
                  <a:schemeClr val="bg1"/>
                </a:solidFill>
                <a:effectLst/>
              </a:rPr>
              <a:t>Google Cloud Tech.2017.</a:t>
            </a:r>
            <a:r>
              <a:rPr lang="en-US" sz="1800" dirty="0">
                <a:solidFill>
                  <a:schemeClr val="bg1"/>
                </a:solidFill>
              </a:rPr>
              <a:t>The 7 steps of machine learning. ?.[Online].Available </a:t>
            </a:r>
            <a:r>
              <a:rPr lang="en-US" sz="1800" dirty="0" err="1">
                <a:solidFill>
                  <a:schemeClr val="bg1"/>
                </a:solidFill>
              </a:rPr>
              <a:t>at:https</a:t>
            </a:r>
            <a:r>
              <a:rPr lang="en-US" sz="1800" dirty="0">
                <a:solidFill>
                  <a:schemeClr val="bg1"/>
                </a:solidFill>
              </a:rPr>
              <a:t>://www.youtube.com/watch?v=nKW8Ndu7Mjw</a:t>
            </a:r>
          </a:p>
          <a:p>
            <a:r>
              <a:rPr lang="en-US" sz="1800" dirty="0">
                <a:solidFill>
                  <a:schemeClr val="bg1"/>
                </a:solidFill>
              </a:rPr>
              <a:t>Mohit </a:t>
            </a:r>
            <a:r>
              <a:rPr lang="en-US" sz="1800" dirty="0" err="1">
                <a:solidFill>
                  <a:schemeClr val="bg1"/>
                </a:solidFill>
              </a:rPr>
              <a:t>Gupta_OMG</a:t>
            </a:r>
            <a:r>
              <a:rPr lang="en-US" sz="1800" dirty="0">
                <a:solidFill>
                  <a:schemeClr val="bg1"/>
                </a:solidFill>
              </a:rPr>
              <a:t> :).2022.Introduction to Data in Machine Learning. ?.[Online].Available at: </a:t>
            </a:r>
            <a:r>
              <a:rPr lang="en-US" sz="1800" dirty="0">
                <a:solidFill>
                  <a:schemeClr val="bg1"/>
                </a:solidFill>
                <a:hlinkClick r:id="rId3">
                  <a:extLst>
                    <a:ext uri="{A12FA001-AC4F-418D-AE19-62706E023703}">
                      <ahyp:hlinkClr xmlns:ahyp="http://schemas.microsoft.com/office/drawing/2018/hyperlinkcolor" val="tx"/>
                    </a:ext>
                  </a:extLst>
                </a:hlinkClick>
              </a:rPr>
              <a:t>https://www.geeksforgeeks.org/ml-introduction-data-machine-learning/</a:t>
            </a:r>
            <a:endParaRPr lang="en-US" sz="1800" dirty="0">
              <a:solidFill>
                <a:schemeClr val="bg1"/>
              </a:solidFill>
            </a:endParaRPr>
          </a:p>
          <a:p>
            <a:r>
              <a:rPr lang="en-US" sz="1800" dirty="0">
                <a:solidFill>
                  <a:schemeClr val="bg1"/>
                </a:solidFill>
              </a:rPr>
              <a:t>Jason’s Machine Learning 101. 2022.Machine Learning.[Online].Available at: https://docs.google.com/presentation/d/1kSuQyW5DTnkVaZEjGYCkfOxvzCqGEFzWBy4e9Uedd9k/edit#slide=id.g24521cd995_0_441</a:t>
            </a: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p:txBody>
      </p:sp>
    </p:spTree>
    <p:extLst>
      <p:ext uri="{BB962C8B-B14F-4D97-AF65-F5344CB8AC3E}">
        <p14:creationId xmlns:p14="http://schemas.microsoft.com/office/powerpoint/2010/main" val="1158941671"/>
      </p:ext>
    </p:extLst>
  </p:cSld>
  <p:clrMapOvr>
    <a:masterClrMapping/>
  </p:clrMapOvr>
</p:sld>
</file>

<file path=ppt/theme/theme1.xml><?xml version="1.0" encoding="utf-8"?>
<a:theme xmlns:a="http://schemas.openxmlformats.org/drawingml/2006/main" name="Cover with title v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F337B077-720F-4B8E-B798-F176975EC2C4}"/>
    </a:ext>
  </a:extLst>
</a:theme>
</file>

<file path=ppt/theme/theme2.xml><?xml version="1.0" encoding="utf-8"?>
<a:theme xmlns:a="http://schemas.openxmlformats.org/drawingml/2006/main" name="Standar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09A1DB2C-4B5C-4017-B6FF-EB1754EDCDEC}"/>
    </a:ext>
  </a:extLst>
</a:theme>
</file>

<file path=ppt/theme/theme3.xml><?xml version="1.0" encoding="utf-8"?>
<a:theme xmlns:a="http://schemas.openxmlformats.org/drawingml/2006/main" name="1_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F72C3147-3FEF-4CF9-AC97-23DC2D5D868E}"/>
    </a:ext>
  </a:extLst>
</a:theme>
</file>

<file path=ppt/theme/theme4.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F60A8510-89EC-4E20-8B1F-07A70434F97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75ef6c9-0060-4440-9efa-3aae0a8a23a8">
      <Terms xmlns="http://schemas.microsoft.com/office/infopath/2007/PartnerControls"/>
    </lcf76f155ced4ddcb4097134ff3c332f>
    <TaxCatchAll xmlns="9d301abb-ba59-43ab-9a75-408870ab3cc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4DB369FD76D0546996D1DC1AD8E7EDB" ma:contentTypeVersion="15" ma:contentTypeDescription="Create a new document." ma:contentTypeScope="" ma:versionID="42f89f86421eea578d3a41c8eeed95be">
  <xsd:schema xmlns:xsd="http://www.w3.org/2001/XMLSchema" xmlns:xs="http://www.w3.org/2001/XMLSchema" xmlns:p="http://schemas.microsoft.com/office/2006/metadata/properties" xmlns:ns2="175ef6c9-0060-4440-9efa-3aae0a8a23a8" xmlns:ns3="9d301abb-ba59-43ab-9a75-408870ab3cc0" targetNamespace="http://schemas.microsoft.com/office/2006/metadata/properties" ma:root="true" ma:fieldsID="a6f5839cc4231ddfeadf4fcc49bc0cb9" ns2:_="" ns3:_="">
    <xsd:import namespace="175ef6c9-0060-4440-9efa-3aae0a8a23a8"/>
    <xsd:import namespace="9d301abb-ba59-43ab-9a75-408870ab3c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5ef6c9-0060-4440-9efa-3aae0a8a23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301abb-ba59-43ab-9a75-408870ab3cc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b33bba8-9c31-41b7-9cc8-b10a3e474c41}" ma:internalName="TaxCatchAll" ma:showField="CatchAllData" ma:web="9d301abb-ba59-43ab-9a75-408870ab3c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5A2CB0-47E0-4DC0-AAF0-6686CAAB33F6}">
  <ds:schemaRefs>
    <ds:schemaRef ds:uri="http://schemas.microsoft.com/sharepoint/v3/contenttype/forms"/>
  </ds:schemaRefs>
</ds:datastoreItem>
</file>

<file path=customXml/itemProps2.xml><?xml version="1.0" encoding="utf-8"?>
<ds:datastoreItem xmlns:ds="http://schemas.openxmlformats.org/officeDocument/2006/customXml" ds:itemID="{95095AC0-47A7-476C-8EC9-0A1510298FF6}">
  <ds:schemaRefs>
    <ds:schemaRef ds:uri="http://schemas.microsoft.com/office/2006/metadata/properties"/>
    <ds:schemaRef ds:uri="http://schemas.microsoft.com/office/infopath/2007/PartnerControls"/>
    <ds:schemaRef ds:uri="6b1a28a2-5857-4321-9bd8-c602fba5c8bc"/>
    <ds:schemaRef ds:uri="5086911d-6e48-4cf3-b087-1eb55996afa6"/>
    <ds:schemaRef ds:uri="175ef6c9-0060-4440-9efa-3aae0a8a23a8"/>
    <ds:schemaRef ds:uri="9d301abb-ba59-43ab-9a75-408870ab3cc0"/>
  </ds:schemaRefs>
</ds:datastoreItem>
</file>

<file path=customXml/itemProps3.xml><?xml version="1.0" encoding="utf-8"?>
<ds:datastoreItem xmlns:ds="http://schemas.openxmlformats.org/officeDocument/2006/customXml" ds:itemID="{AB36A3D6-02C1-437D-BFF0-90210209FF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5ef6c9-0060-4440-9efa-3aae0a8a23a8"/>
    <ds:schemaRef ds:uri="9d301abb-ba59-43ab-9a75-408870ab3c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2591</Words>
  <Application>Microsoft Office PowerPoint</Application>
  <PresentationFormat>Widescreen</PresentationFormat>
  <Paragraphs>244</Paragraphs>
  <Slides>37</Slides>
  <Notes>21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37</vt:i4>
      </vt:variant>
    </vt:vector>
  </HeadingPairs>
  <TitlesOfParts>
    <vt:vector size="45" baseType="lpstr">
      <vt:lpstr>Arial</vt:lpstr>
      <vt:lpstr>Calibri</vt:lpstr>
      <vt:lpstr>Tahoma</vt:lpstr>
      <vt:lpstr>urw-din</vt:lpstr>
      <vt:lpstr>Cover with title v1</vt:lpstr>
      <vt:lpstr>Standart</vt:lpstr>
      <vt:lpstr>1_With picture</vt:lpstr>
      <vt:lpstr>1_Back cover</vt:lpstr>
      <vt:lpstr>Applied Machine learning</vt:lpstr>
      <vt:lpstr>Applied Machine LearninG learning </vt:lpstr>
      <vt:lpstr>Applied Machine learning</vt:lpstr>
      <vt:lpstr>Learning objectives</vt:lpstr>
      <vt:lpstr>Data</vt:lpstr>
      <vt:lpstr>Introduction</vt:lpstr>
      <vt:lpstr>Data &amp; information</vt:lpstr>
      <vt:lpstr>Forms of data</vt:lpstr>
      <vt:lpstr>How data is used in ML</vt:lpstr>
      <vt:lpstr>Simplified Diagrammatic Implementation of ML </vt:lpstr>
      <vt:lpstr>ML in Mathematical Representation</vt:lpstr>
      <vt:lpstr>An ML Exemplar</vt:lpstr>
      <vt:lpstr>Another ML Exemplar</vt:lpstr>
      <vt:lpstr>Yet Another ML Exemplar</vt:lpstr>
      <vt:lpstr>Example of ML</vt:lpstr>
      <vt:lpstr>Advantages and disadvantages of ML</vt:lpstr>
      <vt:lpstr>Why do we want machines to learn</vt:lpstr>
      <vt:lpstr>What is AI?</vt:lpstr>
      <vt:lpstr>Traditional types of AI</vt:lpstr>
      <vt:lpstr>Relationship between AI, ML, DL</vt:lpstr>
      <vt:lpstr>Difference between ML vs DL</vt:lpstr>
      <vt:lpstr>AI, ML, DL?</vt:lpstr>
      <vt:lpstr>How programs use data</vt:lpstr>
      <vt:lpstr>Examples to try out</vt:lpstr>
      <vt:lpstr>Examples to try out</vt:lpstr>
      <vt:lpstr>Machine learning (ML) applications</vt:lpstr>
      <vt:lpstr>What is ML?  A branch of AI</vt:lpstr>
      <vt:lpstr>PowerPoint Presentation</vt:lpstr>
      <vt:lpstr>PowerPoint Presentation</vt:lpstr>
      <vt:lpstr>Example of ML</vt:lpstr>
      <vt:lpstr>Other examples of ML</vt:lpstr>
      <vt:lpstr>APPLICATION OF ML</vt:lpstr>
      <vt:lpstr>Common language for ML</vt:lpstr>
      <vt:lpstr>Scikit-learn</vt:lpstr>
      <vt:lpstr>Is AI beneficial for the society?</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80</cp:revision>
  <dcterms:created xsi:type="dcterms:W3CDTF">2021-07-24T10:34:01Z</dcterms:created>
  <dcterms:modified xsi:type="dcterms:W3CDTF">2026-01-30T11:22:08Z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0x01010064DB369FD76D0546996D1DC1AD8E7EDB</vt:lpwstr>
  </property>
  <property fmtid="{D5CDD505-2E9C-101B-9397-08002B2CF9AE}" pid="3" name="MediaServiceImageTags">
    <vt:lpwstr/>
  </property>
</Properties>
</file>