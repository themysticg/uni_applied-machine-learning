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.xml" ContentType="application/vnd.openxmlformats-officedocument.presentationml.notesSlide+xml"/>
  <Override PartName="/ppt/slideMasters/slideMaster4.xml" ContentType="application/vnd.openxmlformats-officedocument.presentationml.slideMaster+xml"/>
  <Override PartName="/ppt/notesSlides/notesSlide2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6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30"/>
  </p:notesMasterIdLst>
  <p:sldIdLst>
    <p:sldId id="261" r:id="rId6"/>
    <p:sldId id="257" r:id="rId7"/>
    <p:sldId id="265" r:id="rId8"/>
    <p:sldId id="306" r:id="rId9"/>
    <p:sldId id="311" r:id="rId10"/>
    <p:sldId id="313" r:id="rId11"/>
    <p:sldId id="314" r:id="rId12"/>
    <p:sldId id="321" r:id="rId13"/>
    <p:sldId id="322" r:id="rId14"/>
    <p:sldId id="323" r:id="rId15"/>
    <p:sldId id="324" r:id="rId16"/>
    <p:sldId id="315" r:id="rId17"/>
    <p:sldId id="316" r:id="rId18"/>
    <p:sldId id="317" r:id="rId19"/>
    <p:sldId id="318" r:id="rId20"/>
    <p:sldId id="325" r:id="rId21"/>
    <p:sldId id="326" r:id="rId22"/>
    <p:sldId id="319" r:id="rId23"/>
    <p:sldId id="330" r:id="rId24"/>
    <p:sldId id="320" r:id="rId25"/>
    <p:sldId id="327" r:id="rId26"/>
    <p:sldId id="328" r:id="rId27"/>
    <p:sldId id="329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12/10/21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5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5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INTRODUCTION TO </a:t>
            </a:r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CLUSTERING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</a:t>
            </a:r>
            <a:r>
              <a:rPr lang="en-GB" dirty="0" err="1"/>
              <a:t>INTRODUCTIOn</a:t>
            </a:r>
            <a:r>
              <a:rPr lang="en-GB" dirty="0"/>
              <a:t> TO clustering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Critically understand how classification is carried out depending on the classifier used 	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 the classification output and the metrics to evaluate classifiers 	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Clustering Techniques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Classification -key concepts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most common application of supervised machine learning is building classification models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One-class learning: the goal is to predict if a sample belongs to the class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Two-class learning (binary classification): the objective is to find a boundary able to separate the 2 classes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learning: the objective is to find the boundaries able to separate the classes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Predict unseen data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10712388" cy="778406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can we make a good prediction of yet unseen data?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4image1823104">
            <a:extLst>
              <a:ext uri="{FF2B5EF4-FFF2-40B4-BE49-F238E27FC236}">
                <a16:creationId xmlns:a16="http://schemas.microsoft.com/office/drawing/2014/main" id="{6E579741-C141-E348-9054-8C2F66650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427" y="2878611"/>
            <a:ext cx="5085289" cy="250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algorithm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algorithm?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A machine learning algorithm is an algorithm that is able to learn from experience. 	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A computer program is said to learn from experience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respect to some 	class of tasks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performance measure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if its performance at tasks in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as 	measured by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P,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improves with experience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–  For every machine learning algorithm, need to define what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	     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are!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11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learning itself is not the task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is our means of attaining the ability to perform the task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-if we want a robot to be able to walk, then walking is the task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Machine learning tasks are usually described in terms of how the 	machine learning system should process an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-An example is a collection of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have been 	quantitatively measured from some object or event that we want 	the machine learning system to process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9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Typically, an example is represented as a vector 𝒙 ∈ Rn where each entry 𝑥𝑖 of the vector is a feature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- The features of an image are the values of the pixels in the 	  	image </a:t>
            </a:r>
          </a:p>
          <a:p>
            <a:pPr marL="0" indent="0">
              <a:buClr>
                <a:schemeClr val="accent1"/>
              </a:buClr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632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most common machine learning tasks are: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Classification: the computer program is asked to specify which of 𝑘 	categories some input belongs to.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- Object recognition: pedestrians, cars, buses...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Regression: the computer program is asked to predict a numerical   value 	given some input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  -Prediction of the expected claim amount that an insured      		      person will make (used to set insurance premiums)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25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Transcription: the machine learning system is asked to observe a relatively unstructured representation of some kind of data and transcribe it into discrete, textual form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Optical character recognition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Speech recognition (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siri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etc...)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806" y="1029056"/>
            <a:ext cx="10712388" cy="3815101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other most common machine learning tasks are: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translation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Synthesis and sampling: the machine learning algorithm is asked to generate new examples that are similar to those in the training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Video games can automatically generate textures for large 	objects or landscapes, rather than requiring an artist to 	manually    	label each pixel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Imputation of missing values: the machine learning algorithm is given a new example 𝒙 ∈ R𝑛, but with some entries 𝑥𝑖 of 𝒙 missing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Denoising 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Performance measure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order to evaluate the abilities of a machine learning algorithm, we must design a quantitative measure of its performance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 measure P is specific to the task T being carried out by the system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classification and transcription,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we often measure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model.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An equivalent way is to measure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error rate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Performance measure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Usually we are interested in how well the machine learning algorithm performs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data that it has not seen before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for training the machine learning system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set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for measuring the performance of the machine 	learning system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Experience - 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95" y="1521449"/>
            <a:ext cx="11023234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algorithms can be broadly categorized as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Supervised </a:t>
            </a:r>
          </a:p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 learning algorithms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 a dataset containing many features, then learn useful properties of the structure of this dataset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The data is unlabelled used in clustering methods for example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In unsupervised learning, there is no instructor or teacher, the 	algorithm must learn to make sense of the data without this guide.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70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Experience - 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570001"/>
            <a:ext cx="11965343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Supervised learning algorithms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 a dataset containing features, but each example is also associated with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Classify iris plants into three different species based on their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measurements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An instructor or teacher shows the machine learning system what to do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081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Data set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machine learning algorithms simply experience a dataset. A dataset can be described in many ways. In all cases, a dataset is a collection of examples, which are in turn collections of features.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common way of describing a dataset is with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 matrix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– One sample per row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– One feature per column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470348"/>
            <a:ext cx="10666972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Attempts to split data into K groups that are closest to K centroids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Unsupervised learning – uses only the positions of each data point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uncover interesting groupings of people / things / behaviour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Example: Where do millionaires live?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What genres of music / movies / etc. naturally fall out of data?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Create your own stereotypes from demographic data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02image1806080">
            <a:extLst>
              <a:ext uri="{FF2B5EF4-FFF2-40B4-BE49-F238E27FC236}">
                <a16:creationId xmlns:a16="http://schemas.microsoft.com/office/drawing/2014/main" id="{BA270E54-63D8-DE4B-A2C8-DA6E0A153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984" y="4081871"/>
            <a:ext cx="1879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626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Sounds fancy! Wow! Unsupervised machine learning! Clusters! K!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Actually how it works is really simple.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Randomly pick K centroids (k-means)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Assign each data point to the centroid it’s closest to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Recompute the centroids based on the average position of 	each centroid’s points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Iterate until points stop changing assignment to centroids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want to predict the cluster for new points, just find the centroid they’re closest to.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Graphical example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DD1D7FF-0EAC-CB46-A7F4-0437EA312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8844"/>
            <a:ext cx="12192000" cy="25744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184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 technique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0" y="1521449"/>
            <a:ext cx="11314179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Choosing K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Try increasing K values until you stop getting large reductions in squared error (distances from each point to their centroids)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Avoiding local minima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The random choice of initial centroids can yield different results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Run it a few times just to make sure your initial results aren’t wacky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Labelling the clusters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K-Means does not attempt to assign any meaning to the clusters you 	find</a:t>
            </a:r>
          </a:p>
          <a:p>
            <a:pPr lvl="1"/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It’s up to you to dig into the data and try to determine that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66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Python coding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B8CE7A-13E2-584C-9D38-ED21B76D48FD}"/>
              </a:ext>
            </a:extLst>
          </p:cNvPr>
          <p:cNvSpPr/>
          <p:nvPr/>
        </p:nvSpPr>
        <p:spPr>
          <a:xfrm>
            <a:off x="2588390" y="2504090"/>
            <a:ext cx="80461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/>
              <a:t>Let’s cluster stuff.</a:t>
            </a:r>
            <a:br>
              <a:rPr lang="en-GB" sz="3600" dirty="0"/>
            </a:br>
            <a:r>
              <a:rPr lang="en-GB" sz="3600" dirty="0"/>
              <a:t>• Again, </a:t>
            </a:r>
            <a:r>
              <a:rPr lang="en-GB" sz="3600" dirty="0" err="1"/>
              <a:t>scikit</a:t>
            </a:r>
            <a:r>
              <a:rPr lang="en-GB" sz="3600" dirty="0"/>
              <a:t>-learn makes this easy </a:t>
            </a:r>
            <a:endParaRPr lang="en-GB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3535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F7542E-4D1F-457B-9F48-15BDBC889A22}"/>
</file>

<file path=customXml/itemProps2.xml><?xml version="1.0" encoding="utf-8"?>
<ds:datastoreItem xmlns:ds="http://schemas.openxmlformats.org/officeDocument/2006/customXml" ds:itemID="{EEFCEA14-4ED5-4D13-8933-069C2E7AF802}"/>
</file>

<file path=customXml/itemProps3.xml><?xml version="1.0" encoding="utf-8"?>
<ds:datastoreItem xmlns:ds="http://schemas.openxmlformats.org/officeDocument/2006/customXml" ds:itemID="{C4278CF7-4C24-4081-B81E-AA252697A988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269</TotalTime>
  <Words>1183</Words>
  <Application>Microsoft Macintosh PowerPoint</Application>
  <PresentationFormat>Widescreen</PresentationFormat>
  <Paragraphs>102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Classification -key concepts</vt:lpstr>
      <vt:lpstr>Predict unseen data</vt:lpstr>
      <vt:lpstr>Learning algorithm</vt:lpstr>
      <vt:lpstr>Task : T</vt:lpstr>
      <vt:lpstr>Task : T</vt:lpstr>
      <vt:lpstr>Task : T</vt:lpstr>
      <vt:lpstr>Task : T</vt:lpstr>
      <vt:lpstr>Task : T</vt:lpstr>
      <vt:lpstr>Performance measure</vt:lpstr>
      <vt:lpstr>Performance measure</vt:lpstr>
      <vt:lpstr>Experience - E</vt:lpstr>
      <vt:lpstr>Experience - E</vt:lpstr>
      <vt:lpstr>Data set</vt:lpstr>
      <vt:lpstr>K-means Clustering</vt:lpstr>
      <vt:lpstr>K-means Clustering</vt:lpstr>
      <vt:lpstr>Graphical example</vt:lpstr>
      <vt:lpstr>K-means clustering technique</vt:lpstr>
      <vt:lpstr>Python coding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47</cp:revision>
  <dcterms:created xsi:type="dcterms:W3CDTF">2021-07-24T10:34:01Z</dcterms:created>
  <dcterms:modified xsi:type="dcterms:W3CDTF">2021-12-10T15:47:11Z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