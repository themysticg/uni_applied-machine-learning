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4.xml" ContentType="application/vnd.openxmlformats-officedocument.theme+xml"/>
  <Override PartName="/ppt/commentAuthors.xml" ContentType="application/vnd.openxmlformats-officedocument.presentationml.commentAuthors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6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12"/>
  </p:notesMasterIdLst>
  <p:sldIdLst>
    <p:sldId id="261" r:id="rId6"/>
    <p:sldId id="257" r:id="rId7"/>
    <p:sldId id="265" r:id="rId8"/>
    <p:sldId id="306" r:id="rId9"/>
    <p:sldId id="313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customXml" Target="../customXml/item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12/10/21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MULTIVARIATE REGRESSION ACTIVITY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MULTIVARIATE REGRESSION ACTIVITY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MULTIPLE REGRESSION ACTIVITY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4BA30A-E80C-7B45-B3D4-971382C2CEAD}"/>
              </a:ext>
            </a:extLst>
          </p:cNvPr>
          <p:cNvSpPr txBox="1"/>
          <p:nvPr/>
        </p:nvSpPr>
        <p:spPr>
          <a:xfrm>
            <a:off x="1307733" y="1401099"/>
            <a:ext cx="466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 Data set contains some information about cars.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2DC265-36C6-C24E-B032-E3EF78A93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06126"/>
              </p:ext>
            </p:extLst>
          </p:nvPr>
        </p:nvGraphicFramePr>
        <p:xfrm>
          <a:off x="1520537" y="2160246"/>
          <a:ext cx="4540977" cy="1422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33438">
                  <a:extLst>
                    <a:ext uri="{9D8B030D-6E8A-4147-A177-3AD203B41FA5}">
                      <a16:colId xmlns:a16="http://schemas.microsoft.com/office/drawing/2014/main" val="2205856390"/>
                    </a:ext>
                  </a:extLst>
                </a:gridCol>
                <a:gridCol w="1228459">
                  <a:extLst>
                    <a:ext uri="{9D8B030D-6E8A-4147-A177-3AD203B41FA5}">
                      <a16:colId xmlns:a16="http://schemas.microsoft.com/office/drawing/2014/main" val="1819879619"/>
                    </a:ext>
                  </a:extLst>
                </a:gridCol>
                <a:gridCol w="826360">
                  <a:extLst>
                    <a:ext uri="{9D8B030D-6E8A-4147-A177-3AD203B41FA5}">
                      <a16:colId xmlns:a16="http://schemas.microsoft.com/office/drawing/2014/main" val="1989667611"/>
                    </a:ext>
                  </a:extLst>
                </a:gridCol>
                <a:gridCol w="826360">
                  <a:extLst>
                    <a:ext uri="{9D8B030D-6E8A-4147-A177-3AD203B41FA5}">
                      <a16:colId xmlns:a16="http://schemas.microsoft.com/office/drawing/2014/main" val="2529566996"/>
                    </a:ext>
                  </a:extLst>
                </a:gridCol>
                <a:gridCol w="826360">
                  <a:extLst>
                    <a:ext uri="{9D8B030D-6E8A-4147-A177-3AD203B41FA5}">
                      <a16:colId xmlns:a16="http://schemas.microsoft.com/office/drawing/2014/main" val="30932145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Car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Volume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Weight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CO2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398845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Toyota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Aygo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790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03049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Mitsubishi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Space Star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1160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9959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Skoda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Citigo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60562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Fiat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865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67124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Mini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Cooper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1140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4361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VW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Up!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929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995900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C02793-224E-654C-8ADC-61575659BDEB}"/>
              </a:ext>
            </a:extLst>
          </p:cNvPr>
          <p:cNvSpPr/>
          <p:nvPr/>
        </p:nvSpPr>
        <p:spPr>
          <a:xfrm>
            <a:off x="1385310" y="4018627"/>
            <a:ext cx="97689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P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redict the CO2 emission of a car based on the size of the engine (Volume), and Weight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Predict the CO2 emission of a car where the weight is 2300kg, and the volume is 1300cm</a:t>
            </a:r>
            <a:r>
              <a:rPr lang="en-GB" sz="2400" baseline="30000" dirty="0"/>
              <a:t>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EC8FD2-750D-4FD7-98CD-53C01D8A312E}"/>
</file>

<file path=customXml/itemProps2.xml><?xml version="1.0" encoding="utf-8"?>
<ds:datastoreItem xmlns:ds="http://schemas.openxmlformats.org/officeDocument/2006/customXml" ds:itemID="{75DAC43B-BA97-459C-9A4E-75267F9147BF}"/>
</file>

<file path=customXml/itemProps3.xml><?xml version="1.0" encoding="utf-8"?>
<ds:datastoreItem xmlns:ds="http://schemas.openxmlformats.org/officeDocument/2006/customXml" ds:itemID="{496B19B0-E7B5-41C4-AE31-B3B4381162A2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216</TotalTime>
  <Words>119</Words>
  <Application>Microsoft Macintosh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Verdana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MULTIPLE REGRESSION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40</cp:revision>
  <dcterms:created xsi:type="dcterms:W3CDTF">2021-07-24T10:34:01Z</dcterms:created>
  <dcterms:modified xsi:type="dcterms:W3CDTF">2021-12-10T14:17:46Z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