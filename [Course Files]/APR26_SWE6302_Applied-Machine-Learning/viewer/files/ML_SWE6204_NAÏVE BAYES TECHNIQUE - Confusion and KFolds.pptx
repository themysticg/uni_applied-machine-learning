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32" r:id="rId5"/>
    <p:sldMasterId id="2147483658" r:id="rId6"/>
    <p:sldMasterId id="2147483710" r:id="rId7"/>
    <p:sldMasterId id="2147483706" r:id="rId8"/>
  </p:sldMasterIdLst>
  <p:notesMasterIdLst>
    <p:notesMasterId r:id="rId32"/>
  </p:notesMasterIdLst>
  <p:sldIdLst>
    <p:sldId id="261" r:id="rId9"/>
    <p:sldId id="257" r:id="rId10"/>
    <p:sldId id="265" r:id="rId11"/>
    <p:sldId id="311" r:id="rId12"/>
    <p:sldId id="341" r:id="rId13"/>
    <p:sldId id="344" r:id="rId14"/>
    <p:sldId id="326" r:id="rId15"/>
    <p:sldId id="331" r:id="rId16"/>
    <p:sldId id="330" r:id="rId17"/>
    <p:sldId id="322" r:id="rId18"/>
    <p:sldId id="336" r:id="rId19"/>
    <p:sldId id="347" r:id="rId20"/>
    <p:sldId id="327" r:id="rId21"/>
    <p:sldId id="318" r:id="rId22"/>
    <p:sldId id="313" r:id="rId23"/>
    <p:sldId id="314" r:id="rId24"/>
    <p:sldId id="315" r:id="rId25"/>
    <p:sldId id="348" r:id="rId26"/>
    <p:sldId id="316" r:id="rId27"/>
    <p:sldId id="317" r:id="rId28"/>
    <p:sldId id="321" r:id="rId29"/>
    <p:sldId id="349" r:id="rId30"/>
    <p:sldId id="26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6768"/>
    <a:srgbClr val="0D3E63"/>
    <a:srgbClr val="942D6D"/>
    <a:srgbClr val="232C58"/>
    <a:srgbClr val="942F6D"/>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B4CEB-0FFD-4FD7-B654-BC8D1A57192C}" v="35" dt="2023-04-25T15:05:15.467"/>
    <p1510:client id="{AF7E0DFB-29A1-4B21-80E7-0F491168640C}" v="2" dt="2023-04-25T21:24:20.3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85" autoAdjust="0"/>
    <p:restoredTop sz="93792" autoAdjust="0"/>
  </p:normalViewPr>
  <p:slideViewPr>
    <p:cSldViewPr snapToGrid="0">
      <p:cViewPr varScale="1">
        <p:scale>
          <a:sx n="105" d="100"/>
          <a:sy n="105" d="100"/>
        </p:scale>
        <p:origin x="294" y="9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microsoft.com/office/2015/10/relationships/revisionInfo" Target="revisionInfo.xml"/><Relationship Id="rId21" Type="http://schemas.openxmlformats.org/officeDocument/2006/relationships/slide" Target="slides/slide13.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mlata Sheoran" userId="622bcd2c-7b88-482c-87fa-3fb3dcfc9337" providerId="ADAL" clId="{7CCB4CEB-0FFD-4FD7-B654-BC8D1A57192C}"/>
    <pc:docChg chg="undo custSel addSld delSld modSld sldOrd">
      <pc:chgData name="Kusmlata Sheoran" userId="622bcd2c-7b88-482c-87fa-3fb3dcfc9337" providerId="ADAL" clId="{7CCB4CEB-0FFD-4FD7-B654-BC8D1A57192C}" dt="2023-04-25T15:21:43.391" v="478" actId="20577"/>
      <pc:docMkLst>
        <pc:docMk/>
      </pc:docMkLst>
      <pc:sldChg chg="modSp mod">
        <pc:chgData name="Kusmlata Sheoran" userId="622bcd2c-7b88-482c-87fa-3fb3dcfc9337" providerId="ADAL" clId="{7CCB4CEB-0FFD-4FD7-B654-BC8D1A57192C}" dt="2023-04-25T15:21:43.391" v="478" actId="20577"/>
        <pc:sldMkLst>
          <pc:docMk/>
          <pc:sldMk cId="1752993917" sldId="311"/>
        </pc:sldMkLst>
        <pc:spChg chg="mod">
          <ac:chgData name="Kusmlata Sheoran" userId="622bcd2c-7b88-482c-87fa-3fb3dcfc9337" providerId="ADAL" clId="{7CCB4CEB-0FFD-4FD7-B654-BC8D1A57192C}" dt="2023-04-25T15:21:43.391" v="478" actId="20577"/>
          <ac:spMkLst>
            <pc:docMk/>
            <pc:sldMk cId="1752993917" sldId="311"/>
            <ac:spMk id="3" creationId="{03912611-42E7-6849-885B-99D97037DE6F}"/>
          </ac:spMkLst>
        </pc:spChg>
      </pc:sldChg>
      <pc:sldChg chg="modSp mod modNotesTx">
        <pc:chgData name="Kusmlata Sheoran" userId="622bcd2c-7b88-482c-87fa-3fb3dcfc9337" providerId="ADAL" clId="{7CCB4CEB-0FFD-4FD7-B654-BC8D1A57192C}" dt="2023-04-25T12:00:13.462" v="101" actId="1076"/>
        <pc:sldMkLst>
          <pc:docMk/>
          <pc:sldMk cId="3672107617" sldId="321"/>
        </pc:sldMkLst>
        <pc:spChg chg="mod">
          <ac:chgData name="Kusmlata Sheoran" userId="622bcd2c-7b88-482c-87fa-3fb3dcfc9337" providerId="ADAL" clId="{7CCB4CEB-0FFD-4FD7-B654-BC8D1A57192C}" dt="2023-04-25T12:00:13.462" v="101" actId="1076"/>
          <ac:spMkLst>
            <pc:docMk/>
            <pc:sldMk cId="3672107617" sldId="321"/>
            <ac:spMk id="2" creationId="{C79167A1-3C42-B9D5-D30D-A9322E73EE2C}"/>
          </ac:spMkLst>
        </pc:spChg>
        <pc:spChg chg="mod">
          <ac:chgData name="Kusmlata Sheoran" userId="622bcd2c-7b88-482c-87fa-3fb3dcfc9337" providerId="ADAL" clId="{7CCB4CEB-0FFD-4FD7-B654-BC8D1A57192C}" dt="2023-04-25T12:00:06.150" v="99" actId="255"/>
          <ac:spMkLst>
            <pc:docMk/>
            <pc:sldMk cId="3672107617" sldId="321"/>
            <ac:spMk id="3" creationId="{BC1B9631-C327-B712-82DA-F3C6536A8DC6}"/>
          </ac:spMkLst>
        </pc:spChg>
      </pc:sldChg>
      <pc:sldChg chg="ord modNotesTx">
        <pc:chgData name="Kusmlata Sheoran" userId="622bcd2c-7b88-482c-87fa-3fb3dcfc9337" providerId="ADAL" clId="{7CCB4CEB-0FFD-4FD7-B654-BC8D1A57192C}" dt="2023-04-25T14:10:25.477" v="274" actId="20577"/>
        <pc:sldMkLst>
          <pc:docMk/>
          <pc:sldMk cId="1655318356" sldId="324"/>
        </pc:sldMkLst>
      </pc:sldChg>
      <pc:sldChg chg="modSp mod ord">
        <pc:chgData name="Kusmlata Sheoran" userId="622bcd2c-7b88-482c-87fa-3fb3dcfc9337" providerId="ADAL" clId="{7CCB4CEB-0FFD-4FD7-B654-BC8D1A57192C}" dt="2023-04-25T14:11:05.581" v="280" actId="20577"/>
        <pc:sldMkLst>
          <pc:docMk/>
          <pc:sldMk cId="1277265633" sldId="325"/>
        </pc:sldMkLst>
        <pc:spChg chg="mod">
          <ac:chgData name="Kusmlata Sheoran" userId="622bcd2c-7b88-482c-87fa-3fb3dcfc9337" providerId="ADAL" clId="{7CCB4CEB-0FFD-4FD7-B654-BC8D1A57192C}" dt="2023-04-25T14:11:05.581" v="280" actId="20577"/>
          <ac:spMkLst>
            <pc:docMk/>
            <pc:sldMk cId="1277265633" sldId="325"/>
            <ac:spMk id="3" creationId="{385413BE-3448-D1C0-36A0-95B47EAFCCD2}"/>
          </ac:spMkLst>
        </pc:spChg>
      </pc:sldChg>
      <pc:sldChg chg="modSp mod">
        <pc:chgData name="Kusmlata Sheoran" userId="622bcd2c-7b88-482c-87fa-3fb3dcfc9337" providerId="ADAL" clId="{7CCB4CEB-0FFD-4FD7-B654-BC8D1A57192C}" dt="2023-04-25T14:09:31.369" v="271" actId="20577"/>
        <pc:sldMkLst>
          <pc:docMk/>
          <pc:sldMk cId="3947832344" sldId="327"/>
        </pc:sldMkLst>
        <pc:spChg chg="mod">
          <ac:chgData name="Kusmlata Sheoran" userId="622bcd2c-7b88-482c-87fa-3fb3dcfc9337" providerId="ADAL" clId="{7CCB4CEB-0FFD-4FD7-B654-BC8D1A57192C}" dt="2023-04-25T14:09:31.369" v="271" actId="20577"/>
          <ac:spMkLst>
            <pc:docMk/>
            <pc:sldMk cId="3947832344" sldId="327"/>
            <ac:spMk id="2" creationId="{F18597B2-5954-962F-5662-FB184622DA71}"/>
          </ac:spMkLst>
        </pc:spChg>
        <pc:spChg chg="mod">
          <ac:chgData name="Kusmlata Sheoran" userId="622bcd2c-7b88-482c-87fa-3fb3dcfc9337" providerId="ADAL" clId="{7CCB4CEB-0FFD-4FD7-B654-BC8D1A57192C}" dt="2023-04-25T14:09:15.211" v="223" actId="20577"/>
          <ac:spMkLst>
            <pc:docMk/>
            <pc:sldMk cId="3947832344" sldId="327"/>
            <ac:spMk id="3" creationId="{AAC0A803-BCAD-28CB-F4F4-A146E638FB3E}"/>
          </ac:spMkLst>
        </pc:spChg>
      </pc:sldChg>
      <pc:sldChg chg="modSp mod modNotesTx">
        <pc:chgData name="Kusmlata Sheoran" userId="622bcd2c-7b88-482c-87fa-3fb3dcfc9337" providerId="ADAL" clId="{7CCB4CEB-0FFD-4FD7-B654-BC8D1A57192C}" dt="2023-04-25T14:12:27.610" v="285" actId="20577"/>
        <pc:sldMkLst>
          <pc:docMk/>
          <pc:sldMk cId="2291351459" sldId="328"/>
        </pc:sldMkLst>
        <pc:spChg chg="mod">
          <ac:chgData name="Kusmlata Sheoran" userId="622bcd2c-7b88-482c-87fa-3fb3dcfc9337" providerId="ADAL" clId="{7CCB4CEB-0FFD-4FD7-B654-BC8D1A57192C}" dt="2023-04-25T14:12:27.610" v="285" actId="20577"/>
          <ac:spMkLst>
            <pc:docMk/>
            <pc:sldMk cId="2291351459" sldId="328"/>
            <ac:spMk id="4" creationId="{BCD8D857-95F3-D09F-D9F9-A9846A763808}"/>
          </ac:spMkLst>
        </pc:spChg>
      </pc:sldChg>
      <pc:sldChg chg="del">
        <pc:chgData name="Kusmlata Sheoran" userId="622bcd2c-7b88-482c-87fa-3fb3dcfc9337" providerId="ADAL" clId="{7CCB4CEB-0FFD-4FD7-B654-BC8D1A57192C}" dt="2023-04-25T14:08:40.874" v="222" actId="47"/>
        <pc:sldMkLst>
          <pc:docMk/>
          <pc:sldMk cId="1002913111" sldId="329"/>
        </pc:sldMkLst>
      </pc:sldChg>
      <pc:sldChg chg="modSp mod">
        <pc:chgData name="Kusmlata Sheoran" userId="622bcd2c-7b88-482c-87fa-3fb3dcfc9337" providerId="ADAL" clId="{7CCB4CEB-0FFD-4FD7-B654-BC8D1A57192C}" dt="2023-04-25T12:09:53.089" v="192" actId="255"/>
        <pc:sldMkLst>
          <pc:docMk/>
          <pc:sldMk cId="780574723" sldId="330"/>
        </pc:sldMkLst>
        <pc:spChg chg="mod">
          <ac:chgData name="Kusmlata Sheoran" userId="622bcd2c-7b88-482c-87fa-3fb3dcfc9337" providerId="ADAL" clId="{7CCB4CEB-0FFD-4FD7-B654-BC8D1A57192C}" dt="2023-04-25T12:09:53.089" v="192" actId="255"/>
          <ac:spMkLst>
            <pc:docMk/>
            <pc:sldMk cId="780574723" sldId="330"/>
            <ac:spMk id="3" creationId="{6F64F8EC-4421-6938-2B61-8AA28B9D1AA1}"/>
          </ac:spMkLst>
        </pc:spChg>
      </pc:sldChg>
      <pc:sldChg chg="modSp mod">
        <pc:chgData name="Kusmlata Sheoran" userId="622bcd2c-7b88-482c-87fa-3fb3dcfc9337" providerId="ADAL" clId="{7CCB4CEB-0FFD-4FD7-B654-BC8D1A57192C}" dt="2023-04-25T12:09:03.556" v="189" actId="948"/>
        <pc:sldMkLst>
          <pc:docMk/>
          <pc:sldMk cId="157595320" sldId="331"/>
        </pc:sldMkLst>
        <pc:spChg chg="mod">
          <ac:chgData name="Kusmlata Sheoran" userId="622bcd2c-7b88-482c-87fa-3fb3dcfc9337" providerId="ADAL" clId="{7CCB4CEB-0FFD-4FD7-B654-BC8D1A57192C}" dt="2023-04-25T12:09:03.556" v="189" actId="948"/>
          <ac:spMkLst>
            <pc:docMk/>
            <pc:sldMk cId="157595320" sldId="331"/>
            <ac:spMk id="3" creationId="{6298B5C8-FA5F-1DD9-4B5E-54B5080E5591}"/>
          </ac:spMkLst>
        </pc:spChg>
      </pc:sldChg>
      <pc:sldChg chg="ord">
        <pc:chgData name="Kusmlata Sheoran" userId="622bcd2c-7b88-482c-87fa-3fb3dcfc9337" providerId="ADAL" clId="{7CCB4CEB-0FFD-4FD7-B654-BC8D1A57192C}" dt="2023-04-25T14:13:11.045" v="287"/>
        <pc:sldMkLst>
          <pc:docMk/>
          <pc:sldMk cId="3505703694" sldId="334"/>
        </pc:sldMkLst>
      </pc:sldChg>
      <pc:sldChg chg="del">
        <pc:chgData name="Kusmlata Sheoran" userId="622bcd2c-7b88-482c-87fa-3fb3dcfc9337" providerId="ADAL" clId="{7CCB4CEB-0FFD-4FD7-B654-BC8D1A57192C}" dt="2023-04-25T15:04:54.640" v="392" actId="47"/>
        <pc:sldMkLst>
          <pc:docMk/>
          <pc:sldMk cId="546646137" sldId="335"/>
        </pc:sldMkLst>
      </pc:sldChg>
      <pc:sldChg chg="addSp delSp modSp mod ord modNotesTx">
        <pc:chgData name="Kusmlata Sheoran" userId="622bcd2c-7b88-482c-87fa-3fb3dcfc9337" providerId="ADAL" clId="{7CCB4CEB-0FFD-4FD7-B654-BC8D1A57192C}" dt="2023-04-25T15:04:16.479" v="391" actId="1076"/>
        <pc:sldMkLst>
          <pc:docMk/>
          <pc:sldMk cId="4247647945" sldId="336"/>
        </pc:sldMkLst>
        <pc:spChg chg="mod">
          <ac:chgData name="Kusmlata Sheoran" userId="622bcd2c-7b88-482c-87fa-3fb3dcfc9337" providerId="ADAL" clId="{7CCB4CEB-0FFD-4FD7-B654-BC8D1A57192C}" dt="2023-04-25T14:52:12.198" v="337" actId="20577"/>
          <ac:spMkLst>
            <pc:docMk/>
            <pc:sldMk cId="4247647945" sldId="336"/>
            <ac:spMk id="2" creationId="{11F85C5D-165B-BC46-451B-02FA0126D43B}"/>
          </ac:spMkLst>
        </pc:spChg>
        <pc:spChg chg="mod">
          <ac:chgData name="Kusmlata Sheoran" userId="622bcd2c-7b88-482c-87fa-3fb3dcfc9337" providerId="ADAL" clId="{7CCB4CEB-0FFD-4FD7-B654-BC8D1A57192C}" dt="2023-04-25T14:54:16.103" v="388" actId="14100"/>
          <ac:spMkLst>
            <pc:docMk/>
            <pc:sldMk cId="4247647945" sldId="336"/>
            <ac:spMk id="3" creationId="{FD74BEE6-B942-F3D5-0CB6-5696B5AED930}"/>
          </ac:spMkLst>
        </pc:spChg>
        <pc:spChg chg="add mod">
          <ac:chgData name="Kusmlata Sheoran" userId="622bcd2c-7b88-482c-87fa-3fb3dcfc9337" providerId="ADAL" clId="{7CCB4CEB-0FFD-4FD7-B654-BC8D1A57192C}" dt="2023-04-25T15:04:16.479" v="391" actId="1076"/>
          <ac:spMkLst>
            <pc:docMk/>
            <pc:sldMk cId="4247647945" sldId="336"/>
            <ac:spMk id="5" creationId="{B1EBC0F9-271A-43F8-15DC-3CB7BEF84233}"/>
          </ac:spMkLst>
        </pc:spChg>
        <pc:picChg chg="add del mod">
          <ac:chgData name="Kusmlata Sheoran" userId="622bcd2c-7b88-482c-87fa-3fb3dcfc9337" providerId="ADAL" clId="{7CCB4CEB-0FFD-4FD7-B654-BC8D1A57192C}" dt="2023-04-25T14:50:57.289" v="312"/>
          <ac:picMkLst>
            <pc:docMk/>
            <pc:sldMk cId="4247647945" sldId="336"/>
            <ac:picMk id="1026" creationId="{9A701D9A-0C1E-066B-3426-AC027A156E94}"/>
          </ac:picMkLst>
        </pc:picChg>
        <pc:picChg chg="add mod">
          <ac:chgData name="Kusmlata Sheoran" userId="622bcd2c-7b88-482c-87fa-3fb3dcfc9337" providerId="ADAL" clId="{7CCB4CEB-0FFD-4FD7-B654-BC8D1A57192C}" dt="2023-04-25T14:53:28.211" v="374" actId="1076"/>
          <ac:picMkLst>
            <pc:docMk/>
            <pc:sldMk cId="4247647945" sldId="336"/>
            <ac:picMk id="1028" creationId="{2781E06E-632B-D469-13B2-DAD61C5194FE}"/>
          </ac:picMkLst>
        </pc:picChg>
      </pc:sldChg>
      <pc:sldChg chg="del">
        <pc:chgData name="Kusmlata Sheoran" userId="622bcd2c-7b88-482c-87fa-3fb3dcfc9337" providerId="ADAL" clId="{7CCB4CEB-0FFD-4FD7-B654-BC8D1A57192C}" dt="2023-04-25T14:15:09.319" v="288" actId="47"/>
        <pc:sldMkLst>
          <pc:docMk/>
          <pc:sldMk cId="3858198000" sldId="337"/>
        </pc:sldMkLst>
      </pc:sldChg>
      <pc:sldChg chg="del">
        <pc:chgData name="Kusmlata Sheoran" userId="622bcd2c-7b88-482c-87fa-3fb3dcfc9337" providerId="ADAL" clId="{7CCB4CEB-0FFD-4FD7-B654-BC8D1A57192C}" dt="2023-04-25T15:05:00.807" v="393" actId="47"/>
        <pc:sldMkLst>
          <pc:docMk/>
          <pc:sldMk cId="3782137204" sldId="338"/>
        </pc:sldMkLst>
      </pc:sldChg>
      <pc:sldChg chg="del">
        <pc:chgData name="Kusmlata Sheoran" userId="622bcd2c-7b88-482c-87fa-3fb3dcfc9337" providerId="ADAL" clId="{7CCB4CEB-0FFD-4FD7-B654-BC8D1A57192C}" dt="2023-04-25T14:15:51.762" v="289" actId="47"/>
        <pc:sldMkLst>
          <pc:docMk/>
          <pc:sldMk cId="2713810184" sldId="339"/>
        </pc:sldMkLst>
      </pc:sldChg>
      <pc:sldChg chg="del">
        <pc:chgData name="Kusmlata Sheoran" userId="622bcd2c-7b88-482c-87fa-3fb3dcfc9337" providerId="ADAL" clId="{7CCB4CEB-0FFD-4FD7-B654-BC8D1A57192C}" dt="2023-04-25T14:16:04.469" v="290" actId="47"/>
        <pc:sldMkLst>
          <pc:docMk/>
          <pc:sldMk cId="2769075785" sldId="340"/>
        </pc:sldMkLst>
      </pc:sldChg>
      <pc:sldChg chg="addSp delSp modSp add mod">
        <pc:chgData name="Kusmlata Sheoran" userId="622bcd2c-7b88-482c-87fa-3fb3dcfc9337" providerId="ADAL" clId="{7CCB4CEB-0FFD-4FD7-B654-BC8D1A57192C}" dt="2023-04-25T12:00:55.828" v="102" actId="20577"/>
        <pc:sldMkLst>
          <pc:docMk/>
          <pc:sldMk cId="1054345878" sldId="341"/>
        </pc:sldMkLst>
        <pc:spChg chg="mod">
          <ac:chgData name="Kusmlata Sheoran" userId="622bcd2c-7b88-482c-87fa-3fb3dcfc9337" providerId="ADAL" clId="{7CCB4CEB-0FFD-4FD7-B654-BC8D1A57192C}" dt="2023-04-25T12:00:55.828" v="102" actId="20577"/>
          <ac:spMkLst>
            <pc:docMk/>
            <pc:sldMk cId="1054345878" sldId="341"/>
            <ac:spMk id="2" creationId="{13464558-5B44-356E-06E8-DBCADF9ED37E}"/>
          </ac:spMkLst>
        </pc:spChg>
        <pc:spChg chg="mod">
          <ac:chgData name="Kusmlata Sheoran" userId="622bcd2c-7b88-482c-87fa-3fb3dcfc9337" providerId="ADAL" clId="{7CCB4CEB-0FFD-4FD7-B654-BC8D1A57192C}" dt="2023-04-25T11:33:44.574" v="83" actId="14100"/>
          <ac:spMkLst>
            <pc:docMk/>
            <pc:sldMk cId="1054345878" sldId="341"/>
            <ac:spMk id="3" creationId="{D201135E-A1DF-53F8-00F4-9938B113B08D}"/>
          </ac:spMkLst>
        </pc:spChg>
        <pc:spChg chg="add mod">
          <ac:chgData name="Kusmlata Sheoran" userId="622bcd2c-7b88-482c-87fa-3fb3dcfc9337" providerId="ADAL" clId="{7CCB4CEB-0FFD-4FD7-B654-BC8D1A57192C}" dt="2023-04-25T11:59:36.856" v="96" actId="20577"/>
          <ac:spMkLst>
            <pc:docMk/>
            <pc:sldMk cId="1054345878" sldId="341"/>
            <ac:spMk id="9" creationId="{A80EC8FE-EF58-207A-817D-FE38F62B1080}"/>
          </ac:spMkLst>
        </pc:spChg>
        <pc:picChg chg="add del mod">
          <ac:chgData name="Kusmlata Sheoran" userId="622bcd2c-7b88-482c-87fa-3fb3dcfc9337" providerId="ADAL" clId="{7CCB4CEB-0FFD-4FD7-B654-BC8D1A57192C}" dt="2023-04-25T11:33:26.906" v="75" actId="478"/>
          <ac:picMkLst>
            <pc:docMk/>
            <pc:sldMk cId="1054345878" sldId="341"/>
            <ac:picMk id="5" creationId="{C59BDF2A-7B78-A8C2-5DA8-D74C275E511C}"/>
          </ac:picMkLst>
        </pc:picChg>
        <pc:picChg chg="add del mod">
          <ac:chgData name="Kusmlata Sheoran" userId="622bcd2c-7b88-482c-87fa-3fb3dcfc9337" providerId="ADAL" clId="{7CCB4CEB-0FFD-4FD7-B654-BC8D1A57192C}" dt="2023-04-25T11:58:25.495" v="84" actId="478"/>
          <ac:picMkLst>
            <pc:docMk/>
            <pc:sldMk cId="1054345878" sldId="341"/>
            <ac:picMk id="7" creationId="{A88D7AF2-01CA-88A2-A770-EDB1CC74251B}"/>
          </ac:picMkLst>
        </pc:picChg>
        <pc:picChg chg="add mod">
          <ac:chgData name="Kusmlata Sheoran" userId="622bcd2c-7b88-482c-87fa-3fb3dcfc9337" providerId="ADAL" clId="{7CCB4CEB-0FFD-4FD7-B654-BC8D1A57192C}" dt="2023-04-25T11:58:50.476" v="89" actId="1076"/>
          <ac:picMkLst>
            <pc:docMk/>
            <pc:sldMk cId="1054345878" sldId="341"/>
            <ac:picMk id="2050" creationId="{571D34EF-B7EC-11AC-1ADD-46C40F57BB08}"/>
          </ac:picMkLst>
        </pc:picChg>
      </pc:sldChg>
      <pc:sldChg chg="del">
        <pc:chgData name="Kusmlata Sheoran" userId="622bcd2c-7b88-482c-87fa-3fb3dcfc9337" providerId="ADAL" clId="{7CCB4CEB-0FFD-4FD7-B654-BC8D1A57192C}" dt="2023-04-25T11:31:06.825" v="70" actId="2696"/>
        <pc:sldMkLst>
          <pc:docMk/>
          <pc:sldMk cId="1938755196" sldId="341"/>
        </pc:sldMkLst>
      </pc:sldChg>
      <pc:sldChg chg="del modNotesTx">
        <pc:chgData name="Kusmlata Sheoran" userId="622bcd2c-7b88-482c-87fa-3fb3dcfc9337" providerId="ADAL" clId="{7CCB4CEB-0FFD-4FD7-B654-BC8D1A57192C}" dt="2023-04-25T14:08:02.740" v="221" actId="47"/>
        <pc:sldMkLst>
          <pc:docMk/>
          <pc:sldMk cId="658676465" sldId="343"/>
        </pc:sldMkLst>
      </pc:sldChg>
      <pc:sldChg chg="addSp delSp modSp new del mod">
        <pc:chgData name="Kusmlata Sheoran" userId="622bcd2c-7b88-482c-87fa-3fb3dcfc9337" providerId="ADAL" clId="{7CCB4CEB-0FFD-4FD7-B654-BC8D1A57192C}" dt="2023-04-25T11:31:06.825" v="70" actId="2696"/>
        <pc:sldMkLst>
          <pc:docMk/>
          <pc:sldMk cId="1128118318" sldId="344"/>
        </pc:sldMkLst>
        <pc:spChg chg="mod">
          <ac:chgData name="Kusmlata Sheoran" userId="622bcd2c-7b88-482c-87fa-3fb3dcfc9337" providerId="ADAL" clId="{7CCB4CEB-0FFD-4FD7-B654-BC8D1A57192C}" dt="2023-04-25T10:57:03.804" v="59" actId="20577"/>
          <ac:spMkLst>
            <pc:docMk/>
            <pc:sldMk cId="1128118318" sldId="344"/>
            <ac:spMk id="2" creationId="{0C6BCB42-C0DE-5278-A4EB-046BA7CEADED}"/>
          </ac:spMkLst>
        </pc:spChg>
        <pc:spChg chg="add del mod">
          <ac:chgData name="Kusmlata Sheoran" userId="622bcd2c-7b88-482c-87fa-3fb3dcfc9337" providerId="ADAL" clId="{7CCB4CEB-0FFD-4FD7-B654-BC8D1A57192C}" dt="2023-04-25T10:56:06.277" v="28" actId="14100"/>
          <ac:spMkLst>
            <pc:docMk/>
            <pc:sldMk cId="1128118318" sldId="344"/>
            <ac:spMk id="3" creationId="{6D603157-4D40-0980-6FA9-C7732F6FC49E}"/>
          </ac:spMkLst>
        </pc:spChg>
        <pc:spChg chg="add del mod">
          <ac:chgData name="Kusmlata Sheoran" userId="622bcd2c-7b88-482c-87fa-3fb3dcfc9337" providerId="ADAL" clId="{7CCB4CEB-0FFD-4FD7-B654-BC8D1A57192C}" dt="2023-04-25T10:54:21.069" v="6"/>
          <ac:spMkLst>
            <pc:docMk/>
            <pc:sldMk cId="1128118318" sldId="344"/>
            <ac:spMk id="5" creationId="{7726BEDD-5506-8088-E092-EA7ABF0ECAA2}"/>
          </ac:spMkLst>
        </pc:spChg>
        <pc:graphicFrameChg chg="add del mod">
          <ac:chgData name="Kusmlata Sheoran" userId="622bcd2c-7b88-482c-87fa-3fb3dcfc9337" providerId="ADAL" clId="{7CCB4CEB-0FFD-4FD7-B654-BC8D1A57192C}" dt="2023-04-25T10:54:21.069" v="6"/>
          <ac:graphicFrameMkLst>
            <pc:docMk/>
            <pc:sldMk cId="1128118318" sldId="344"/>
            <ac:graphicFrameMk id="4" creationId="{7991BD38-1372-D8BB-C43B-BE81F4C312EB}"/>
          </ac:graphicFrameMkLst>
        </pc:graphicFrameChg>
        <pc:graphicFrameChg chg="add mod">
          <ac:chgData name="Kusmlata Sheoran" userId="622bcd2c-7b88-482c-87fa-3fb3dcfc9337" providerId="ADAL" clId="{7CCB4CEB-0FFD-4FD7-B654-BC8D1A57192C}" dt="2023-04-25T10:56:31.644" v="30" actId="1076"/>
          <ac:graphicFrameMkLst>
            <pc:docMk/>
            <pc:sldMk cId="1128118318" sldId="344"/>
            <ac:graphicFrameMk id="6" creationId="{7733A937-CC17-6E76-81EB-657126046933}"/>
          </ac:graphicFrameMkLst>
        </pc:graphicFrameChg>
      </pc:sldChg>
      <pc:sldChg chg="add">
        <pc:chgData name="Kusmlata Sheoran" userId="622bcd2c-7b88-482c-87fa-3fb3dcfc9337" providerId="ADAL" clId="{7CCB4CEB-0FFD-4FD7-B654-BC8D1A57192C}" dt="2023-04-25T11:31:14.505" v="71"/>
        <pc:sldMkLst>
          <pc:docMk/>
          <pc:sldMk cId="4279853694" sldId="344"/>
        </pc:sldMkLst>
      </pc:sldChg>
      <pc:sldChg chg="modSp new mod">
        <pc:chgData name="Kusmlata Sheoran" userId="622bcd2c-7b88-482c-87fa-3fb3dcfc9337" providerId="ADAL" clId="{7CCB4CEB-0FFD-4FD7-B654-BC8D1A57192C}" dt="2023-04-25T12:01:39.237" v="178" actId="255"/>
        <pc:sldMkLst>
          <pc:docMk/>
          <pc:sldMk cId="2816321231" sldId="345"/>
        </pc:sldMkLst>
        <pc:spChg chg="mod">
          <ac:chgData name="Kusmlata Sheoran" userId="622bcd2c-7b88-482c-87fa-3fb3dcfc9337" providerId="ADAL" clId="{7CCB4CEB-0FFD-4FD7-B654-BC8D1A57192C}" dt="2023-04-25T12:01:30.500" v="177" actId="20577"/>
          <ac:spMkLst>
            <pc:docMk/>
            <pc:sldMk cId="2816321231" sldId="345"/>
            <ac:spMk id="2" creationId="{8F6E287C-3608-44E4-2816-CADAC72EE5D5}"/>
          </ac:spMkLst>
        </pc:spChg>
        <pc:spChg chg="mod">
          <ac:chgData name="Kusmlata Sheoran" userId="622bcd2c-7b88-482c-87fa-3fb3dcfc9337" providerId="ADAL" clId="{7CCB4CEB-0FFD-4FD7-B654-BC8D1A57192C}" dt="2023-04-25T12:01:39.237" v="178" actId="255"/>
          <ac:spMkLst>
            <pc:docMk/>
            <pc:sldMk cId="2816321231" sldId="345"/>
            <ac:spMk id="3" creationId="{4E8B0539-2854-EB67-AC01-4AE0D768800B}"/>
          </ac:spMkLst>
        </pc:spChg>
      </pc:sldChg>
      <pc:sldChg chg="modSp add mod">
        <pc:chgData name="Kusmlata Sheoran" userId="622bcd2c-7b88-482c-87fa-3fb3dcfc9337" providerId="ADAL" clId="{7CCB4CEB-0FFD-4FD7-B654-BC8D1A57192C}" dt="2023-04-25T14:07:56.211" v="220" actId="20577"/>
        <pc:sldMkLst>
          <pc:docMk/>
          <pc:sldMk cId="3984122878" sldId="346"/>
        </pc:sldMkLst>
        <pc:spChg chg="mod">
          <ac:chgData name="Kusmlata Sheoran" userId="622bcd2c-7b88-482c-87fa-3fb3dcfc9337" providerId="ADAL" clId="{7CCB4CEB-0FFD-4FD7-B654-BC8D1A57192C}" dt="2023-04-25T14:07:56.211" v="220" actId="20577"/>
          <ac:spMkLst>
            <pc:docMk/>
            <pc:sldMk cId="3984122878" sldId="346"/>
            <ac:spMk id="3" creationId="{4E8B0539-2854-EB67-AC01-4AE0D768800B}"/>
          </ac:spMkLst>
        </pc:spChg>
      </pc:sldChg>
      <pc:sldChg chg="modSp add mod">
        <pc:chgData name="Kusmlata Sheoran" userId="622bcd2c-7b88-482c-87fa-3fb3dcfc9337" providerId="ADAL" clId="{7CCB4CEB-0FFD-4FD7-B654-BC8D1A57192C}" dt="2023-04-25T15:05:48.800" v="440" actId="20577"/>
        <pc:sldMkLst>
          <pc:docMk/>
          <pc:sldMk cId="3517940351" sldId="347"/>
        </pc:sldMkLst>
        <pc:spChg chg="mod">
          <ac:chgData name="Kusmlata Sheoran" userId="622bcd2c-7b88-482c-87fa-3fb3dcfc9337" providerId="ADAL" clId="{7CCB4CEB-0FFD-4FD7-B654-BC8D1A57192C}" dt="2023-04-25T15:05:48.800" v="440" actId="20577"/>
          <ac:spMkLst>
            <pc:docMk/>
            <pc:sldMk cId="3517940351" sldId="347"/>
            <ac:spMk id="3" creationId="{4E8B0539-2854-EB67-AC01-4AE0D768800B}"/>
          </ac:spMkLst>
        </pc:spChg>
      </pc:sldChg>
    </pc:docChg>
  </pc:docChgLst>
  <pc:docChgLst>
    <pc:chgData name="Kusmlata Sheoran" userId="622bcd2c-7b88-482c-87fa-3fb3dcfc9337" providerId="ADAL" clId="{2286E444-A520-4C3C-BE79-7E5F372E7D49}"/>
    <pc:docChg chg="modSld">
      <pc:chgData name="Kusmlata Sheoran" userId="622bcd2c-7b88-482c-87fa-3fb3dcfc9337" providerId="ADAL" clId="{2286E444-A520-4C3C-BE79-7E5F372E7D49}" dt="2023-04-19T15:08:24.675" v="1" actId="14100"/>
      <pc:docMkLst>
        <pc:docMk/>
      </pc:docMkLst>
      <pc:sldChg chg="modSp mod">
        <pc:chgData name="Kusmlata Sheoran" userId="622bcd2c-7b88-482c-87fa-3fb3dcfc9337" providerId="ADAL" clId="{2286E444-A520-4C3C-BE79-7E5F372E7D49}" dt="2023-04-19T15:08:24.675" v="1" actId="14100"/>
        <pc:sldMkLst>
          <pc:docMk/>
          <pc:sldMk cId="2461169126" sldId="322"/>
        </pc:sldMkLst>
        <pc:spChg chg="mod">
          <ac:chgData name="Kusmlata Sheoran" userId="622bcd2c-7b88-482c-87fa-3fb3dcfc9337" providerId="ADAL" clId="{2286E444-A520-4C3C-BE79-7E5F372E7D49}" dt="2023-04-19T15:08:24.675" v="1" actId="14100"/>
          <ac:spMkLst>
            <pc:docMk/>
            <pc:sldMk cId="2461169126" sldId="322"/>
            <ac:spMk id="3" creationId="{8FC5897D-96D1-27C2-D36F-A8144A4A2F65}"/>
          </ac:spMkLst>
        </pc:spChg>
      </pc:sldChg>
    </pc:docChg>
  </pc:docChgLst>
  <pc:docChgLst>
    <pc:chgData name="Kusmlata Sheoran" userId="622bcd2c-7b88-482c-87fa-3fb3dcfc9337" providerId="ADAL" clId="{AF7E0DFB-29A1-4B21-80E7-0F491168640C}"/>
    <pc:docChg chg="undo custSel addSld delSld modSld sldOrd">
      <pc:chgData name="Kusmlata Sheoran" userId="622bcd2c-7b88-482c-87fa-3fb3dcfc9337" providerId="ADAL" clId="{AF7E0DFB-29A1-4B21-80E7-0F491168640C}" dt="2023-04-26T08:55:21.266" v="3640" actId="20577"/>
      <pc:docMkLst>
        <pc:docMk/>
      </pc:docMkLst>
      <pc:sldChg chg="del">
        <pc:chgData name="Kusmlata Sheoran" userId="622bcd2c-7b88-482c-87fa-3fb3dcfc9337" providerId="ADAL" clId="{AF7E0DFB-29A1-4B21-80E7-0F491168640C}" dt="2023-04-24T08:40:34.478" v="2080" actId="47"/>
        <pc:sldMkLst>
          <pc:docMk/>
          <pc:sldMk cId="1741829112" sldId="306"/>
        </pc:sldMkLst>
      </pc:sldChg>
      <pc:sldChg chg="modSp mod">
        <pc:chgData name="Kusmlata Sheoran" userId="622bcd2c-7b88-482c-87fa-3fb3dcfc9337" providerId="ADAL" clId="{AF7E0DFB-29A1-4B21-80E7-0F491168640C}" dt="2023-04-24T09:22:40.846" v="3548" actId="20577"/>
        <pc:sldMkLst>
          <pc:docMk/>
          <pc:sldMk cId="1752993917" sldId="311"/>
        </pc:sldMkLst>
        <pc:spChg chg="mod">
          <ac:chgData name="Kusmlata Sheoran" userId="622bcd2c-7b88-482c-87fa-3fb3dcfc9337" providerId="ADAL" clId="{AF7E0DFB-29A1-4B21-80E7-0F491168640C}" dt="2023-04-24T09:22:40.846" v="3548" actId="20577"/>
          <ac:spMkLst>
            <pc:docMk/>
            <pc:sldMk cId="1752993917" sldId="311"/>
            <ac:spMk id="3" creationId="{03912611-42E7-6849-885B-99D97037DE6F}"/>
          </ac:spMkLst>
        </pc:spChg>
      </pc:sldChg>
      <pc:sldChg chg="modSp mod">
        <pc:chgData name="Kusmlata Sheoran" userId="622bcd2c-7b88-482c-87fa-3fb3dcfc9337" providerId="ADAL" clId="{AF7E0DFB-29A1-4B21-80E7-0F491168640C}" dt="2023-04-25T21:26:09.599" v="3578" actId="20577"/>
        <pc:sldMkLst>
          <pc:docMk/>
          <pc:sldMk cId="2528683093" sldId="312"/>
        </pc:sldMkLst>
        <pc:spChg chg="mod">
          <ac:chgData name="Kusmlata Sheoran" userId="622bcd2c-7b88-482c-87fa-3fb3dcfc9337" providerId="ADAL" clId="{AF7E0DFB-29A1-4B21-80E7-0F491168640C}" dt="2023-04-25T21:26:09.599" v="3578" actId="20577"/>
          <ac:spMkLst>
            <pc:docMk/>
            <pc:sldMk cId="2528683093" sldId="312"/>
            <ac:spMk id="3" creationId="{03912611-42E7-6849-885B-99D97037DE6F}"/>
          </ac:spMkLst>
        </pc:spChg>
      </pc:sldChg>
      <pc:sldChg chg="modSp mod modNotesTx">
        <pc:chgData name="Kusmlata Sheoran" userId="622bcd2c-7b88-482c-87fa-3fb3dcfc9337" providerId="ADAL" clId="{AF7E0DFB-29A1-4B21-80E7-0F491168640C}" dt="2023-04-25T21:34:05.327" v="3609" actId="14100"/>
        <pc:sldMkLst>
          <pc:docMk/>
          <pc:sldMk cId="1476343682" sldId="316"/>
        </pc:sldMkLst>
        <pc:spChg chg="mod">
          <ac:chgData name="Kusmlata Sheoran" userId="622bcd2c-7b88-482c-87fa-3fb3dcfc9337" providerId="ADAL" clId="{AF7E0DFB-29A1-4B21-80E7-0F491168640C}" dt="2023-04-25T21:34:05.327" v="3609" actId="14100"/>
          <ac:spMkLst>
            <pc:docMk/>
            <pc:sldMk cId="1476343682" sldId="316"/>
            <ac:spMk id="3" creationId="{03912611-42E7-6849-885B-99D97037DE6F}"/>
          </ac:spMkLst>
        </pc:spChg>
      </pc:sldChg>
      <pc:sldChg chg="modSp mod">
        <pc:chgData name="Kusmlata Sheoran" userId="622bcd2c-7b88-482c-87fa-3fb3dcfc9337" providerId="ADAL" clId="{AF7E0DFB-29A1-4B21-80E7-0F491168640C}" dt="2023-04-25T21:33:18.025" v="3606" actId="20577"/>
        <pc:sldMkLst>
          <pc:docMk/>
          <pc:sldMk cId="3859191292" sldId="317"/>
        </pc:sldMkLst>
        <pc:spChg chg="mod">
          <ac:chgData name="Kusmlata Sheoran" userId="622bcd2c-7b88-482c-87fa-3fb3dcfc9337" providerId="ADAL" clId="{AF7E0DFB-29A1-4B21-80E7-0F491168640C}" dt="2023-04-25T21:33:18.025" v="3606" actId="20577"/>
          <ac:spMkLst>
            <pc:docMk/>
            <pc:sldMk cId="3859191292" sldId="317"/>
            <ac:spMk id="2" creationId="{50608F55-98AD-8544-9EDC-97F2BF248277}"/>
          </ac:spMkLst>
        </pc:spChg>
      </pc:sldChg>
      <pc:sldChg chg="del">
        <pc:chgData name="Kusmlata Sheoran" userId="622bcd2c-7b88-482c-87fa-3fb3dcfc9337" providerId="ADAL" clId="{AF7E0DFB-29A1-4B21-80E7-0F491168640C}" dt="2023-04-25T21:26:38.055" v="3579" actId="47"/>
        <pc:sldMkLst>
          <pc:docMk/>
          <pc:sldMk cId="751369977" sldId="319"/>
        </pc:sldMkLst>
      </pc:sldChg>
      <pc:sldChg chg="del">
        <pc:chgData name="Kusmlata Sheoran" userId="622bcd2c-7b88-482c-87fa-3fb3dcfc9337" providerId="ADAL" clId="{AF7E0DFB-29A1-4B21-80E7-0F491168640C}" dt="2023-04-25T21:26:45.505" v="3580" actId="47"/>
        <pc:sldMkLst>
          <pc:docMk/>
          <pc:sldMk cId="3085165805" sldId="320"/>
        </pc:sldMkLst>
      </pc:sldChg>
      <pc:sldChg chg="modSp mod modNotesTx">
        <pc:chgData name="Kusmlata Sheoran" userId="622bcd2c-7b88-482c-87fa-3fb3dcfc9337" providerId="ADAL" clId="{AF7E0DFB-29A1-4B21-80E7-0F491168640C}" dt="2023-04-26T08:55:21.266" v="3640" actId="20577"/>
        <pc:sldMkLst>
          <pc:docMk/>
          <pc:sldMk cId="3672107617" sldId="321"/>
        </pc:sldMkLst>
        <pc:spChg chg="mod">
          <ac:chgData name="Kusmlata Sheoran" userId="622bcd2c-7b88-482c-87fa-3fb3dcfc9337" providerId="ADAL" clId="{AF7E0DFB-29A1-4B21-80E7-0F491168640C}" dt="2023-04-26T08:55:21.266" v="3640" actId="20577"/>
          <ac:spMkLst>
            <pc:docMk/>
            <pc:sldMk cId="3672107617" sldId="321"/>
            <ac:spMk id="3" creationId="{BC1B9631-C327-B712-82DA-F3C6536A8DC6}"/>
          </ac:spMkLst>
        </pc:spChg>
      </pc:sldChg>
      <pc:sldChg chg="del">
        <pc:chgData name="Kusmlata Sheoran" userId="622bcd2c-7b88-482c-87fa-3fb3dcfc9337" providerId="ADAL" clId="{AF7E0DFB-29A1-4B21-80E7-0F491168640C}" dt="2023-04-24T08:42:14.166" v="2193" actId="2696"/>
        <pc:sldMkLst>
          <pc:docMk/>
          <pc:sldMk cId="2461169126" sldId="322"/>
        </pc:sldMkLst>
      </pc:sldChg>
      <pc:sldChg chg="modSp add mod ord">
        <pc:chgData name="Kusmlata Sheoran" userId="622bcd2c-7b88-482c-87fa-3fb3dcfc9337" providerId="ADAL" clId="{AF7E0DFB-29A1-4B21-80E7-0F491168640C}" dt="2023-04-24T08:48:49.784" v="2339" actId="255"/>
        <pc:sldMkLst>
          <pc:docMk/>
          <pc:sldMk cId="3942293359" sldId="322"/>
        </pc:sldMkLst>
        <pc:spChg chg="mod">
          <ac:chgData name="Kusmlata Sheoran" userId="622bcd2c-7b88-482c-87fa-3fb3dcfc9337" providerId="ADAL" clId="{AF7E0DFB-29A1-4B21-80E7-0F491168640C}" dt="2023-04-24T08:47:40.388" v="2309" actId="20577"/>
          <ac:spMkLst>
            <pc:docMk/>
            <pc:sldMk cId="3942293359" sldId="322"/>
            <ac:spMk id="2" creationId="{E9D6BC77-DE3B-004B-D8F7-4674264D0DBB}"/>
          </ac:spMkLst>
        </pc:spChg>
        <pc:spChg chg="mod">
          <ac:chgData name="Kusmlata Sheoran" userId="622bcd2c-7b88-482c-87fa-3fb3dcfc9337" providerId="ADAL" clId="{AF7E0DFB-29A1-4B21-80E7-0F491168640C}" dt="2023-04-24T08:48:49.784" v="2339" actId="255"/>
          <ac:spMkLst>
            <pc:docMk/>
            <pc:sldMk cId="3942293359" sldId="322"/>
            <ac:spMk id="3" creationId="{8FC5897D-96D1-27C2-D36F-A8144A4A2F65}"/>
          </ac:spMkLst>
        </pc:spChg>
      </pc:sldChg>
      <pc:sldChg chg="add del">
        <pc:chgData name="Kusmlata Sheoran" userId="622bcd2c-7b88-482c-87fa-3fb3dcfc9337" providerId="ADAL" clId="{AF7E0DFB-29A1-4B21-80E7-0F491168640C}" dt="2023-04-24T09:03:05.756" v="2583" actId="47"/>
        <pc:sldMkLst>
          <pc:docMk/>
          <pc:sldMk cId="188375625" sldId="323"/>
        </pc:sldMkLst>
      </pc:sldChg>
      <pc:sldChg chg="addSp delSp modSp new del mod modNotesTx">
        <pc:chgData name="Kusmlata Sheoran" userId="622bcd2c-7b88-482c-87fa-3fb3dcfc9337" providerId="ADAL" clId="{AF7E0DFB-29A1-4B21-80E7-0F491168640C}" dt="2023-04-24T08:42:14.166" v="2193" actId="2696"/>
        <pc:sldMkLst>
          <pc:docMk/>
          <pc:sldMk cId="2293459377" sldId="323"/>
        </pc:sldMkLst>
        <pc:spChg chg="add del mod">
          <ac:chgData name="Kusmlata Sheoran" userId="622bcd2c-7b88-482c-87fa-3fb3dcfc9337" providerId="ADAL" clId="{AF7E0DFB-29A1-4B21-80E7-0F491168640C}" dt="2023-04-04T20:32:12.539" v="8"/>
          <ac:spMkLst>
            <pc:docMk/>
            <pc:sldMk cId="2293459377" sldId="323"/>
            <ac:spMk id="3" creationId="{7ADA1733-7D5C-80ED-E864-AA0B1A94FAB6}"/>
          </ac:spMkLst>
        </pc:spChg>
        <pc:spChg chg="add del mod">
          <ac:chgData name="Kusmlata Sheoran" userId="622bcd2c-7b88-482c-87fa-3fb3dcfc9337" providerId="ADAL" clId="{AF7E0DFB-29A1-4B21-80E7-0F491168640C}" dt="2023-04-04T20:29:41.012" v="2"/>
          <ac:spMkLst>
            <pc:docMk/>
            <pc:sldMk cId="2293459377" sldId="323"/>
            <ac:spMk id="4" creationId="{CD622665-A63B-5E39-677B-4BD2ABA00AE2}"/>
          </ac:spMkLst>
        </pc:spChg>
      </pc:sldChg>
      <pc:sldChg chg="modSp add mod modNotesTx">
        <pc:chgData name="Kusmlata Sheoran" userId="622bcd2c-7b88-482c-87fa-3fb3dcfc9337" providerId="ADAL" clId="{AF7E0DFB-29A1-4B21-80E7-0F491168640C}" dt="2023-04-24T09:04:27.470" v="2639" actId="20577"/>
        <pc:sldMkLst>
          <pc:docMk/>
          <pc:sldMk cId="1655318356" sldId="324"/>
        </pc:sldMkLst>
        <pc:spChg chg="mod">
          <ac:chgData name="Kusmlata Sheoran" userId="622bcd2c-7b88-482c-87fa-3fb3dcfc9337" providerId="ADAL" clId="{AF7E0DFB-29A1-4B21-80E7-0F491168640C}" dt="2023-04-24T09:04:27.470" v="2639" actId="20577"/>
          <ac:spMkLst>
            <pc:docMk/>
            <pc:sldMk cId="1655318356" sldId="324"/>
            <ac:spMk id="2" creationId="{7CBE3AE2-4252-9363-A926-2AE0EE3DE981}"/>
          </ac:spMkLst>
        </pc:spChg>
      </pc:sldChg>
      <pc:sldChg chg="modSp new del mod modNotesTx">
        <pc:chgData name="Kusmlata Sheoran" userId="622bcd2c-7b88-482c-87fa-3fb3dcfc9337" providerId="ADAL" clId="{AF7E0DFB-29A1-4B21-80E7-0F491168640C}" dt="2023-04-24T08:42:14.166" v="2193" actId="2696"/>
        <pc:sldMkLst>
          <pc:docMk/>
          <pc:sldMk cId="4031517689" sldId="324"/>
        </pc:sldMkLst>
        <pc:spChg chg="mod">
          <ac:chgData name="Kusmlata Sheoran" userId="622bcd2c-7b88-482c-87fa-3fb3dcfc9337" providerId="ADAL" clId="{AF7E0DFB-29A1-4B21-80E7-0F491168640C}" dt="2023-04-04T20:32:49.685" v="17" actId="20577"/>
          <ac:spMkLst>
            <pc:docMk/>
            <pc:sldMk cId="4031517689" sldId="324"/>
            <ac:spMk id="3" creationId="{CB345A1A-9303-DAD0-7963-301863C4035B}"/>
          </ac:spMkLst>
        </pc:spChg>
      </pc:sldChg>
      <pc:sldChg chg="addSp delSp modSp new del mod modNotesTx">
        <pc:chgData name="Kusmlata Sheoran" userId="622bcd2c-7b88-482c-87fa-3fb3dcfc9337" providerId="ADAL" clId="{AF7E0DFB-29A1-4B21-80E7-0F491168640C}" dt="2023-04-24T08:42:14.166" v="2193" actId="2696"/>
        <pc:sldMkLst>
          <pc:docMk/>
          <pc:sldMk cId="1068494016" sldId="325"/>
        </pc:sldMkLst>
        <pc:spChg chg="add del mod">
          <ac:chgData name="Kusmlata Sheoran" userId="622bcd2c-7b88-482c-87fa-3fb3dcfc9337" providerId="ADAL" clId="{AF7E0DFB-29A1-4B21-80E7-0F491168640C}" dt="2023-04-04T20:35:47.588" v="33"/>
          <ac:spMkLst>
            <pc:docMk/>
            <pc:sldMk cId="1068494016" sldId="325"/>
            <ac:spMk id="3" creationId="{385413BE-3448-D1C0-36A0-95B47EAFCCD2}"/>
          </ac:spMkLst>
        </pc:spChg>
        <pc:spChg chg="add del mod">
          <ac:chgData name="Kusmlata Sheoran" userId="622bcd2c-7b88-482c-87fa-3fb3dcfc9337" providerId="ADAL" clId="{AF7E0DFB-29A1-4B21-80E7-0F491168640C}" dt="2023-04-04T20:34:15.557" v="20"/>
          <ac:spMkLst>
            <pc:docMk/>
            <pc:sldMk cId="1068494016" sldId="325"/>
            <ac:spMk id="4" creationId="{72812E11-4C42-4619-E29C-FF5350FB0A0D}"/>
          </ac:spMkLst>
        </pc:spChg>
      </pc:sldChg>
      <pc:sldChg chg="modSp add mod">
        <pc:chgData name="Kusmlata Sheoran" userId="622bcd2c-7b88-482c-87fa-3fb3dcfc9337" providerId="ADAL" clId="{AF7E0DFB-29A1-4B21-80E7-0F491168640C}" dt="2023-04-24T09:04:39.580" v="2647" actId="14100"/>
        <pc:sldMkLst>
          <pc:docMk/>
          <pc:sldMk cId="1277265633" sldId="325"/>
        </pc:sldMkLst>
        <pc:spChg chg="mod">
          <ac:chgData name="Kusmlata Sheoran" userId="622bcd2c-7b88-482c-87fa-3fb3dcfc9337" providerId="ADAL" clId="{AF7E0DFB-29A1-4B21-80E7-0F491168640C}" dt="2023-04-24T09:04:34.844" v="2646" actId="20577"/>
          <ac:spMkLst>
            <pc:docMk/>
            <pc:sldMk cId="1277265633" sldId="325"/>
            <ac:spMk id="2" creationId="{68AC663E-027D-B8D2-572A-952235FBC912}"/>
          </ac:spMkLst>
        </pc:spChg>
        <pc:spChg chg="mod">
          <ac:chgData name="Kusmlata Sheoran" userId="622bcd2c-7b88-482c-87fa-3fb3dcfc9337" providerId="ADAL" clId="{AF7E0DFB-29A1-4B21-80E7-0F491168640C}" dt="2023-04-24T09:04:39.580" v="2647" actId="14100"/>
          <ac:spMkLst>
            <pc:docMk/>
            <pc:sldMk cId="1277265633" sldId="325"/>
            <ac:spMk id="3" creationId="{385413BE-3448-D1C0-36A0-95B47EAFCCD2}"/>
          </ac:spMkLst>
        </pc:spChg>
      </pc:sldChg>
      <pc:sldChg chg="modSp add mod">
        <pc:chgData name="Kusmlata Sheoran" userId="622bcd2c-7b88-482c-87fa-3fb3dcfc9337" providerId="ADAL" clId="{AF7E0DFB-29A1-4B21-80E7-0F491168640C}" dt="2023-04-24T08:42:58.400" v="2200" actId="14100"/>
        <pc:sldMkLst>
          <pc:docMk/>
          <pc:sldMk cId="779828518" sldId="326"/>
        </pc:sldMkLst>
        <pc:spChg chg="mod">
          <ac:chgData name="Kusmlata Sheoran" userId="622bcd2c-7b88-482c-87fa-3fb3dcfc9337" providerId="ADAL" clId="{AF7E0DFB-29A1-4B21-80E7-0F491168640C}" dt="2023-04-24T08:42:58.400" v="2200" actId="14100"/>
          <ac:spMkLst>
            <pc:docMk/>
            <pc:sldMk cId="779828518" sldId="326"/>
            <ac:spMk id="3" creationId="{91A665E0-CAD8-CC38-E638-ACC66120FD0F}"/>
          </ac:spMkLst>
        </pc:spChg>
      </pc:sldChg>
      <pc:sldChg chg="modSp new del mod">
        <pc:chgData name="Kusmlata Sheoran" userId="622bcd2c-7b88-482c-87fa-3fb3dcfc9337" providerId="ADAL" clId="{AF7E0DFB-29A1-4B21-80E7-0F491168640C}" dt="2023-04-24T08:42:14.166" v="2193" actId="2696"/>
        <pc:sldMkLst>
          <pc:docMk/>
          <pc:sldMk cId="2926434928" sldId="326"/>
        </pc:sldMkLst>
        <pc:spChg chg="mod">
          <ac:chgData name="Kusmlata Sheoran" userId="622bcd2c-7b88-482c-87fa-3fb3dcfc9337" providerId="ADAL" clId="{AF7E0DFB-29A1-4B21-80E7-0F491168640C}" dt="2023-04-04T20:39:34.587" v="57" actId="20577"/>
          <ac:spMkLst>
            <pc:docMk/>
            <pc:sldMk cId="2926434928" sldId="326"/>
            <ac:spMk id="2" creationId="{BC5EED79-9E63-E25E-5F05-3EFF83F92966}"/>
          </ac:spMkLst>
        </pc:spChg>
        <pc:spChg chg="mod">
          <ac:chgData name="Kusmlata Sheoran" userId="622bcd2c-7b88-482c-87fa-3fb3dcfc9337" providerId="ADAL" clId="{AF7E0DFB-29A1-4B21-80E7-0F491168640C}" dt="2023-04-04T20:43:16.132" v="639" actId="20577"/>
          <ac:spMkLst>
            <pc:docMk/>
            <pc:sldMk cId="2926434928" sldId="326"/>
            <ac:spMk id="3" creationId="{91A665E0-CAD8-CC38-E638-ACC66120FD0F}"/>
          </ac:spMkLst>
        </pc:spChg>
      </pc:sldChg>
      <pc:sldChg chg="modSp new del mod modNotesTx">
        <pc:chgData name="Kusmlata Sheoran" userId="622bcd2c-7b88-482c-87fa-3fb3dcfc9337" providerId="ADAL" clId="{AF7E0DFB-29A1-4B21-80E7-0F491168640C}" dt="2023-04-24T08:42:14.166" v="2193" actId="2696"/>
        <pc:sldMkLst>
          <pc:docMk/>
          <pc:sldMk cId="1967580520" sldId="327"/>
        </pc:sldMkLst>
        <pc:spChg chg="mod">
          <ac:chgData name="Kusmlata Sheoran" userId="622bcd2c-7b88-482c-87fa-3fb3dcfc9337" providerId="ADAL" clId="{AF7E0DFB-29A1-4B21-80E7-0F491168640C}" dt="2023-04-04T20:54:10.967" v="1064" actId="20577"/>
          <ac:spMkLst>
            <pc:docMk/>
            <pc:sldMk cId="1967580520" sldId="327"/>
            <ac:spMk id="3" creationId="{AAC0A803-BCAD-28CB-F4F4-A146E638FB3E}"/>
          </ac:spMkLst>
        </pc:spChg>
      </pc:sldChg>
      <pc:sldChg chg="add ord">
        <pc:chgData name="Kusmlata Sheoran" userId="622bcd2c-7b88-482c-87fa-3fb3dcfc9337" providerId="ADAL" clId="{AF7E0DFB-29A1-4B21-80E7-0F491168640C}" dt="2023-04-24T08:49:02.312" v="2341"/>
        <pc:sldMkLst>
          <pc:docMk/>
          <pc:sldMk cId="3947832344" sldId="327"/>
        </pc:sldMkLst>
      </pc:sldChg>
      <pc:sldChg chg="add del">
        <pc:chgData name="Kusmlata Sheoran" userId="622bcd2c-7b88-482c-87fa-3fb3dcfc9337" providerId="ADAL" clId="{AF7E0DFB-29A1-4B21-80E7-0F491168640C}" dt="2023-04-24T08:50:02.904" v="2342" actId="2696"/>
        <pc:sldMkLst>
          <pc:docMk/>
          <pc:sldMk cId="32678803" sldId="328"/>
        </pc:sldMkLst>
      </pc:sldChg>
      <pc:sldChg chg="addSp modSp add mod">
        <pc:chgData name="Kusmlata Sheoran" userId="622bcd2c-7b88-482c-87fa-3fb3dcfc9337" providerId="ADAL" clId="{AF7E0DFB-29A1-4B21-80E7-0F491168640C}" dt="2023-04-24T08:54:27.673" v="2398" actId="14100"/>
        <pc:sldMkLst>
          <pc:docMk/>
          <pc:sldMk cId="2291351459" sldId="328"/>
        </pc:sldMkLst>
        <pc:spChg chg="mod">
          <ac:chgData name="Kusmlata Sheoran" userId="622bcd2c-7b88-482c-87fa-3fb3dcfc9337" providerId="ADAL" clId="{AF7E0DFB-29A1-4B21-80E7-0F491168640C}" dt="2023-04-24T08:50:36.363" v="2386" actId="20577"/>
          <ac:spMkLst>
            <pc:docMk/>
            <pc:sldMk cId="2291351459" sldId="328"/>
            <ac:spMk id="2" creationId="{8504E1C5-0697-C955-348E-F0785EBE7F1F}"/>
          </ac:spMkLst>
        </pc:spChg>
        <pc:spChg chg="mod">
          <ac:chgData name="Kusmlata Sheoran" userId="622bcd2c-7b88-482c-87fa-3fb3dcfc9337" providerId="ADAL" clId="{AF7E0DFB-29A1-4B21-80E7-0F491168640C}" dt="2023-04-24T08:54:27.673" v="2398" actId="14100"/>
          <ac:spMkLst>
            <pc:docMk/>
            <pc:sldMk cId="2291351459" sldId="328"/>
            <ac:spMk id="3" creationId="{3555D385-0BD7-C949-CC27-CDA2C2B8543D}"/>
          </ac:spMkLst>
        </pc:spChg>
        <pc:spChg chg="add mod">
          <ac:chgData name="Kusmlata Sheoran" userId="622bcd2c-7b88-482c-87fa-3fb3dcfc9337" providerId="ADAL" clId="{AF7E0DFB-29A1-4B21-80E7-0F491168640C}" dt="2023-04-24T08:54:21.659" v="2395" actId="1076"/>
          <ac:spMkLst>
            <pc:docMk/>
            <pc:sldMk cId="2291351459" sldId="328"/>
            <ac:spMk id="4" creationId="{BCD8D857-95F3-D09F-D9F9-A9846A763808}"/>
          </ac:spMkLst>
        </pc:spChg>
      </pc:sldChg>
      <pc:sldChg chg="modSp new del mod modNotesTx">
        <pc:chgData name="Kusmlata Sheoran" userId="622bcd2c-7b88-482c-87fa-3fb3dcfc9337" providerId="ADAL" clId="{AF7E0DFB-29A1-4B21-80E7-0F491168640C}" dt="2023-04-24T08:42:14.166" v="2193" actId="2696"/>
        <pc:sldMkLst>
          <pc:docMk/>
          <pc:sldMk cId="2608468499" sldId="328"/>
        </pc:sldMkLst>
        <pc:spChg chg="mod">
          <ac:chgData name="Kusmlata Sheoran" userId="622bcd2c-7b88-482c-87fa-3fb3dcfc9337" providerId="ADAL" clId="{AF7E0DFB-29A1-4B21-80E7-0F491168640C}" dt="2023-04-04T20:56:36.297" v="1256" actId="20577"/>
          <ac:spMkLst>
            <pc:docMk/>
            <pc:sldMk cId="2608468499" sldId="328"/>
            <ac:spMk id="3" creationId="{3555D385-0BD7-C949-CC27-CDA2C2B8543D}"/>
          </ac:spMkLst>
        </pc:spChg>
      </pc:sldChg>
      <pc:sldChg chg="modSp new del mod modNotesTx">
        <pc:chgData name="Kusmlata Sheoran" userId="622bcd2c-7b88-482c-87fa-3fb3dcfc9337" providerId="ADAL" clId="{AF7E0DFB-29A1-4B21-80E7-0F491168640C}" dt="2023-04-24T08:42:14.166" v="2193" actId="2696"/>
        <pc:sldMkLst>
          <pc:docMk/>
          <pc:sldMk cId="460753354" sldId="329"/>
        </pc:sldMkLst>
        <pc:spChg chg="mod">
          <ac:chgData name="Kusmlata Sheoran" userId="622bcd2c-7b88-482c-87fa-3fb3dcfc9337" providerId="ADAL" clId="{AF7E0DFB-29A1-4B21-80E7-0F491168640C}" dt="2023-04-20T21:14:03.048" v="1624" actId="20577"/>
          <ac:spMkLst>
            <pc:docMk/>
            <pc:sldMk cId="460753354" sldId="329"/>
            <ac:spMk id="3" creationId="{F5472C5F-C41B-F408-508E-528CA3B220A2}"/>
          </ac:spMkLst>
        </pc:spChg>
      </pc:sldChg>
      <pc:sldChg chg="modSp add mod modNotesTx">
        <pc:chgData name="Kusmlata Sheoran" userId="622bcd2c-7b88-482c-87fa-3fb3dcfc9337" providerId="ADAL" clId="{AF7E0DFB-29A1-4B21-80E7-0F491168640C}" dt="2023-04-24T08:59:22.223" v="2574" actId="14100"/>
        <pc:sldMkLst>
          <pc:docMk/>
          <pc:sldMk cId="1002913111" sldId="329"/>
        </pc:sldMkLst>
        <pc:spChg chg="mod">
          <ac:chgData name="Kusmlata Sheoran" userId="622bcd2c-7b88-482c-87fa-3fb3dcfc9337" providerId="ADAL" clId="{AF7E0DFB-29A1-4B21-80E7-0F491168640C}" dt="2023-04-24T08:58:37.521" v="2497" actId="14100"/>
          <ac:spMkLst>
            <pc:docMk/>
            <pc:sldMk cId="1002913111" sldId="329"/>
            <ac:spMk id="2" creationId="{D8851078-4103-542F-6EB1-D54E9C18D6D5}"/>
          </ac:spMkLst>
        </pc:spChg>
        <pc:spChg chg="mod">
          <ac:chgData name="Kusmlata Sheoran" userId="622bcd2c-7b88-482c-87fa-3fb3dcfc9337" providerId="ADAL" clId="{AF7E0DFB-29A1-4B21-80E7-0F491168640C}" dt="2023-04-24T08:59:22.223" v="2574" actId="14100"/>
          <ac:spMkLst>
            <pc:docMk/>
            <pc:sldMk cId="1002913111" sldId="329"/>
            <ac:spMk id="3" creationId="{F5472C5F-C41B-F408-508E-528CA3B220A2}"/>
          </ac:spMkLst>
        </pc:spChg>
      </pc:sldChg>
      <pc:sldChg chg="add del">
        <pc:chgData name="Kusmlata Sheoran" userId="622bcd2c-7b88-482c-87fa-3fb3dcfc9337" providerId="ADAL" clId="{AF7E0DFB-29A1-4B21-80E7-0F491168640C}" dt="2023-04-24T08:50:02.904" v="2342" actId="2696"/>
        <pc:sldMkLst>
          <pc:docMk/>
          <pc:sldMk cId="3038463339" sldId="329"/>
        </pc:sldMkLst>
      </pc:sldChg>
      <pc:sldChg chg="modSp add mod ord">
        <pc:chgData name="Kusmlata Sheoran" userId="622bcd2c-7b88-482c-87fa-3fb3dcfc9337" providerId="ADAL" clId="{AF7E0DFB-29A1-4B21-80E7-0F491168640C}" dt="2023-04-24T08:45:47.047" v="2270" actId="14100"/>
        <pc:sldMkLst>
          <pc:docMk/>
          <pc:sldMk cId="780574723" sldId="330"/>
        </pc:sldMkLst>
        <pc:spChg chg="mod">
          <ac:chgData name="Kusmlata Sheoran" userId="622bcd2c-7b88-482c-87fa-3fb3dcfc9337" providerId="ADAL" clId="{AF7E0DFB-29A1-4B21-80E7-0F491168640C}" dt="2023-04-24T08:45:47.047" v="2270" actId="14100"/>
          <ac:spMkLst>
            <pc:docMk/>
            <pc:sldMk cId="780574723" sldId="330"/>
            <ac:spMk id="2" creationId="{22D5C0C7-96A5-9BCF-8C29-621F76F3183C}"/>
          </ac:spMkLst>
        </pc:spChg>
        <pc:spChg chg="mod">
          <ac:chgData name="Kusmlata Sheoran" userId="622bcd2c-7b88-482c-87fa-3fb3dcfc9337" providerId="ADAL" clId="{AF7E0DFB-29A1-4B21-80E7-0F491168640C}" dt="2023-04-24T08:45:42.884" v="2269" actId="14100"/>
          <ac:spMkLst>
            <pc:docMk/>
            <pc:sldMk cId="780574723" sldId="330"/>
            <ac:spMk id="3" creationId="{6F64F8EC-4421-6938-2B61-8AA28B9D1AA1}"/>
          </ac:spMkLst>
        </pc:spChg>
      </pc:sldChg>
      <pc:sldChg chg="modSp new del mod">
        <pc:chgData name="Kusmlata Sheoran" userId="622bcd2c-7b88-482c-87fa-3fb3dcfc9337" providerId="ADAL" clId="{AF7E0DFB-29A1-4B21-80E7-0F491168640C}" dt="2023-04-24T08:42:14.166" v="2193" actId="2696"/>
        <pc:sldMkLst>
          <pc:docMk/>
          <pc:sldMk cId="1438364623" sldId="330"/>
        </pc:sldMkLst>
        <pc:spChg chg="mod">
          <ac:chgData name="Kusmlata Sheoran" userId="622bcd2c-7b88-482c-87fa-3fb3dcfc9337" providerId="ADAL" clId="{AF7E0DFB-29A1-4B21-80E7-0F491168640C}" dt="2023-04-22T16:52:46.581" v="1626"/>
          <ac:spMkLst>
            <pc:docMk/>
            <pc:sldMk cId="1438364623" sldId="330"/>
            <ac:spMk id="3" creationId="{6F64F8EC-4421-6938-2B61-8AA28B9D1AA1}"/>
          </ac:spMkLst>
        </pc:spChg>
      </pc:sldChg>
      <pc:sldChg chg="modSp add mod ord">
        <pc:chgData name="Kusmlata Sheoran" userId="622bcd2c-7b88-482c-87fa-3fb3dcfc9337" providerId="ADAL" clId="{AF7E0DFB-29A1-4B21-80E7-0F491168640C}" dt="2023-04-24T08:47:24.464" v="2280" actId="20577"/>
        <pc:sldMkLst>
          <pc:docMk/>
          <pc:sldMk cId="157595320" sldId="331"/>
        </pc:sldMkLst>
        <pc:spChg chg="mod">
          <ac:chgData name="Kusmlata Sheoran" userId="622bcd2c-7b88-482c-87fa-3fb3dcfc9337" providerId="ADAL" clId="{AF7E0DFB-29A1-4B21-80E7-0F491168640C}" dt="2023-04-24T08:47:24.464" v="2280" actId="20577"/>
          <ac:spMkLst>
            <pc:docMk/>
            <pc:sldMk cId="157595320" sldId="331"/>
            <ac:spMk id="2" creationId="{6F2F245F-EEB2-CFD4-FFAB-998C74913023}"/>
          </ac:spMkLst>
        </pc:spChg>
        <pc:spChg chg="mod">
          <ac:chgData name="Kusmlata Sheoran" userId="622bcd2c-7b88-482c-87fa-3fb3dcfc9337" providerId="ADAL" clId="{AF7E0DFB-29A1-4B21-80E7-0F491168640C}" dt="2023-04-24T08:46:59.318" v="2273" actId="6549"/>
          <ac:spMkLst>
            <pc:docMk/>
            <pc:sldMk cId="157595320" sldId="331"/>
            <ac:spMk id="3" creationId="{6298B5C8-FA5F-1DD9-4B5E-54B5080E5591}"/>
          </ac:spMkLst>
        </pc:spChg>
      </pc:sldChg>
      <pc:sldChg chg="add del">
        <pc:chgData name="Kusmlata Sheoran" userId="622bcd2c-7b88-482c-87fa-3fb3dcfc9337" providerId="ADAL" clId="{AF7E0DFB-29A1-4B21-80E7-0F491168640C}" dt="2023-04-24T08:42:14.166" v="2193" actId="2696"/>
        <pc:sldMkLst>
          <pc:docMk/>
          <pc:sldMk cId="822764500" sldId="331"/>
        </pc:sldMkLst>
      </pc:sldChg>
      <pc:sldChg chg="add del">
        <pc:chgData name="Kusmlata Sheoran" userId="622bcd2c-7b88-482c-87fa-3fb3dcfc9337" providerId="ADAL" clId="{AF7E0DFB-29A1-4B21-80E7-0F491168640C}" dt="2023-04-24T08:42:14.166" v="2193" actId="2696"/>
        <pc:sldMkLst>
          <pc:docMk/>
          <pc:sldMk cId="2077673273" sldId="332"/>
        </pc:sldMkLst>
      </pc:sldChg>
      <pc:sldChg chg="modSp add del mod ord">
        <pc:chgData name="Kusmlata Sheoran" userId="622bcd2c-7b88-482c-87fa-3fb3dcfc9337" providerId="ADAL" clId="{AF7E0DFB-29A1-4B21-80E7-0F491168640C}" dt="2023-04-24T08:47:28.431" v="2281" actId="47"/>
        <pc:sldMkLst>
          <pc:docMk/>
          <pc:sldMk cId="3049007668" sldId="332"/>
        </pc:sldMkLst>
        <pc:spChg chg="mod">
          <ac:chgData name="Kusmlata Sheoran" userId="622bcd2c-7b88-482c-87fa-3fb3dcfc9337" providerId="ADAL" clId="{AF7E0DFB-29A1-4B21-80E7-0F491168640C}" dt="2023-04-24T08:45:07.234" v="2245" actId="21"/>
          <ac:spMkLst>
            <pc:docMk/>
            <pc:sldMk cId="3049007668" sldId="332"/>
            <ac:spMk id="3" creationId="{672064DD-6195-6374-D09A-F73B3EA1FD5D}"/>
          </ac:spMkLst>
        </pc:spChg>
      </pc:sldChg>
      <pc:sldChg chg="add del">
        <pc:chgData name="Kusmlata Sheoran" userId="622bcd2c-7b88-482c-87fa-3fb3dcfc9337" providerId="ADAL" clId="{AF7E0DFB-29A1-4B21-80E7-0F491168640C}" dt="2023-04-24T08:59:26.690" v="2575" actId="47"/>
        <pc:sldMkLst>
          <pc:docMk/>
          <pc:sldMk cId="393321237" sldId="333"/>
        </pc:sldMkLst>
      </pc:sldChg>
      <pc:sldChg chg="new del">
        <pc:chgData name="Kusmlata Sheoran" userId="622bcd2c-7b88-482c-87fa-3fb3dcfc9337" providerId="ADAL" clId="{AF7E0DFB-29A1-4B21-80E7-0F491168640C}" dt="2023-04-24T08:42:14.166" v="2193" actId="2696"/>
        <pc:sldMkLst>
          <pc:docMk/>
          <pc:sldMk cId="1286222084" sldId="333"/>
        </pc:sldMkLst>
      </pc:sldChg>
      <pc:sldChg chg="add del">
        <pc:chgData name="Kusmlata Sheoran" userId="622bcd2c-7b88-482c-87fa-3fb3dcfc9337" providerId="ADAL" clId="{AF7E0DFB-29A1-4B21-80E7-0F491168640C}" dt="2023-04-25T21:22:13.553" v="3571" actId="47"/>
        <pc:sldMkLst>
          <pc:docMk/>
          <pc:sldMk cId="3505703694" sldId="334"/>
        </pc:sldMkLst>
      </pc:sldChg>
      <pc:sldChg chg="modSp new del mod">
        <pc:chgData name="Kusmlata Sheoran" userId="622bcd2c-7b88-482c-87fa-3fb3dcfc9337" providerId="ADAL" clId="{AF7E0DFB-29A1-4B21-80E7-0F491168640C}" dt="2023-04-24T08:42:14.166" v="2193" actId="2696"/>
        <pc:sldMkLst>
          <pc:docMk/>
          <pc:sldMk cId="3678260632" sldId="334"/>
        </pc:sldMkLst>
        <pc:spChg chg="mod">
          <ac:chgData name="Kusmlata Sheoran" userId="622bcd2c-7b88-482c-87fa-3fb3dcfc9337" providerId="ADAL" clId="{AF7E0DFB-29A1-4B21-80E7-0F491168640C}" dt="2023-04-22T16:55:17.837" v="1653" actId="20577"/>
          <ac:spMkLst>
            <pc:docMk/>
            <pc:sldMk cId="3678260632" sldId="334"/>
            <ac:spMk id="2" creationId="{4EEF63E1-1D27-C627-BA22-22824CBEB8F6}"/>
          </ac:spMkLst>
        </pc:spChg>
        <pc:spChg chg="mod">
          <ac:chgData name="Kusmlata Sheoran" userId="622bcd2c-7b88-482c-87fa-3fb3dcfc9337" providerId="ADAL" clId="{AF7E0DFB-29A1-4B21-80E7-0F491168640C}" dt="2023-04-22T16:55:06.545" v="1630"/>
          <ac:spMkLst>
            <pc:docMk/>
            <pc:sldMk cId="3678260632" sldId="334"/>
            <ac:spMk id="3" creationId="{8895130A-272A-2FB6-7A73-877CF6B2DFE8}"/>
          </ac:spMkLst>
        </pc:spChg>
      </pc:sldChg>
      <pc:sldChg chg="modSp add mod">
        <pc:chgData name="Kusmlata Sheoran" userId="622bcd2c-7b88-482c-87fa-3fb3dcfc9337" providerId="ADAL" clId="{AF7E0DFB-29A1-4B21-80E7-0F491168640C}" dt="2023-04-24T09:05:44.103" v="2700" actId="207"/>
        <pc:sldMkLst>
          <pc:docMk/>
          <pc:sldMk cId="546646137" sldId="335"/>
        </pc:sldMkLst>
        <pc:spChg chg="mod">
          <ac:chgData name="Kusmlata Sheoran" userId="622bcd2c-7b88-482c-87fa-3fb3dcfc9337" providerId="ADAL" clId="{AF7E0DFB-29A1-4B21-80E7-0F491168640C}" dt="2023-04-24T09:05:44.103" v="2700" actId="207"/>
          <ac:spMkLst>
            <pc:docMk/>
            <pc:sldMk cId="546646137" sldId="335"/>
            <ac:spMk id="3" creationId="{C24E0B21-E4CE-1331-8716-96B7F269D8E6}"/>
          </ac:spMkLst>
        </pc:spChg>
      </pc:sldChg>
      <pc:sldChg chg="modSp new del mod modNotesTx">
        <pc:chgData name="Kusmlata Sheoran" userId="622bcd2c-7b88-482c-87fa-3fb3dcfc9337" providerId="ADAL" clId="{AF7E0DFB-29A1-4B21-80E7-0F491168640C}" dt="2023-04-24T08:42:14.166" v="2193" actId="2696"/>
        <pc:sldMkLst>
          <pc:docMk/>
          <pc:sldMk cId="2744232910" sldId="335"/>
        </pc:sldMkLst>
        <pc:spChg chg="mod">
          <ac:chgData name="Kusmlata Sheoran" userId="622bcd2c-7b88-482c-87fa-3fb3dcfc9337" providerId="ADAL" clId="{AF7E0DFB-29A1-4B21-80E7-0F491168640C}" dt="2023-04-22T17:02:34.273" v="1706" actId="20577"/>
          <ac:spMkLst>
            <pc:docMk/>
            <pc:sldMk cId="2744232910" sldId="335"/>
            <ac:spMk id="2" creationId="{23E8506D-ECFE-7CF2-6A99-E0AE35DDEC70}"/>
          </ac:spMkLst>
        </pc:spChg>
        <pc:spChg chg="mod">
          <ac:chgData name="Kusmlata Sheoran" userId="622bcd2c-7b88-482c-87fa-3fb3dcfc9337" providerId="ADAL" clId="{AF7E0DFB-29A1-4B21-80E7-0F491168640C}" dt="2023-04-22T17:06:09.568" v="1814" actId="20577"/>
          <ac:spMkLst>
            <pc:docMk/>
            <pc:sldMk cId="2744232910" sldId="335"/>
            <ac:spMk id="3" creationId="{C24E0B21-E4CE-1331-8716-96B7F269D8E6}"/>
          </ac:spMkLst>
        </pc:spChg>
      </pc:sldChg>
      <pc:sldChg chg="new del modNotesTx">
        <pc:chgData name="Kusmlata Sheoran" userId="622bcd2c-7b88-482c-87fa-3fb3dcfc9337" providerId="ADAL" clId="{AF7E0DFB-29A1-4B21-80E7-0F491168640C}" dt="2023-04-24T08:42:14.166" v="2193" actId="2696"/>
        <pc:sldMkLst>
          <pc:docMk/>
          <pc:sldMk cId="3543174692" sldId="336"/>
        </pc:sldMkLst>
      </pc:sldChg>
      <pc:sldChg chg="modSp add mod">
        <pc:chgData name="Kusmlata Sheoran" userId="622bcd2c-7b88-482c-87fa-3fb3dcfc9337" providerId="ADAL" clId="{AF7E0DFB-29A1-4B21-80E7-0F491168640C}" dt="2023-04-24T09:06:28.933" v="2724" actId="207"/>
        <pc:sldMkLst>
          <pc:docMk/>
          <pc:sldMk cId="4247647945" sldId="336"/>
        </pc:sldMkLst>
        <pc:spChg chg="mod">
          <ac:chgData name="Kusmlata Sheoran" userId="622bcd2c-7b88-482c-87fa-3fb3dcfc9337" providerId="ADAL" clId="{AF7E0DFB-29A1-4B21-80E7-0F491168640C}" dt="2023-04-24T09:06:23.399" v="2716" actId="20577"/>
          <ac:spMkLst>
            <pc:docMk/>
            <pc:sldMk cId="4247647945" sldId="336"/>
            <ac:spMk id="2" creationId="{11F85C5D-165B-BC46-451B-02FA0126D43B}"/>
          </ac:spMkLst>
        </pc:spChg>
        <pc:spChg chg="mod">
          <ac:chgData name="Kusmlata Sheoran" userId="622bcd2c-7b88-482c-87fa-3fb3dcfc9337" providerId="ADAL" clId="{AF7E0DFB-29A1-4B21-80E7-0F491168640C}" dt="2023-04-24T09:06:28.933" v="2724" actId="207"/>
          <ac:spMkLst>
            <pc:docMk/>
            <pc:sldMk cId="4247647945" sldId="336"/>
            <ac:spMk id="3" creationId="{FD74BEE6-B942-F3D5-0CB6-5696B5AED930}"/>
          </ac:spMkLst>
        </pc:spChg>
      </pc:sldChg>
      <pc:sldChg chg="modSp new del mod modNotesTx">
        <pc:chgData name="Kusmlata Sheoran" userId="622bcd2c-7b88-482c-87fa-3fb3dcfc9337" providerId="ADAL" clId="{AF7E0DFB-29A1-4B21-80E7-0F491168640C}" dt="2023-04-24T08:42:14.166" v="2193" actId="2696"/>
        <pc:sldMkLst>
          <pc:docMk/>
          <pc:sldMk cId="2795117596" sldId="337"/>
        </pc:sldMkLst>
        <pc:spChg chg="mod">
          <ac:chgData name="Kusmlata Sheoran" userId="622bcd2c-7b88-482c-87fa-3fb3dcfc9337" providerId="ADAL" clId="{AF7E0DFB-29A1-4B21-80E7-0F491168640C}" dt="2023-04-22T22:06:17.217" v="1884" actId="20577"/>
          <ac:spMkLst>
            <pc:docMk/>
            <pc:sldMk cId="2795117596" sldId="337"/>
            <ac:spMk id="2" creationId="{B797FE23-13C2-9325-154A-2219414801A5}"/>
          </ac:spMkLst>
        </pc:spChg>
        <pc:spChg chg="mod">
          <ac:chgData name="Kusmlata Sheoran" userId="622bcd2c-7b88-482c-87fa-3fb3dcfc9337" providerId="ADAL" clId="{AF7E0DFB-29A1-4B21-80E7-0F491168640C}" dt="2023-04-22T22:11:48.233" v="1952" actId="14100"/>
          <ac:spMkLst>
            <pc:docMk/>
            <pc:sldMk cId="2795117596" sldId="337"/>
            <ac:spMk id="3" creationId="{EEF60A83-15DB-ED3B-7D3A-45B59537A0C8}"/>
          </ac:spMkLst>
        </pc:spChg>
      </pc:sldChg>
      <pc:sldChg chg="add modNotesTx">
        <pc:chgData name="Kusmlata Sheoran" userId="622bcd2c-7b88-482c-87fa-3fb3dcfc9337" providerId="ADAL" clId="{AF7E0DFB-29A1-4B21-80E7-0F491168640C}" dt="2023-04-24T09:07:17.292" v="2726" actId="6549"/>
        <pc:sldMkLst>
          <pc:docMk/>
          <pc:sldMk cId="3858198000" sldId="337"/>
        </pc:sldMkLst>
      </pc:sldChg>
      <pc:sldChg chg="modSp new del mod">
        <pc:chgData name="Kusmlata Sheoran" userId="622bcd2c-7b88-482c-87fa-3fb3dcfc9337" providerId="ADAL" clId="{AF7E0DFB-29A1-4B21-80E7-0F491168640C}" dt="2023-04-24T08:42:14.166" v="2193" actId="2696"/>
        <pc:sldMkLst>
          <pc:docMk/>
          <pc:sldMk cId="1703405896" sldId="338"/>
        </pc:sldMkLst>
        <pc:spChg chg="mod">
          <ac:chgData name="Kusmlata Sheoran" userId="622bcd2c-7b88-482c-87fa-3fb3dcfc9337" providerId="ADAL" clId="{AF7E0DFB-29A1-4B21-80E7-0F491168640C}" dt="2023-04-22T22:08:06.889" v="1940" actId="20577"/>
          <ac:spMkLst>
            <pc:docMk/>
            <pc:sldMk cId="1703405896" sldId="338"/>
            <ac:spMk id="3" creationId="{3A584A7B-82FE-8932-9E8D-2D6A4BEE909E}"/>
          </ac:spMkLst>
        </pc:spChg>
      </pc:sldChg>
      <pc:sldChg chg="add">
        <pc:chgData name="Kusmlata Sheoran" userId="622bcd2c-7b88-482c-87fa-3fb3dcfc9337" providerId="ADAL" clId="{AF7E0DFB-29A1-4B21-80E7-0F491168640C}" dt="2023-04-24T08:42:21.911" v="2194"/>
        <pc:sldMkLst>
          <pc:docMk/>
          <pc:sldMk cId="3782137204" sldId="338"/>
        </pc:sldMkLst>
      </pc:sldChg>
      <pc:sldChg chg="modSp new del mod">
        <pc:chgData name="Kusmlata Sheoran" userId="622bcd2c-7b88-482c-87fa-3fb3dcfc9337" providerId="ADAL" clId="{AF7E0DFB-29A1-4B21-80E7-0F491168640C}" dt="2023-04-24T08:42:14.166" v="2193" actId="2696"/>
        <pc:sldMkLst>
          <pc:docMk/>
          <pc:sldMk cId="2421069447" sldId="339"/>
        </pc:sldMkLst>
        <pc:spChg chg="mod">
          <ac:chgData name="Kusmlata Sheoran" userId="622bcd2c-7b88-482c-87fa-3fb3dcfc9337" providerId="ADAL" clId="{AF7E0DFB-29A1-4B21-80E7-0F491168640C}" dt="2023-04-22T22:15:01.519" v="1993" actId="20577"/>
          <ac:spMkLst>
            <pc:docMk/>
            <pc:sldMk cId="2421069447" sldId="339"/>
            <ac:spMk id="2" creationId="{F688D59E-ED4B-FFFA-A7DC-AE8519975176}"/>
          </ac:spMkLst>
        </pc:spChg>
        <pc:spChg chg="mod">
          <ac:chgData name="Kusmlata Sheoran" userId="622bcd2c-7b88-482c-87fa-3fb3dcfc9337" providerId="ADAL" clId="{AF7E0DFB-29A1-4B21-80E7-0F491168640C}" dt="2023-04-22T22:15:17.621" v="2002" actId="6549"/>
          <ac:spMkLst>
            <pc:docMk/>
            <pc:sldMk cId="2421069447" sldId="339"/>
            <ac:spMk id="3" creationId="{C022D151-B66D-D472-707E-F2B91E506872}"/>
          </ac:spMkLst>
        </pc:spChg>
      </pc:sldChg>
      <pc:sldChg chg="modSp add mod">
        <pc:chgData name="Kusmlata Sheoran" userId="622bcd2c-7b88-482c-87fa-3fb3dcfc9337" providerId="ADAL" clId="{AF7E0DFB-29A1-4B21-80E7-0F491168640C}" dt="2023-04-24T09:08:00.879" v="2742" actId="6549"/>
        <pc:sldMkLst>
          <pc:docMk/>
          <pc:sldMk cId="2713810184" sldId="339"/>
        </pc:sldMkLst>
        <pc:spChg chg="mod">
          <ac:chgData name="Kusmlata Sheoran" userId="622bcd2c-7b88-482c-87fa-3fb3dcfc9337" providerId="ADAL" clId="{AF7E0DFB-29A1-4B21-80E7-0F491168640C}" dt="2023-04-24T09:08:00.879" v="2742" actId="6549"/>
          <ac:spMkLst>
            <pc:docMk/>
            <pc:sldMk cId="2713810184" sldId="339"/>
            <ac:spMk id="3" creationId="{C022D151-B66D-D472-707E-F2B91E506872}"/>
          </ac:spMkLst>
        </pc:spChg>
      </pc:sldChg>
      <pc:sldChg chg="new del modNotesTx">
        <pc:chgData name="Kusmlata Sheoran" userId="622bcd2c-7b88-482c-87fa-3fb3dcfc9337" providerId="ADAL" clId="{AF7E0DFB-29A1-4B21-80E7-0F491168640C}" dt="2023-04-24T08:42:14.166" v="2193" actId="2696"/>
        <pc:sldMkLst>
          <pc:docMk/>
          <pc:sldMk cId="1328207715" sldId="340"/>
        </pc:sldMkLst>
      </pc:sldChg>
      <pc:sldChg chg="modSp add mod">
        <pc:chgData name="Kusmlata Sheoran" userId="622bcd2c-7b88-482c-87fa-3fb3dcfc9337" providerId="ADAL" clId="{AF7E0DFB-29A1-4B21-80E7-0F491168640C}" dt="2023-04-24T09:08:48.871" v="2847" actId="20577"/>
        <pc:sldMkLst>
          <pc:docMk/>
          <pc:sldMk cId="2769075785" sldId="340"/>
        </pc:sldMkLst>
        <pc:spChg chg="mod">
          <ac:chgData name="Kusmlata Sheoran" userId="622bcd2c-7b88-482c-87fa-3fb3dcfc9337" providerId="ADAL" clId="{AF7E0DFB-29A1-4B21-80E7-0F491168640C}" dt="2023-04-24T09:08:25.293" v="2772" actId="20577"/>
          <ac:spMkLst>
            <pc:docMk/>
            <pc:sldMk cId="2769075785" sldId="340"/>
            <ac:spMk id="2" creationId="{538ECC1C-9B87-963C-A7CF-C71F16EED1DD}"/>
          </ac:spMkLst>
        </pc:spChg>
        <pc:spChg chg="mod">
          <ac:chgData name="Kusmlata Sheoran" userId="622bcd2c-7b88-482c-87fa-3fb3dcfc9337" providerId="ADAL" clId="{AF7E0DFB-29A1-4B21-80E7-0F491168640C}" dt="2023-04-24T09:08:48.871" v="2847" actId="20577"/>
          <ac:spMkLst>
            <pc:docMk/>
            <pc:sldMk cId="2769075785" sldId="340"/>
            <ac:spMk id="3" creationId="{D769B71C-05BE-1135-3530-4BF67E5E6853}"/>
          </ac:spMkLst>
        </pc:spChg>
      </pc:sldChg>
      <pc:sldChg chg="delSp modSp add mod modNotesTx">
        <pc:chgData name="Kusmlata Sheoran" userId="622bcd2c-7b88-482c-87fa-3fb3dcfc9337" providerId="ADAL" clId="{AF7E0DFB-29A1-4B21-80E7-0F491168640C}" dt="2023-04-24T09:38:07.933" v="3549"/>
        <pc:sldMkLst>
          <pc:docMk/>
          <pc:sldMk cId="1938755196" sldId="341"/>
        </pc:sldMkLst>
        <pc:spChg chg="mod">
          <ac:chgData name="Kusmlata Sheoran" userId="622bcd2c-7b88-482c-87fa-3fb3dcfc9337" providerId="ADAL" clId="{AF7E0DFB-29A1-4B21-80E7-0F491168640C}" dt="2023-04-24T09:09:15.320" v="2874" actId="20577"/>
          <ac:spMkLst>
            <pc:docMk/>
            <pc:sldMk cId="1938755196" sldId="341"/>
            <ac:spMk id="2" creationId="{13464558-5B44-356E-06E8-DBCADF9ED37E}"/>
          </ac:spMkLst>
        </pc:spChg>
        <pc:spChg chg="mod">
          <ac:chgData name="Kusmlata Sheoran" userId="622bcd2c-7b88-482c-87fa-3fb3dcfc9337" providerId="ADAL" clId="{AF7E0DFB-29A1-4B21-80E7-0F491168640C}" dt="2023-04-24T09:14:10.916" v="3492" actId="207"/>
          <ac:spMkLst>
            <pc:docMk/>
            <pc:sldMk cId="1938755196" sldId="341"/>
            <ac:spMk id="3" creationId="{D201135E-A1DF-53F8-00F4-9938B113B08D}"/>
          </ac:spMkLst>
        </pc:spChg>
        <pc:picChg chg="del mod">
          <ac:chgData name="Kusmlata Sheoran" userId="622bcd2c-7b88-482c-87fa-3fb3dcfc9337" providerId="ADAL" clId="{AF7E0DFB-29A1-4B21-80E7-0F491168640C}" dt="2023-04-24T09:13:59.193" v="3489" actId="478"/>
          <ac:picMkLst>
            <pc:docMk/>
            <pc:sldMk cId="1938755196" sldId="341"/>
            <ac:picMk id="5" creationId="{D20BCB28-1D83-85D2-2BD0-9D37E654B19C}"/>
          </ac:picMkLst>
        </pc:picChg>
      </pc:sldChg>
      <pc:sldChg chg="addSp modSp new del mod modNotesTx">
        <pc:chgData name="Kusmlata Sheoran" userId="622bcd2c-7b88-482c-87fa-3fb3dcfc9337" providerId="ADAL" clId="{AF7E0DFB-29A1-4B21-80E7-0F491168640C}" dt="2023-04-24T08:42:14.166" v="2193" actId="2696"/>
        <pc:sldMkLst>
          <pc:docMk/>
          <pc:sldMk cId="2311813469" sldId="341"/>
        </pc:sldMkLst>
        <pc:picChg chg="add mod">
          <ac:chgData name="Kusmlata Sheoran" userId="622bcd2c-7b88-482c-87fa-3fb3dcfc9337" providerId="ADAL" clId="{AF7E0DFB-29A1-4B21-80E7-0F491168640C}" dt="2023-04-23T22:06:00.359" v="2008" actId="1076"/>
          <ac:picMkLst>
            <pc:docMk/>
            <pc:sldMk cId="2311813469" sldId="341"/>
            <ac:picMk id="5" creationId="{D20BCB28-1D83-85D2-2BD0-9D37E654B19C}"/>
          </ac:picMkLst>
        </pc:picChg>
      </pc:sldChg>
      <pc:sldChg chg="modSp add del mod">
        <pc:chgData name="Kusmlata Sheoran" userId="622bcd2c-7b88-482c-87fa-3fb3dcfc9337" providerId="ADAL" clId="{AF7E0DFB-29A1-4B21-80E7-0F491168640C}" dt="2023-04-25T21:27:29.186" v="3581" actId="47"/>
        <pc:sldMkLst>
          <pc:docMk/>
          <pc:sldMk cId="200761843" sldId="342"/>
        </pc:sldMkLst>
        <pc:spChg chg="mod">
          <ac:chgData name="Kusmlata Sheoran" userId="622bcd2c-7b88-482c-87fa-3fb3dcfc9337" providerId="ADAL" clId="{AF7E0DFB-29A1-4B21-80E7-0F491168640C}" dt="2023-04-24T09:14:59.542" v="3502" actId="20577"/>
          <ac:spMkLst>
            <pc:docMk/>
            <pc:sldMk cId="200761843" sldId="342"/>
            <ac:spMk id="2" creationId="{BD331F8F-651D-D5A7-E049-3CD8EDDAABC6}"/>
          </ac:spMkLst>
        </pc:spChg>
      </pc:sldChg>
      <pc:sldChg chg="modSp new del mod">
        <pc:chgData name="Kusmlata Sheoran" userId="622bcd2c-7b88-482c-87fa-3fb3dcfc9337" providerId="ADAL" clId="{AF7E0DFB-29A1-4B21-80E7-0F491168640C}" dt="2023-04-24T08:42:14.166" v="2193" actId="2696"/>
        <pc:sldMkLst>
          <pc:docMk/>
          <pc:sldMk cId="1170656471" sldId="342"/>
        </pc:sldMkLst>
        <pc:spChg chg="mod">
          <ac:chgData name="Kusmlata Sheoran" userId="622bcd2c-7b88-482c-87fa-3fb3dcfc9337" providerId="ADAL" clId="{AF7E0DFB-29A1-4B21-80E7-0F491168640C}" dt="2023-04-23T22:30:45.446" v="2079" actId="14100"/>
          <ac:spMkLst>
            <pc:docMk/>
            <pc:sldMk cId="1170656471" sldId="342"/>
            <ac:spMk id="3" creationId="{5B5B433C-E94B-B2BA-52E1-B2BDA513865C}"/>
          </ac:spMkLst>
        </pc:spChg>
      </pc:sldChg>
      <pc:sldChg chg="delSp modSp add mod modNotesTx">
        <pc:chgData name="Kusmlata Sheoran" userId="622bcd2c-7b88-482c-87fa-3fb3dcfc9337" providerId="ADAL" clId="{AF7E0DFB-29A1-4B21-80E7-0F491168640C}" dt="2023-04-24T09:02:37.804" v="2582" actId="6549"/>
        <pc:sldMkLst>
          <pc:docMk/>
          <pc:sldMk cId="658676465" sldId="343"/>
        </pc:sldMkLst>
        <pc:spChg chg="mod">
          <ac:chgData name="Kusmlata Sheoran" userId="622bcd2c-7b88-482c-87fa-3fb3dcfc9337" providerId="ADAL" clId="{AF7E0DFB-29A1-4B21-80E7-0F491168640C}" dt="2023-04-24T08:58:26.480" v="2492" actId="20577"/>
          <ac:spMkLst>
            <pc:docMk/>
            <pc:sldMk cId="658676465" sldId="343"/>
            <ac:spMk id="2" creationId="{8504E1C5-0697-C955-348E-F0785EBE7F1F}"/>
          </ac:spMkLst>
        </pc:spChg>
        <pc:spChg chg="mod">
          <ac:chgData name="Kusmlata Sheoran" userId="622bcd2c-7b88-482c-87fa-3fb3dcfc9337" providerId="ADAL" clId="{AF7E0DFB-29A1-4B21-80E7-0F491168640C}" dt="2023-04-24T08:56:51.657" v="2485" actId="14100"/>
          <ac:spMkLst>
            <pc:docMk/>
            <pc:sldMk cId="658676465" sldId="343"/>
            <ac:spMk id="3" creationId="{3555D385-0BD7-C949-CC27-CDA2C2B8543D}"/>
          </ac:spMkLst>
        </pc:spChg>
        <pc:spChg chg="del">
          <ac:chgData name="Kusmlata Sheoran" userId="622bcd2c-7b88-482c-87fa-3fb3dcfc9337" providerId="ADAL" clId="{AF7E0DFB-29A1-4B21-80E7-0F491168640C}" dt="2023-04-24T08:54:47.606" v="2400" actId="478"/>
          <ac:spMkLst>
            <pc:docMk/>
            <pc:sldMk cId="658676465" sldId="343"/>
            <ac:spMk id="4" creationId="{BCD8D857-95F3-D09F-D9F9-A9846A763808}"/>
          </ac:spMkLst>
        </pc:spChg>
      </pc:sldChg>
      <pc:sldChg chg="addSp delSp modSp new mod">
        <pc:chgData name="Kusmlata Sheoran" userId="622bcd2c-7b88-482c-87fa-3fb3dcfc9337" providerId="ADAL" clId="{AF7E0DFB-29A1-4B21-80E7-0F491168640C}" dt="2023-04-26T08:54:33.772" v="3632" actId="478"/>
        <pc:sldMkLst>
          <pc:docMk/>
          <pc:sldMk cId="3317769582" sldId="348"/>
        </pc:sldMkLst>
        <pc:spChg chg="mod">
          <ac:chgData name="Kusmlata Sheoran" userId="622bcd2c-7b88-482c-87fa-3fb3dcfc9337" providerId="ADAL" clId="{AF7E0DFB-29A1-4B21-80E7-0F491168640C}" dt="2023-04-26T08:54:30.345" v="3631" actId="20577"/>
          <ac:spMkLst>
            <pc:docMk/>
            <pc:sldMk cId="3317769582" sldId="348"/>
            <ac:spMk id="2" creationId="{E0463C25-4F5F-F91D-C4F7-9789EF1F1B0C}"/>
          </ac:spMkLst>
        </pc:spChg>
        <pc:spChg chg="del mod">
          <ac:chgData name="Kusmlata Sheoran" userId="622bcd2c-7b88-482c-87fa-3fb3dcfc9337" providerId="ADAL" clId="{AF7E0DFB-29A1-4B21-80E7-0F491168640C}" dt="2023-04-26T08:54:33.772" v="3632" actId="478"/>
          <ac:spMkLst>
            <pc:docMk/>
            <pc:sldMk cId="3317769582" sldId="348"/>
            <ac:spMk id="3" creationId="{74D4719D-C1DD-48EF-65D4-070B0CD2FE25}"/>
          </ac:spMkLst>
        </pc:spChg>
        <pc:picChg chg="add mod">
          <ac:chgData name="Kusmlata Sheoran" userId="622bcd2c-7b88-482c-87fa-3fb3dcfc9337" providerId="ADAL" clId="{AF7E0DFB-29A1-4B21-80E7-0F491168640C}" dt="2023-04-25T21:24:20.307" v="3577" actId="1076"/>
          <ac:picMkLst>
            <pc:docMk/>
            <pc:sldMk cId="3317769582" sldId="348"/>
            <ac:picMk id="1026" creationId="{7F7A8506-87D7-A94E-6E05-6D4E0E561486}"/>
          </ac:picMkLst>
        </pc:picChg>
      </pc:sldChg>
    </pc:docChg>
  </pc:docChgLst>
  <pc:docChgLst>
    <pc:chgData name="Kusmlata Sheoran" userId="622bcd2c-7b88-482c-87fa-3fb3dcfc9337" providerId="ADAL" clId="{AFC60647-06CF-43E8-8BB6-2000A054E69A}"/>
    <pc:docChg chg="modSld">
      <pc:chgData name="Kusmlata Sheoran" userId="622bcd2c-7b88-482c-87fa-3fb3dcfc9337" providerId="ADAL" clId="{AFC60647-06CF-43E8-8BB6-2000A054E69A}" dt="2023-04-21T13:33:09.134" v="42" actId="6549"/>
      <pc:docMkLst>
        <pc:docMk/>
      </pc:docMkLst>
      <pc:sldChg chg="modNotesTx">
        <pc:chgData name="Kusmlata Sheoran" userId="622bcd2c-7b88-482c-87fa-3fb3dcfc9337" providerId="ADAL" clId="{AFC60647-06CF-43E8-8BB6-2000A054E69A}" dt="2023-04-21T11:42:57.630" v="36" actId="20577"/>
        <pc:sldMkLst>
          <pc:docMk/>
          <pc:sldMk cId="3672107617" sldId="321"/>
        </pc:sldMkLst>
      </pc:sldChg>
      <pc:sldChg chg="modNotesTx">
        <pc:chgData name="Kusmlata Sheoran" userId="622bcd2c-7b88-482c-87fa-3fb3dcfc9337" providerId="ADAL" clId="{AFC60647-06CF-43E8-8BB6-2000A054E69A}" dt="2023-04-21T10:18:20.340" v="8" actId="20577"/>
        <pc:sldMkLst>
          <pc:docMk/>
          <pc:sldMk cId="2608468499" sldId="328"/>
        </pc:sldMkLst>
      </pc:sldChg>
      <pc:sldChg chg="modSp mod">
        <pc:chgData name="Kusmlata Sheoran" userId="622bcd2c-7b88-482c-87fa-3fb3dcfc9337" providerId="ADAL" clId="{AFC60647-06CF-43E8-8BB6-2000A054E69A}" dt="2023-04-21T13:33:09.134" v="42" actId="6549"/>
        <pc:sldMkLst>
          <pc:docMk/>
          <pc:sldMk cId="460753354" sldId="329"/>
        </pc:sldMkLst>
        <pc:spChg chg="mod">
          <ac:chgData name="Kusmlata Sheoran" userId="622bcd2c-7b88-482c-87fa-3fb3dcfc9337" providerId="ADAL" clId="{AFC60647-06CF-43E8-8BB6-2000A054E69A}" dt="2023-04-21T13:33:01.104" v="41" actId="14100"/>
          <ac:spMkLst>
            <pc:docMk/>
            <pc:sldMk cId="460753354" sldId="329"/>
            <ac:spMk id="2" creationId="{D8851078-4103-542F-6EB1-D54E9C18D6D5}"/>
          </ac:spMkLst>
        </pc:spChg>
        <pc:spChg chg="mod">
          <ac:chgData name="Kusmlata Sheoran" userId="622bcd2c-7b88-482c-87fa-3fb3dcfc9337" providerId="ADAL" clId="{AFC60647-06CF-43E8-8BB6-2000A054E69A}" dt="2023-04-21T13:33:09.134" v="42" actId="6549"/>
          <ac:spMkLst>
            <pc:docMk/>
            <pc:sldMk cId="460753354" sldId="329"/>
            <ac:spMk id="3" creationId="{F5472C5F-C41B-F408-508E-528CA3B220A2}"/>
          </ac:spMkLst>
        </pc:spChg>
      </pc:sldChg>
    </pc:docChg>
  </pc:docChgLst>
  <pc:docChgLst>
    <pc:chgData name="Kusmlata Sheoran" userId="622bcd2c-7b88-482c-87fa-3fb3dcfc9337" providerId="ADAL" clId="{52F5AD96-276D-4582-AC28-03AA5F825294}"/>
    <pc:docChg chg="addSld modSld">
      <pc:chgData name="Kusmlata Sheoran" userId="622bcd2c-7b88-482c-87fa-3fb3dcfc9337" providerId="ADAL" clId="{52F5AD96-276D-4582-AC28-03AA5F825294}" dt="2023-04-04T12:42:24.668" v="189" actId="20577"/>
      <pc:docMkLst>
        <pc:docMk/>
      </pc:docMkLst>
      <pc:sldChg chg="modSp new mod modNotesTx">
        <pc:chgData name="Kusmlata Sheoran" userId="622bcd2c-7b88-482c-87fa-3fb3dcfc9337" providerId="ADAL" clId="{52F5AD96-276D-4582-AC28-03AA5F825294}" dt="2023-04-04T12:42:24.668" v="189" actId="20577"/>
        <pc:sldMkLst>
          <pc:docMk/>
          <pc:sldMk cId="3672107617" sldId="321"/>
        </pc:sldMkLst>
        <pc:spChg chg="mod">
          <ac:chgData name="Kusmlata Sheoran" userId="622bcd2c-7b88-482c-87fa-3fb3dcfc9337" providerId="ADAL" clId="{52F5AD96-276D-4582-AC28-03AA5F825294}" dt="2023-04-04T11:37:19.423" v="9" actId="20577"/>
          <ac:spMkLst>
            <pc:docMk/>
            <pc:sldMk cId="3672107617" sldId="321"/>
            <ac:spMk id="2" creationId="{C79167A1-3C42-B9D5-D30D-A9322E73EE2C}"/>
          </ac:spMkLst>
        </pc:spChg>
        <pc:spChg chg="mod">
          <ac:chgData name="Kusmlata Sheoran" userId="622bcd2c-7b88-482c-87fa-3fb3dcfc9337" providerId="ADAL" clId="{52F5AD96-276D-4582-AC28-03AA5F825294}" dt="2023-04-04T12:42:24.668" v="189" actId="20577"/>
          <ac:spMkLst>
            <pc:docMk/>
            <pc:sldMk cId="3672107617" sldId="321"/>
            <ac:spMk id="3" creationId="{BC1B9631-C327-B712-82DA-F3C6536A8DC6}"/>
          </ac:spMkLst>
        </pc:spChg>
      </pc:sldChg>
      <pc:sldChg chg="modSp new mod">
        <pc:chgData name="Kusmlata Sheoran" userId="622bcd2c-7b88-482c-87fa-3fb3dcfc9337" providerId="ADAL" clId="{52F5AD96-276D-4582-AC28-03AA5F825294}" dt="2023-04-04T11:48:13.779" v="40"/>
        <pc:sldMkLst>
          <pc:docMk/>
          <pc:sldMk cId="2461169126" sldId="322"/>
        </pc:sldMkLst>
        <pc:spChg chg="mod">
          <ac:chgData name="Kusmlata Sheoran" userId="622bcd2c-7b88-482c-87fa-3fb3dcfc9337" providerId="ADAL" clId="{52F5AD96-276D-4582-AC28-03AA5F825294}" dt="2023-04-04T11:48:12.175" v="39" actId="20577"/>
          <ac:spMkLst>
            <pc:docMk/>
            <pc:sldMk cId="2461169126" sldId="322"/>
            <ac:spMk id="2" creationId="{E9D6BC77-DE3B-004B-D8F7-4674264D0DBB}"/>
          </ac:spMkLst>
        </pc:spChg>
        <pc:spChg chg="mod">
          <ac:chgData name="Kusmlata Sheoran" userId="622bcd2c-7b88-482c-87fa-3fb3dcfc9337" providerId="ADAL" clId="{52F5AD96-276D-4582-AC28-03AA5F825294}" dt="2023-04-04T11:48:13.779" v="40"/>
          <ac:spMkLst>
            <pc:docMk/>
            <pc:sldMk cId="2461169126" sldId="322"/>
            <ac:spMk id="3" creationId="{8FC5897D-96D1-27C2-D36F-A8144A4A2F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7/29/2024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datacamp.com/tutorial/naive-bayes-scikit-learn"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l3dZ6ZNFjo0"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l3dZ6ZNFjo0"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4</a:t>
            </a:fld>
            <a:endParaRPr lang="en-US" dirty="0"/>
          </a:p>
        </p:txBody>
      </p:sp>
    </p:spTree>
    <p:extLst>
      <p:ext uri="{BB962C8B-B14F-4D97-AF65-F5344CB8AC3E}">
        <p14:creationId xmlns:p14="http://schemas.microsoft.com/office/powerpoint/2010/main" val="3559448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explanation :</a:t>
            </a:r>
          </a:p>
          <a:p>
            <a:r>
              <a:rPr lang="en-US" dirty="0"/>
              <a:t>Machine Learning Basics: Confusion Matrix &amp; Precision/Recall Simplified | By Dr. Ry @Stemplicity</a:t>
            </a:r>
          </a:p>
          <a:p>
            <a:r>
              <a:rPr lang="en-US" dirty="0"/>
              <a:t>Professor Ryan</a:t>
            </a:r>
          </a:p>
          <a:p>
            <a:pPr marL="0" marR="0">
              <a:spcBef>
                <a:spcPts val="0"/>
              </a:spcBef>
              <a:spcAft>
                <a:spcPts val="1200"/>
              </a:spcAft>
            </a:pPr>
            <a:r>
              <a:rPr lang="en-US" dirty="0"/>
              <a:t> </a:t>
            </a:r>
            <a:r>
              <a:rPr lang="en-GB" sz="1800" b="1" dirty="0">
                <a:effectLst/>
                <a:latin typeface="Arial" panose="020B0604020202020204" pitchFamily="34" charset="0"/>
                <a:ea typeface="Times New Roman" panose="02020603050405020304" pitchFamily="18" charset="0"/>
              </a:rPr>
              <a:t>True Positives (TP)</a:t>
            </a:r>
            <a:r>
              <a:rPr lang="en-GB" sz="1800" dirty="0">
                <a:effectLst/>
                <a:latin typeface="Arial" panose="020B0604020202020204" pitchFamily="34" charset="0"/>
                <a:ea typeface="Times New Roman" panose="02020603050405020304" pitchFamily="18" charset="0"/>
              </a:rPr>
              <a:t> – True Positives occur when we predict an observation belongs to a certain class and the observation actually belongs to that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True Negatives (TN)</a:t>
            </a:r>
            <a:r>
              <a:rPr lang="en-GB" sz="1800" dirty="0">
                <a:effectLst/>
                <a:latin typeface="Arial" panose="020B0604020202020204" pitchFamily="34" charset="0"/>
                <a:ea typeface="Times New Roman" panose="02020603050405020304" pitchFamily="18" charset="0"/>
              </a:rPr>
              <a:t> – True Negatives occur when we predict an observation does not belong to a certain class and the observation actually does not belong to that class.</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False Positives (FP)</a:t>
            </a:r>
            <a:r>
              <a:rPr lang="en-GB" sz="1800" dirty="0">
                <a:effectLst/>
                <a:latin typeface="Arial" panose="020B0604020202020204" pitchFamily="34" charset="0"/>
                <a:ea typeface="Times New Roman" panose="02020603050405020304" pitchFamily="18" charset="0"/>
              </a:rPr>
              <a:t> – False Positives occur when we predict an observation belongs to a certain class but the observation actually does not belong to that class. This type of error is called </a:t>
            </a:r>
            <a:r>
              <a:rPr lang="en-GB" sz="1800" b="1" dirty="0">
                <a:effectLst/>
                <a:latin typeface="Arial" panose="020B0604020202020204" pitchFamily="34" charset="0"/>
                <a:ea typeface="Times New Roman" panose="02020603050405020304" pitchFamily="18" charset="0"/>
              </a:rPr>
              <a:t>Type I error.</a:t>
            </a: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1200"/>
              </a:spcAft>
            </a:pPr>
            <a:r>
              <a:rPr lang="en-GB" sz="1800" b="1" dirty="0">
                <a:effectLst/>
                <a:latin typeface="Arial" panose="020B0604020202020204" pitchFamily="34" charset="0"/>
                <a:ea typeface="Times New Roman" panose="02020603050405020304" pitchFamily="18" charset="0"/>
              </a:rPr>
              <a:t>False Negatives (FN)</a:t>
            </a:r>
            <a:r>
              <a:rPr lang="en-GB" sz="1800" dirty="0">
                <a:effectLst/>
                <a:latin typeface="Arial" panose="020B0604020202020204" pitchFamily="34" charset="0"/>
                <a:ea typeface="Times New Roman" panose="02020603050405020304" pitchFamily="18" charset="0"/>
              </a:rPr>
              <a:t> – False Negatives occur when we predict an observation does not belong to a certain class but the observation actually belongs to that class. This is a very serious error and it is called </a:t>
            </a:r>
            <a:r>
              <a:rPr lang="en-GB" sz="1800" b="1" dirty="0">
                <a:effectLst/>
                <a:latin typeface="Arial" panose="020B0604020202020204" pitchFamily="34" charset="0"/>
                <a:ea typeface="Times New Roman" panose="02020603050405020304" pitchFamily="18" charset="0"/>
              </a:rPr>
              <a:t>Type II error.</a:t>
            </a:r>
            <a:endParaRPr lang="en-US" sz="1800" dirty="0">
              <a:effectLst/>
              <a:latin typeface="Times New Roman" panose="02020603050405020304" pitchFamily="18" charset="0"/>
              <a:ea typeface="Times New Roman" panose="02020603050405020304" pitchFamily="18" charset="0"/>
            </a:endParaRPr>
          </a:p>
          <a:p>
            <a:endParaRPr lang="en-US" dirty="0"/>
          </a:p>
          <a:p>
            <a:r>
              <a:rPr lang="en-US" dirty="0"/>
              <a:t> </a:t>
            </a:r>
          </a:p>
        </p:txBody>
      </p:sp>
      <p:sp>
        <p:nvSpPr>
          <p:cNvPr id="4" name="Slide Number Placeholder 3"/>
          <p:cNvSpPr>
            <a:spLocks noGrp="1"/>
          </p:cNvSpPr>
          <p:nvPr>
            <p:ph type="sldNum" sz="quarter" idx="5"/>
          </p:nvPr>
        </p:nvSpPr>
        <p:spPr/>
        <p:txBody>
          <a:bodyPr/>
          <a:lstStyle/>
          <a:p>
            <a:fld id="{1FACCC11-19A3-4E27-AB70-5FB3E1779C6E}" type="slidenum">
              <a:rPr lang="en-US" smtClean="0"/>
              <a:t>5</a:t>
            </a:fld>
            <a:endParaRPr lang="en-US" dirty="0"/>
          </a:p>
        </p:txBody>
      </p:sp>
    </p:spTree>
    <p:extLst>
      <p:ext uri="{BB962C8B-B14F-4D97-AF65-F5344CB8AC3E}">
        <p14:creationId xmlns:p14="http://schemas.microsoft.com/office/powerpoint/2010/main" val="1226731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FACCC11-19A3-4E27-AB70-5FB3E1779C6E}" type="slidenum">
              <a:rPr lang="en-US" smtClean="0"/>
              <a:t>8</a:t>
            </a:fld>
            <a:endParaRPr lang="en-US" dirty="0"/>
          </a:p>
        </p:txBody>
      </p:sp>
    </p:spTree>
    <p:extLst>
      <p:ext uri="{BB962C8B-B14F-4D97-AF65-F5344CB8AC3E}">
        <p14:creationId xmlns:p14="http://schemas.microsoft.com/office/powerpoint/2010/main" val="2348569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1B2437"/>
                </a:solidFill>
                <a:effectLst/>
                <a:latin typeface="Inter"/>
              </a:rPr>
              <a:t> </a:t>
            </a:r>
          </a:p>
        </p:txBody>
      </p:sp>
      <p:sp>
        <p:nvSpPr>
          <p:cNvPr id="4" name="Slide Number Placeholder 3"/>
          <p:cNvSpPr>
            <a:spLocks noGrp="1"/>
          </p:cNvSpPr>
          <p:nvPr>
            <p:ph type="sldNum" sz="quarter" idx="5"/>
          </p:nvPr>
        </p:nvSpPr>
        <p:spPr/>
        <p:txBody>
          <a:bodyPr/>
          <a:lstStyle/>
          <a:p>
            <a:fld id="{1FACCC11-19A3-4E27-AB70-5FB3E1779C6E}" type="slidenum">
              <a:rPr lang="en-US" smtClean="0"/>
              <a:t>11</a:t>
            </a:fld>
            <a:endParaRPr lang="en-US" dirty="0"/>
          </a:p>
        </p:txBody>
      </p:sp>
    </p:spTree>
    <p:extLst>
      <p:ext uri="{BB962C8B-B14F-4D97-AF65-F5344CB8AC3E}">
        <p14:creationId xmlns:p14="http://schemas.microsoft.com/office/powerpoint/2010/main" val="3809920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Naive Bayes Classifier Tutorial: with Python Scikit-learn | </a:t>
            </a:r>
            <a:r>
              <a:rPr lang="en-US" dirty="0" err="1">
                <a:hlinkClick r:id="rId3"/>
              </a:rPr>
              <a:t>DataCamp</a:t>
            </a:r>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13</a:t>
            </a:fld>
            <a:endParaRPr lang="en-US" dirty="0"/>
          </a:p>
        </p:txBody>
      </p:sp>
    </p:spTree>
    <p:extLst>
      <p:ext uri="{BB962C8B-B14F-4D97-AF65-F5344CB8AC3E}">
        <p14:creationId xmlns:p14="http://schemas.microsoft.com/office/powerpoint/2010/main" val="13303990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05192D"/>
                </a:solidFill>
                <a:effectLst/>
                <a:latin typeface="Studio-Feixen-Sans"/>
              </a:rPr>
              <a:t>Probability of playing:</a:t>
            </a:r>
            <a:endParaRPr lang="en-US" b="0" i="0" dirty="0">
              <a:solidFill>
                <a:srgbClr val="05192D"/>
              </a:solidFill>
              <a:effectLst/>
              <a:latin typeface="Studio-Feixen-Sans"/>
            </a:endParaRPr>
          </a:p>
          <a:p>
            <a:pPr algn="l"/>
            <a:r>
              <a:rPr lang="en-US" b="0" i="1" dirty="0">
                <a:solidFill>
                  <a:srgbClr val="05192D"/>
                </a:solidFill>
                <a:effectLst/>
                <a:latin typeface="Studio-Feixen-Sans"/>
              </a:rPr>
              <a:t>P(Yes | Overcast) = P(Overcast | Yes) </a:t>
            </a:r>
            <a:r>
              <a:rPr lang="en-US" b="0" i="0" dirty="0">
                <a:solidFill>
                  <a:srgbClr val="05192D"/>
                </a:solidFill>
                <a:effectLst/>
                <a:latin typeface="Studio-Feixen-Sans"/>
              </a:rPr>
              <a:t>P(Yes) / P (Overcast) .....................(1)</a:t>
            </a:r>
          </a:p>
          <a:p>
            <a:pPr algn="l">
              <a:buFont typeface="+mj-lt"/>
              <a:buAutoNum type="arabicPeriod"/>
            </a:pPr>
            <a:r>
              <a:rPr lang="en-US" b="0" i="0" dirty="0">
                <a:solidFill>
                  <a:srgbClr val="05192D"/>
                </a:solidFill>
                <a:effectLst/>
                <a:latin typeface="Studio-Feixen-Sans"/>
              </a:rPr>
              <a:t>Calculate Prior Probabilities:</a:t>
            </a:r>
          </a:p>
          <a:p>
            <a:pPr algn="l">
              <a:buFont typeface="+mj-lt"/>
              <a:buAutoNum type="arabicPeriod"/>
            </a:pPr>
            <a:r>
              <a:rPr lang="en-US" b="0" i="0" dirty="0">
                <a:solidFill>
                  <a:srgbClr val="05192D"/>
                </a:solidFill>
                <a:effectLst/>
                <a:latin typeface="Studio-Feixen-Sans"/>
              </a:rPr>
              <a:t>P(Overcast) = 4/14 = 0.29</a:t>
            </a:r>
          </a:p>
          <a:p>
            <a:pPr algn="l">
              <a:buFont typeface="+mj-lt"/>
              <a:buAutoNum type="arabicPeriod"/>
            </a:pPr>
            <a:r>
              <a:rPr lang="en-US" b="0" i="0" dirty="0">
                <a:solidFill>
                  <a:srgbClr val="05192D"/>
                </a:solidFill>
                <a:effectLst/>
                <a:latin typeface="Studio-Feixen-Sans"/>
              </a:rPr>
              <a:t>P(Yes)= 9/14 = 0.64</a:t>
            </a:r>
          </a:p>
          <a:p>
            <a:pPr algn="l">
              <a:buFont typeface="+mj-lt"/>
              <a:buAutoNum type="arabicPeriod"/>
            </a:pPr>
            <a:r>
              <a:rPr lang="en-US" b="0" i="0" dirty="0">
                <a:solidFill>
                  <a:srgbClr val="05192D"/>
                </a:solidFill>
                <a:effectLst/>
                <a:latin typeface="Studio-Feixen-Sans"/>
              </a:rPr>
              <a:t> Calculate Posterior Probabilities:</a:t>
            </a:r>
          </a:p>
          <a:p>
            <a:pPr algn="l">
              <a:buFont typeface="+mj-lt"/>
              <a:buAutoNum type="arabicPeriod"/>
            </a:pPr>
            <a:r>
              <a:rPr lang="en-US" b="0" i="0" dirty="0">
                <a:solidFill>
                  <a:srgbClr val="05192D"/>
                </a:solidFill>
                <a:effectLst/>
                <a:latin typeface="Studio-Feixen-Sans"/>
              </a:rPr>
              <a:t>P(Overcast |Yes) = 4/9 = 0.44</a:t>
            </a:r>
          </a:p>
          <a:p>
            <a:pPr algn="l">
              <a:buFont typeface="+mj-lt"/>
              <a:buAutoNum type="arabicPeriod"/>
            </a:pPr>
            <a:r>
              <a:rPr lang="en-US" b="0" i="0" dirty="0">
                <a:solidFill>
                  <a:srgbClr val="05192D"/>
                </a:solidFill>
                <a:effectLst/>
                <a:latin typeface="Studio-Feixen-Sans"/>
              </a:rPr>
              <a:t> Put Prior and Posterior probabilities in equation (1)</a:t>
            </a:r>
          </a:p>
          <a:p>
            <a:pPr algn="l">
              <a:buFont typeface="+mj-lt"/>
              <a:buAutoNum type="arabicPeriod"/>
            </a:pPr>
            <a:r>
              <a:rPr lang="en-US" b="0" i="0" dirty="0">
                <a:solidFill>
                  <a:srgbClr val="05192D"/>
                </a:solidFill>
                <a:effectLst/>
                <a:latin typeface="Studio-Feixen-Sans"/>
              </a:rPr>
              <a:t>P (Yes | Overcast) = 0.44 * 0.64 / 0.29 = 0.98(Higher)</a:t>
            </a:r>
          </a:p>
          <a:p>
            <a:endParaRPr lang="en-US" dirty="0"/>
          </a:p>
        </p:txBody>
      </p:sp>
      <p:sp>
        <p:nvSpPr>
          <p:cNvPr id="4" name="Slide Number Placeholder 3"/>
          <p:cNvSpPr>
            <a:spLocks noGrp="1"/>
          </p:cNvSpPr>
          <p:nvPr>
            <p:ph type="sldNum" sz="quarter" idx="5"/>
          </p:nvPr>
        </p:nvSpPr>
        <p:spPr/>
        <p:txBody>
          <a:bodyPr/>
          <a:lstStyle/>
          <a:p>
            <a:fld id="{1FACCC11-19A3-4E27-AB70-5FB3E1779C6E}" type="slidenum">
              <a:rPr lang="en-US" smtClean="0"/>
              <a:t>19</a:t>
            </a:fld>
            <a:endParaRPr lang="en-US" dirty="0"/>
          </a:p>
        </p:txBody>
      </p:sp>
    </p:spTree>
    <p:extLst>
      <p:ext uri="{BB962C8B-B14F-4D97-AF65-F5344CB8AC3E}">
        <p14:creationId xmlns:p14="http://schemas.microsoft.com/office/powerpoint/2010/main" val="3425666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20202"/>
                </a:solidFill>
                <a:effectLst/>
                <a:latin typeface="Menlo"/>
              </a:rPr>
              <a:t> </a:t>
            </a:r>
            <a:endParaRPr lang="en-GB" b="0" i="0" dirty="0">
              <a:solidFill>
                <a:srgbClr val="020202"/>
              </a:solidFill>
              <a:effectLst/>
              <a:latin typeface="Menlo"/>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hlinkClick r:id="rId3"/>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21</a:t>
            </a:fld>
            <a:endParaRPr lang="en-US" dirty="0"/>
          </a:p>
        </p:txBody>
      </p:sp>
    </p:spTree>
    <p:extLst>
      <p:ext uri="{BB962C8B-B14F-4D97-AF65-F5344CB8AC3E}">
        <p14:creationId xmlns:p14="http://schemas.microsoft.com/office/powerpoint/2010/main" val="3403772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20202"/>
                </a:solidFill>
                <a:effectLst/>
                <a:latin typeface="Menlo"/>
              </a:rPr>
              <a:t> </a:t>
            </a:r>
            <a:endParaRPr lang="en-GB" b="0" i="0" dirty="0">
              <a:solidFill>
                <a:srgbClr val="020202"/>
              </a:solidFill>
              <a:effectLst/>
              <a:latin typeface="Menlo"/>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hlinkClick r:id="rId3"/>
            </a:endParaRPr>
          </a:p>
        </p:txBody>
      </p:sp>
      <p:sp>
        <p:nvSpPr>
          <p:cNvPr id="4" name="Slide Number Placeholder 3"/>
          <p:cNvSpPr>
            <a:spLocks noGrp="1"/>
          </p:cNvSpPr>
          <p:nvPr>
            <p:ph type="sldNum" sz="quarter" idx="5"/>
          </p:nvPr>
        </p:nvSpPr>
        <p:spPr/>
        <p:txBody>
          <a:bodyPr/>
          <a:lstStyle/>
          <a:p>
            <a:fld id="{1FACCC11-19A3-4E27-AB70-5FB3E1779C6E}" type="slidenum">
              <a:rPr lang="en-US" smtClean="0"/>
              <a:t>22</a:t>
            </a:fld>
            <a:endParaRPr lang="en-US" dirty="0"/>
          </a:p>
        </p:txBody>
      </p:sp>
    </p:spTree>
    <p:extLst>
      <p:ext uri="{BB962C8B-B14F-4D97-AF65-F5344CB8AC3E}">
        <p14:creationId xmlns:p14="http://schemas.microsoft.com/office/powerpoint/2010/main" val="1230081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495085"/>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extLst>
      <p:ext uri="{BB962C8B-B14F-4D97-AF65-F5344CB8AC3E}">
        <p14:creationId xmlns:p14="http://schemas.microsoft.com/office/powerpoint/2010/main" val="3023088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630456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34364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3065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theme" Target="../theme/theme5.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8243868" y="839558"/>
            <a:ext cx="2149506" cy="1065960"/>
          </a:xfrm>
          <a:prstGeom prst="rect">
            <a:avLst/>
          </a:prstGeom>
        </p:spPr>
      </p:pic>
      <p:pic>
        <p:nvPicPr>
          <p:cNvPr id="11" name="Pictur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95238" y="789413"/>
            <a:ext cx="3468947" cy="1619998"/>
          </a:xfrm>
          <a:prstGeom prst="rect">
            <a:avLst/>
          </a:prstGeom>
        </p:spPr>
      </p:pic>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000" y="5835495"/>
            <a:ext cx="1400000" cy="252000"/>
          </a:xfrm>
          <a:prstGeom prst="rect">
            <a:avLst/>
          </a:prstGeom>
        </p:spPr>
      </p:pic>
    </p:spTree>
    <p:extLst>
      <p:ext uri="{BB962C8B-B14F-4D97-AF65-F5344CB8AC3E}">
        <p14:creationId xmlns:p14="http://schemas.microsoft.com/office/powerpoint/2010/main" val="1954679641"/>
      </p:ext>
    </p:extLst>
  </p:cSld>
  <p:clrMap bg1="lt1" tx1="dk1" bg2="lt2" tx2="dk2" accent1="accent1" accent2="accent2" accent3="accent3" accent4="accent4" accent5="accent5" accent6="accent6" hlink="hlink" folHlink="folHlink"/>
  <p:sldLayoutIdLst>
    <p:sldLayoutId id="214748373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87702" y="788182"/>
            <a:ext cx="3466926" cy="1620000"/>
          </a:xfrm>
          <a:prstGeom prst="rect">
            <a:avLst/>
          </a:prstGeom>
        </p:spPr>
      </p:pic>
      <p:pic>
        <p:nvPicPr>
          <p:cNvPr id="2" name="Picture 1"/>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260456" y="843742"/>
            <a:ext cx="2149506" cy="1065960"/>
          </a:xfrm>
          <a:prstGeom prst="rect">
            <a:avLst/>
          </a:prstGeom>
        </p:spPr>
      </p:pic>
    </p:spTree>
    <p:extLst>
      <p:ext uri="{BB962C8B-B14F-4D97-AF65-F5344CB8AC3E}">
        <p14:creationId xmlns:p14="http://schemas.microsoft.com/office/powerpoint/2010/main" val="2587894036"/>
      </p:ext>
    </p:extLst>
  </p:cSld>
  <p:clrMap bg1="lt1" tx1="dk1" bg2="lt2" tx2="dk2" accent1="accent1" accent2="accent2" accent3="accent3" accent4="accent4" accent5="accent5" accent6="accent6" hlink="hlink" folHlink="folHlink"/>
  <p:sldLayoutIdLst>
    <p:sldLayoutId id="214748373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04230" y="536045"/>
            <a:ext cx="1605949" cy="720000"/>
          </a:xfrm>
          <a:prstGeom prst="rect">
            <a:avLst/>
          </a:prstGeom>
        </p:spPr>
      </p:pic>
      <p:sp>
        <p:nvSpPr>
          <p:cNvPr id="2" name="Rectangle 1"/>
          <p:cNvSpPr/>
          <p:nvPr userDrawn="1"/>
        </p:nvSpPr>
        <p:spPr>
          <a:xfrm>
            <a:off x="0" y="5982061"/>
            <a:ext cx="12192000" cy="875939"/>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10353239" y="6092032"/>
            <a:ext cx="1253879" cy="621810"/>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sp>
        <p:nvSpPr>
          <p:cNvPr id="2" name="Title Placeholder 1"/>
          <p:cNvSpPr>
            <a:spLocks noGrp="1"/>
          </p:cNvSpPr>
          <p:nvPr>
            <p:ph type="title"/>
          </p:nvPr>
        </p:nvSpPr>
        <p:spPr>
          <a:xfrm>
            <a:off x="601791" y="555478"/>
            <a:ext cx="5491361" cy="1068223"/>
          </a:xfrm>
          <a:prstGeom prst="rect">
            <a:avLst/>
          </a:prstGeom>
        </p:spPr>
        <p:txBody>
          <a:bodyPr vert="horz" lIns="91440" tIns="45720" rIns="91440" bIns="45720" rtlCol="0" anchor="t">
            <a:normAutofit/>
          </a:bodyPr>
          <a:lstStyle/>
          <a:p>
            <a:r>
              <a:rPr lang="en-US" dirty="0"/>
              <a:t>Click to edit title</a:t>
            </a:r>
            <a:endParaRPr lang="en-GB" dirty="0"/>
          </a:p>
        </p:txBody>
      </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2880564" y="5569783"/>
            <a:ext cx="1433004" cy="71064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01791" y="5568969"/>
            <a:ext cx="1605950" cy="720000"/>
          </a:xfrm>
          <a:prstGeom prst="rect">
            <a:avLst/>
          </a:prstGeom>
        </p:spPr>
      </p:pic>
    </p:spTree>
    <p:extLst>
      <p:ext uri="{BB962C8B-B14F-4D97-AF65-F5344CB8AC3E}">
        <p14:creationId xmlns:p14="http://schemas.microsoft.com/office/powerpoint/2010/main" val="3132462621"/>
      </p:ext>
    </p:extLst>
  </p:cSld>
  <p:clrMap bg1="lt1" tx1="dk1" bg2="lt2" tx2="dk2" accent1="accent1" accent2="accent2" accent3="accent3" accent4="accent4" accent5="accent5" accent6="accent6" hlink="hlink" folHlink="folHlink"/>
  <p:sldLayoutIdLst>
    <p:sldLayoutId id="2147483712"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D3E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t="32334"/>
          <a:stretch/>
        </p:blipFill>
        <p:spPr>
          <a:xfrm>
            <a:off x="1814513" y="3016664"/>
            <a:ext cx="8562975" cy="3841335"/>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673160" y="1067668"/>
            <a:ext cx="3854386" cy="180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979792" y="4898051"/>
            <a:ext cx="1433004" cy="710640"/>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775707" y="5412938"/>
            <a:ext cx="1400000" cy="252000"/>
          </a:xfrm>
          <a:prstGeom prst="rect">
            <a:avLst/>
          </a:prstGeom>
        </p:spPr>
      </p:pic>
    </p:spTree>
    <p:extLst>
      <p:ext uri="{BB962C8B-B14F-4D97-AF65-F5344CB8AC3E}">
        <p14:creationId xmlns:p14="http://schemas.microsoft.com/office/powerpoint/2010/main" val="4170031003"/>
      </p:ext>
    </p:extLst>
  </p:cSld>
  <p:clrMap bg1="lt1" tx1="dk1" bg2="lt2" tx2="dk2" accent1="accent1" accent2="accent2" accent3="accent3" accent4="accent4" accent5="accent5" accent6="accent6" hlink="hlink" folHlink="folHlink"/>
  <p:sldLayoutIdLst>
    <p:sldLayoutId id="214748371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youtube.com/watch?v=vz_xuxYS2PM"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hyperlink" Target="https://serokell.io/blog/naive-bayes-classifiers" TargetMode="External"/><Relationship Id="rId7" Type="http://schemas.openxmlformats.org/officeDocument/2006/relationships/hyperlink" Target="https://lifewithdata.com/2022/02/06/confusion-matrix-how-to-plot-and-interpret-confusion-matrix/"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digitalmind.io/post/saving-machine-learning-models#saving-machine-learning-models" TargetMode="External"/><Relationship Id="rId5" Type="http://schemas.openxmlformats.org/officeDocument/2006/relationships/hyperlink" Target="https://digitalmind.io/post/train-test-split-and-cross-validation" TargetMode="External"/><Relationship Id="rId4" Type="http://schemas.openxmlformats.org/officeDocument/2006/relationships/hyperlink" Target="https://www.youtube.com/watch?v=l3dZ6ZNFjo0" TargetMode="External"/></Relationships>
</file>

<file path=ppt/slides/_rels/slide22.xml.rels><?xml version="1.0" encoding="UTF-8" standalone="yes"?>
<Relationships xmlns="http://schemas.openxmlformats.org/package/2006/relationships"><Relationship Id="rId8" Type="http://schemas.openxmlformats.org/officeDocument/2006/relationships/hyperlink" Target="https://byjus.com/maths/bayes-theorem/" TargetMode="External"/><Relationship Id="rId3" Type="http://schemas.openxmlformats.org/officeDocument/2006/relationships/hyperlink" Target="https://www.investopedia.com/terms/b/bayes-theorem.asp" TargetMode="External"/><Relationship Id="rId7" Type="http://schemas.openxmlformats.org/officeDocument/2006/relationships/hyperlink" Target="https://www.mathsisfun.com/data/bayes-theorem.html"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corporatefinanceinstitute.com/resources/data-science/bayes-theorem/" TargetMode="External"/><Relationship Id="rId5" Type="http://schemas.openxmlformats.org/officeDocument/2006/relationships/hyperlink" Target="https://plato.stanford.edu/entries/bayes-theorem/" TargetMode="External"/><Relationship Id="rId4" Type="http://schemas.openxmlformats.org/officeDocument/2006/relationships/hyperlink" Target="https://en.wikipedia.org/wiki/Bayes%27_theore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SWE6204</a:t>
            </a:r>
          </a:p>
        </p:txBody>
      </p:sp>
    </p:spTree>
    <p:extLst>
      <p:ext uri="{BB962C8B-B14F-4D97-AF65-F5344CB8AC3E}">
        <p14:creationId xmlns:p14="http://schemas.microsoft.com/office/powerpoint/2010/main" val="1458045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Machine learning </a:t>
            </a:r>
          </a:p>
        </p:txBody>
      </p:sp>
      <p:sp>
        <p:nvSpPr>
          <p:cNvPr id="3" name="Text Placeholder 2"/>
          <p:cNvSpPr>
            <a:spLocks noGrp="1"/>
          </p:cNvSpPr>
          <p:nvPr>
            <p:ph type="body" sz="quarter" idx="10"/>
          </p:nvPr>
        </p:nvSpPr>
        <p:spPr/>
        <p:txBody>
          <a:bodyPr/>
          <a:lstStyle/>
          <a:p>
            <a:r>
              <a:rPr lang="en-GB" dirty="0"/>
              <a:t>SWE6204</a:t>
            </a:r>
          </a:p>
        </p:txBody>
      </p:sp>
    </p:spTree>
    <p:extLst>
      <p:ext uri="{BB962C8B-B14F-4D97-AF65-F5344CB8AC3E}">
        <p14:creationId xmlns:p14="http://schemas.microsoft.com/office/powerpoint/2010/main" val="2365191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8D52EB-A3E0-3F4C-9EBC-AC778DE37774}"/>
              </a:ext>
            </a:extLst>
          </p:cNvPr>
          <p:cNvSpPr>
            <a:spLocks noGrp="1"/>
          </p:cNvSpPr>
          <p:nvPr>
            <p:ph type="title"/>
          </p:nvPr>
        </p:nvSpPr>
        <p:spPr/>
        <p:txBody>
          <a:bodyPr/>
          <a:lstStyle/>
          <a:p>
            <a:r>
              <a:rPr lang="en-GB" dirty="0"/>
              <a:t>Machine learning</a:t>
            </a:r>
            <a:endParaRPr lang="en-US" dirty="0"/>
          </a:p>
        </p:txBody>
      </p:sp>
      <p:sp>
        <p:nvSpPr>
          <p:cNvPr id="4" name="Text Placeholder 3">
            <a:extLst>
              <a:ext uri="{FF2B5EF4-FFF2-40B4-BE49-F238E27FC236}">
                <a16:creationId xmlns:a16="http://schemas.microsoft.com/office/drawing/2014/main" id="{2CFEF0A4-9481-7245-BC4A-7DDD704352DD}"/>
              </a:ext>
            </a:extLst>
          </p:cNvPr>
          <p:cNvSpPr>
            <a:spLocks noGrp="1"/>
          </p:cNvSpPr>
          <p:nvPr>
            <p:ph type="body" sz="quarter" idx="11"/>
          </p:nvPr>
        </p:nvSpPr>
        <p:spPr/>
        <p:txBody>
          <a:bodyPr/>
          <a:lstStyle/>
          <a:p>
            <a:endParaRPr lang="en-US" dirty="0"/>
          </a:p>
          <a:p>
            <a:r>
              <a:rPr lang="en-GB" dirty="0">
                <a:solidFill>
                  <a:schemeClr val="tx1">
                    <a:lumMod val="65000"/>
                    <a:lumOff val="35000"/>
                  </a:schemeClr>
                </a:solidFill>
                <a:latin typeface="Calibri" panose="020F0502020204030204" pitchFamily="34" charset="0"/>
              </a:rPr>
              <a:t>NAÏVE BAYES TECHNIQUE</a:t>
            </a:r>
            <a:endParaRPr lang="en-GB" dirty="0">
              <a:solidFill>
                <a:schemeClr val="tx1">
                  <a:lumMod val="65000"/>
                  <a:lumOff val="35000"/>
                </a:schemeClr>
              </a:solidFill>
            </a:endParaRPr>
          </a:p>
          <a:p>
            <a:endParaRPr lang="en-US" dirty="0"/>
          </a:p>
        </p:txBody>
      </p:sp>
      <p:pic>
        <p:nvPicPr>
          <p:cNvPr id="5" name="Picture 4">
            <a:extLst>
              <a:ext uri="{FF2B5EF4-FFF2-40B4-BE49-F238E27FC236}">
                <a16:creationId xmlns:a16="http://schemas.microsoft.com/office/drawing/2014/main" id="{92C6E8E5-BE8D-1A44-B2E2-3F645E098C65}"/>
              </a:ext>
            </a:extLst>
          </p:cNvPr>
          <p:cNvPicPr>
            <a:picLocks noChangeAspect="1"/>
          </p:cNvPicPr>
          <p:nvPr/>
        </p:nvPicPr>
        <p:blipFill>
          <a:blip r:embed="rId2"/>
          <a:stretch>
            <a:fillRect/>
          </a:stretch>
        </p:blipFill>
        <p:spPr>
          <a:xfrm>
            <a:off x="5190768" y="1704061"/>
            <a:ext cx="6551188" cy="3958454"/>
          </a:xfrm>
          <a:prstGeom prst="rect">
            <a:avLst/>
          </a:prstGeom>
        </p:spPr>
      </p:pic>
    </p:spTree>
    <p:extLst>
      <p:ext uri="{BB962C8B-B14F-4D97-AF65-F5344CB8AC3E}">
        <p14:creationId xmlns:p14="http://schemas.microsoft.com/office/powerpoint/2010/main" val="2177627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Confusion Matrix </a:t>
            </a:r>
          </a:p>
          <a:p>
            <a:r>
              <a:rPr lang="en-GB" dirty="0">
                <a:solidFill>
                  <a:schemeClr val="tx1">
                    <a:lumMod val="75000"/>
                    <a:lumOff val="25000"/>
                  </a:schemeClr>
                </a:solidFill>
              </a:rPr>
              <a:t>Making a classification syntax </a:t>
            </a:r>
          </a:p>
          <a:p>
            <a:r>
              <a:rPr lang="en-US" dirty="0">
                <a:solidFill>
                  <a:schemeClr val="tx1">
                    <a:lumMod val="75000"/>
                    <a:lumOff val="25000"/>
                  </a:schemeClr>
                </a:solidFill>
              </a:rPr>
              <a:t>Understand the Bayes theorem</a:t>
            </a:r>
          </a:p>
          <a:p>
            <a:r>
              <a:rPr lang="en-GB" dirty="0">
                <a:solidFill>
                  <a:schemeClr val="tx1">
                    <a:lumMod val="75000"/>
                    <a:lumOff val="25000"/>
                  </a:schemeClr>
                </a:solidFill>
              </a:rPr>
              <a:t>Understand the how Naïve Bayes algorithm work</a:t>
            </a:r>
          </a:p>
          <a:p>
            <a:r>
              <a:rPr lang="en-GB" dirty="0">
                <a:solidFill>
                  <a:schemeClr val="tx1">
                    <a:lumMod val="75000"/>
                    <a:lumOff val="25000"/>
                  </a:schemeClr>
                </a:solidFill>
              </a:rPr>
              <a:t>Application of Naïve Bayes</a:t>
            </a:r>
          </a:p>
          <a:p>
            <a:r>
              <a:rPr lang="en-GB" dirty="0">
                <a:solidFill>
                  <a:schemeClr val="tx1">
                    <a:lumMod val="75000"/>
                    <a:lumOff val="25000"/>
                  </a:schemeClr>
                </a:solidFill>
              </a:rPr>
              <a:t>K-Folds and </a:t>
            </a:r>
            <a:r>
              <a:rPr lang="en-GB">
                <a:solidFill>
                  <a:schemeClr val="tx1">
                    <a:lumMod val="75000"/>
                    <a:lumOff val="25000"/>
                  </a:schemeClr>
                </a:solidFill>
              </a:rPr>
              <a:t>Cross validation </a:t>
            </a:r>
          </a:p>
          <a:p>
            <a:r>
              <a:rPr lang="en-GB">
                <a:solidFill>
                  <a:schemeClr val="tx1">
                    <a:lumMod val="75000"/>
                    <a:lumOff val="25000"/>
                  </a:schemeClr>
                </a:solidFill>
              </a:rPr>
              <a:t>Examples </a:t>
            </a:r>
            <a:r>
              <a:rPr lang="en-GB" dirty="0">
                <a:solidFill>
                  <a:schemeClr val="tx1">
                    <a:lumMod val="75000"/>
                    <a:lumOff val="25000"/>
                  </a:schemeClr>
                </a:solidFill>
              </a:rPr>
              <a:t>using Python</a:t>
            </a: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52993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64558-5B44-356E-06E8-DBCADF9ED37E}"/>
              </a:ext>
            </a:extLst>
          </p:cNvPr>
          <p:cNvSpPr>
            <a:spLocks noGrp="1"/>
          </p:cNvSpPr>
          <p:nvPr>
            <p:ph type="title"/>
          </p:nvPr>
        </p:nvSpPr>
        <p:spPr/>
        <p:txBody>
          <a:bodyPr/>
          <a:lstStyle/>
          <a:p>
            <a:r>
              <a:rPr lang="en-GB" dirty="0"/>
              <a:t>Confusion matrix  </a:t>
            </a:r>
            <a:endParaRPr lang="en-US" dirty="0"/>
          </a:p>
        </p:txBody>
      </p:sp>
      <p:sp>
        <p:nvSpPr>
          <p:cNvPr id="3" name="Text Placeholder 2">
            <a:extLst>
              <a:ext uri="{FF2B5EF4-FFF2-40B4-BE49-F238E27FC236}">
                <a16:creationId xmlns:a16="http://schemas.microsoft.com/office/drawing/2014/main" id="{D201135E-A1DF-53F8-00F4-9938B113B08D}"/>
              </a:ext>
            </a:extLst>
          </p:cNvPr>
          <p:cNvSpPr>
            <a:spLocks noGrp="1"/>
          </p:cNvSpPr>
          <p:nvPr>
            <p:ph type="body" sz="quarter" idx="10"/>
          </p:nvPr>
        </p:nvSpPr>
        <p:spPr>
          <a:xfrm>
            <a:off x="215501" y="1089588"/>
            <a:ext cx="8535307" cy="4755735"/>
          </a:xfrm>
        </p:spPr>
        <p:txBody>
          <a:bodyPr/>
          <a:lstStyle/>
          <a:p>
            <a:r>
              <a:rPr lang="en-GB" sz="2400" dirty="0">
                <a:solidFill>
                  <a:srgbClr val="FF0000"/>
                </a:solidFill>
              </a:rPr>
              <a:t>TP-</a:t>
            </a:r>
            <a:r>
              <a:rPr lang="en-GB" sz="2400" dirty="0"/>
              <a:t>True Positive cases when the classifier predicted TRUE (they have the disease) and the correct class was TRUE (patient has the disease)</a:t>
            </a:r>
          </a:p>
          <a:p>
            <a:r>
              <a:rPr lang="en-US" sz="2400" dirty="0">
                <a:solidFill>
                  <a:srgbClr val="FF0000"/>
                </a:solidFill>
              </a:rPr>
              <a:t>TN-</a:t>
            </a:r>
            <a:r>
              <a:rPr lang="en-US" sz="2400" dirty="0"/>
              <a:t>True Negative cases when the classifier predicted FALSE (no disease) and the correct class was FALSE (patient do not have the disease)</a:t>
            </a:r>
          </a:p>
          <a:p>
            <a:r>
              <a:rPr lang="en-US" sz="2400" dirty="0">
                <a:solidFill>
                  <a:srgbClr val="FF0000"/>
                </a:solidFill>
              </a:rPr>
              <a:t>FP</a:t>
            </a:r>
            <a:r>
              <a:rPr lang="en-US" sz="2400" dirty="0"/>
              <a:t>-False Positive cases when the classifier predicted  TRUE , but the correct class was FALSE (Patient did not have the disease) –Type I Error</a:t>
            </a:r>
          </a:p>
          <a:p>
            <a:r>
              <a:rPr lang="en-US" sz="2400" dirty="0">
                <a:solidFill>
                  <a:srgbClr val="FF0000"/>
                </a:solidFill>
              </a:rPr>
              <a:t>FN</a:t>
            </a:r>
            <a:r>
              <a:rPr lang="en-US" sz="2400" dirty="0"/>
              <a:t>-False Negative classifier predicted FALSE (patient do not have disease) but they actually do have the disease-Type II Error </a:t>
            </a:r>
          </a:p>
        </p:txBody>
      </p:sp>
      <p:pic>
        <p:nvPicPr>
          <p:cNvPr id="2050" name="Picture 2">
            <a:extLst>
              <a:ext uri="{FF2B5EF4-FFF2-40B4-BE49-F238E27FC236}">
                <a16:creationId xmlns:a16="http://schemas.microsoft.com/office/drawing/2014/main" id="{571D34EF-B7EC-11AC-1ADD-46C40F57BB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4122" y="1947672"/>
            <a:ext cx="3454291" cy="253790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80EC8FE-EF58-207A-817D-FE38F62B1080}"/>
              </a:ext>
            </a:extLst>
          </p:cNvPr>
          <p:cNvSpPr txBox="1"/>
          <p:nvPr/>
        </p:nvSpPr>
        <p:spPr>
          <a:xfrm>
            <a:off x="10301268" y="4752636"/>
            <a:ext cx="1890732" cy="369332"/>
          </a:xfrm>
          <a:prstGeom prst="rect">
            <a:avLst/>
          </a:prstGeom>
          <a:noFill/>
        </p:spPr>
        <p:txBody>
          <a:bodyPr wrap="square">
            <a:spAutoFit/>
          </a:bodyPr>
          <a:lstStyle/>
          <a:p>
            <a:r>
              <a:rPr lang="en-US" sz="1800" dirty="0">
                <a:effectLst/>
                <a:latin typeface="Trebuchet MS" panose="020B0603020202020204" pitchFamily="34" charset="0"/>
                <a:ea typeface="Calibri" panose="020F0502020204030204" pitchFamily="34" charset="0"/>
                <a:cs typeface="Times New Roman" panose="02020603050405020304" pitchFamily="18" charset="0"/>
              </a:rPr>
              <a:t>(BPRASAD.2022)</a:t>
            </a:r>
            <a:endParaRPr lang="en-GB" dirty="0"/>
          </a:p>
        </p:txBody>
      </p:sp>
    </p:spTree>
    <p:extLst>
      <p:ext uri="{BB962C8B-B14F-4D97-AF65-F5344CB8AC3E}">
        <p14:creationId xmlns:p14="http://schemas.microsoft.com/office/powerpoint/2010/main" val="1054345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BCB42-C0DE-5278-A4EB-046BA7CEADED}"/>
              </a:ext>
            </a:extLst>
          </p:cNvPr>
          <p:cNvSpPr>
            <a:spLocks noGrp="1"/>
          </p:cNvSpPr>
          <p:nvPr>
            <p:ph type="title"/>
          </p:nvPr>
        </p:nvSpPr>
        <p:spPr>
          <a:xfrm>
            <a:off x="601791" y="555478"/>
            <a:ext cx="9097686" cy="691431"/>
          </a:xfrm>
        </p:spPr>
        <p:txBody>
          <a:bodyPr/>
          <a:lstStyle/>
          <a:p>
            <a:r>
              <a:rPr lang="en-GB" dirty="0"/>
              <a:t>Example of confusion matrix</a:t>
            </a:r>
          </a:p>
        </p:txBody>
      </p:sp>
      <p:sp>
        <p:nvSpPr>
          <p:cNvPr id="3" name="Text Placeholder 2">
            <a:extLst>
              <a:ext uri="{FF2B5EF4-FFF2-40B4-BE49-F238E27FC236}">
                <a16:creationId xmlns:a16="http://schemas.microsoft.com/office/drawing/2014/main" id="{6D603157-4D40-0980-6FA9-C7732F6FC49E}"/>
              </a:ext>
            </a:extLst>
          </p:cNvPr>
          <p:cNvSpPr>
            <a:spLocks noGrp="1"/>
          </p:cNvSpPr>
          <p:nvPr>
            <p:ph type="body" sz="quarter" idx="10"/>
          </p:nvPr>
        </p:nvSpPr>
        <p:spPr>
          <a:xfrm>
            <a:off x="365761" y="1379913"/>
            <a:ext cx="7431577" cy="4465411"/>
          </a:xfrm>
        </p:spPr>
        <p:txBody>
          <a:bodyPr/>
          <a:lstStyle/>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Let us calculate the TP, TN, FP, and FN values for the class </a:t>
            </a:r>
            <a:r>
              <a:rPr lang="en-US" sz="1800" b="1" kern="0" dirty="0" err="1">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Setosa</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using the Above tricks: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TP</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The actual value and predicted value should be the same. So, concerning </a:t>
            </a:r>
            <a:r>
              <a:rPr lang="en-US" sz="1800" kern="0" dirty="0" err="1">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Setosa</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class, the value of cell 1 is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FN</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 The sum of values of corresponding rows except for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FN = (cell 2 + cell3) == (0 + 0)= 0</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800"/>
              </a:spcAft>
              <a:buNone/>
            </a:pPr>
            <a:r>
              <a:rPr lang="en-US" sz="1800" kern="0" spc="-5" dirty="0">
                <a:solidFill>
                  <a:srgbClr val="292929"/>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FP: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The sum of values of the corresponding column except for the TP value.</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FP = (cell 4 + cell 7)= (0 + 0)= 0</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0000"/>
              </a:lnSpc>
              <a:spcBef>
                <a:spcPts val="0"/>
              </a:spcBef>
              <a:spcAft>
                <a:spcPts val="800"/>
              </a:spcAft>
              <a:buNone/>
            </a:pPr>
            <a:r>
              <a:rPr lang="en-US" sz="1800" kern="0" spc="-5" dirty="0">
                <a:solidFill>
                  <a:srgbClr val="292929"/>
                </a:solidFill>
                <a:effectLst/>
                <a:latin typeface="Trebuchet MS" panose="020B0603020202020204" pitchFamily="34" charset="0"/>
                <a:ea typeface="Times New Roman" panose="02020603050405020304" pitchFamily="18" charset="0"/>
                <a:cs typeface="Times New Roman" panose="02020603050405020304" pitchFamily="18" charset="0"/>
              </a:rPr>
              <a:t> </a:t>
            </a:r>
            <a:r>
              <a:rPr lang="en-US" sz="1800" b="1"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TN: </a:t>
            </a: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The sum of values of all columns and rows except the values of that class that we are calculating the values for.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0000"/>
              </a:lnSpc>
              <a:spcBef>
                <a:spcPts val="0"/>
              </a:spcBef>
              <a:spcAft>
                <a:spcPts val="800"/>
              </a:spcAft>
              <a:buNone/>
            </a:pPr>
            <a:r>
              <a:rPr lang="en-US" sz="1800" kern="0" dirty="0">
                <a:solidFill>
                  <a:srgbClr val="222222"/>
                </a:solidFill>
                <a:effectLst/>
                <a:latin typeface="Trebuchet MS" panose="020B0603020202020204" pitchFamily="34" charset="0"/>
                <a:ea typeface="Times New Roman" panose="02020603050405020304" pitchFamily="18" charset="0"/>
                <a:cs typeface="Times New Roman" panose="02020603050405020304" pitchFamily="18" charset="0"/>
              </a:rPr>
              <a:t>TN = (cell 5 + cell 6 + cell 8 + cell 9)= 17 + 1 +0 + 11= 29</a:t>
            </a:r>
            <a:endParaRPr lang="en-GB" dirty="0"/>
          </a:p>
        </p:txBody>
      </p:sp>
      <p:graphicFrame>
        <p:nvGraphicFramePr>
          <p:cNvPr id="6" name="Table 5">
            <a:extLst>
              <a:ext uri="{FF2B5EF4-FFF2-40B4-BE49-F238E27FC236}">
                <a16:creationId xmlns:a16="http://schemas.microsoft.com/office/drawing/2014/main" id="{7733A937-CC17-6E76-81EB-657126046933}"/>
              </a:ext>
            </a:extLst>
          </p:cNvPr>
          <p:cNvGraphicFramePr>
            <a:graphicFrameLocks noGrp="1"/>
          </p:cNvGraphicFramePr>
          <p:nvPr/>
        </p:nvGraphicFramePr>
        <p:xfrm>
          <a:off x="3127375" y="5478087"/>
          <a:ext cx="5937250" cy="1168720"/>
        </p:xfrm>
        <a:graphic>
          <a:graphicData uri="http://schemas.openxmlformats.org/drawingml/2006/table">
            <a:tbl>
              <a:tblPr firstRow="1" firstCol="1" bandRow="1">
                <a:tableStyleId>{5C22544A-7EE6-4342-B048-85BDC9FD1C3A}</a:tableStyleId>
              </a:tblPr>
              <a:tblGrid>
                <a:gridCol w="1187450">
                  <a:extLst>
                    <a:ext uri="{9D8B030D-6E8A-4147-A177-3AD203B41FA5}">
                      <a16:colId xmlns:a16="http://schemas.microsoft.com/office/drawing/2014/main" val="4172161162"/>
                    </a:ext>
                  </a:extLst>
                </a:gridCol>
                <a:gridCol w="1187450">
                  <a:extLst>
                    <a:ext uri="{9D8B030D-6E8A-4147-A177-3AD203B41FA5}">
                      <a16:colId xmlns:a16="http://schemas.microsoft.com/office/drawing/2014/main" val="2018819460"/>
                    </a:ext>
                  </a:extLst>
                </a:gridCol>
                <a:gridCol w="1187450">
                  <a:extLst>
                    <a:ext uri="{9D8B030D-6E8A-4147-A177-3AD203B41FA5}">
                      <a16:colId xmlns:a16="http://schemas.microsoft.com/office/drawing/2014/main" val="2471775889"/>
                    </a:ext>
                  </a:extLst>
                </a:gridCol>
                <a:gridCol w="1187450">
                  <a:extLst>
                    <a:ext uri="{9D8B030D-6E8A-4147-A177-3AD203B41FA5}">
                      <a16:colId xmlns:a16="http://schemas.microsoft.com/office/drawing/2014/main" val="2374989885"/>
                    </a:ext>
                  </a:extLst>
                </a:gridCol>
                <a:gridCol w="1187450">
                  <a:extLst>
                    <a:ext uri="{9D8B030D-6E8A-4147-A177-3AD203B41FA5}">
                      <a16:colId xmlns:a16="http://schemas.microsoft.com/office/drawing/2014/main" val="4048655464"/>
                    </a:ext>
                  </a:extLst>
                </a:gridCol>
              </a:tblGrid>
              <a:tr h="0">
                <a:tc gridSpan="5">
                  <a:txBody>
                    <a:bodyPr/>
                    <a:lstStyle/>
                    <a:p>
                      <a:pPr algn="ctr">
                        <a:lnSpc>
                          <a:spcPct val="107000"/>
                        </a:lnSpc>
                        <a:spcAft>
                          <a:spcPts val="800"/>
                        </a:spcAft>
                      </a:pPr>
                      <a:r>
                        <a:rPr lang="en-US" sz="1500" kern="0" spc="-5">
                          <a:effectLst/>
                        </a:rPr>
                        <a:t>Predicted Values</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592795910"/>
                  </a:ext>
                </a:extLst>
              </a:tr>
              <a:tr h="0">
                <a:tc rowSpan="4">
                  <a:txBody>
                    <a:bodyPr/>
                    <a:lstStyle/>
                    <a:p>
                      <a:pPr>
                        <a:lnSpc>
                          <a:spcPct val="107000"/>
                        </a:lnSpc>
                        <a:spcAft>
                          <a:spcPts val="800"/>
                        </a:spcAft>
                      </a:pPr>
                      <a:r>
                        <a:rPr lang="en-US" sz="1500" kern="0" spc="-5">
                          <a:effectLst/>
                        </a:rPr>
                        <a:t>Actual Values</a:t>
                      </a:r>
                      <a:endParaRPr lang="en-GB" sz="1100" kern="100">
                        <a:effectLst/>
                      </a:endParaRPr>
                    </a:p>
                    <a:p>
                      <a:pPr>
                        <a:lnSpc>
                          <a:spcPct val="107000"/>
                        </a:lnSpc>
                        <a:spcAft>
                          <a:spcPts val="800"/>
                        </a:spcAft>
                      </a:pPr>
                      <a:r>
                        <a:rPr lang="en-US" sz="1500" kern="0" spc="-5">
                          <a:effectLst/>
                        </a:rPr>
                        <a:t>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Setosa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Versicolor</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Virginica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775422"/>
                  </a:ext>
                </a:extLst>
              </a:tr>
              <a:tr h="0">
                <a:tc vMerge="1">
                  <a:txBody>
                    <a:bodyPr/>
                    <a:lstStyle/>
                    <a:p>
                      <a:endParaRPr lang="en-GB"/>
                    </a:p>
                  </a:txBody>
                  <a:tcPr/>
                </a:tc>
                <a:tc>
                  <a:txBody>
                    <a:bodyPr/>
                    <a:lstStyle/>
                    <a:p>
                      <a:pPr>
                        <a:lnSpc>
                          <a:spcPct val="107000"/>
                        </a:lnSpc>
                        <a:spcAft>
                          <a:spcPts val="800"/>
                        </a:spcAft>
                      </a:pPr>
                      <a:r>
                        <a:rPr lang="en-US" sz="1500" kern="0" spc="-5">
                          <a:effectLst/>
                        </a:rPr>
                        <a:t>Setosa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16 C1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C2</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C3</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9833084"/>
                  </a:ext>
                </a:extLst>
              </a:tr>
              <a:tr h="0">
                <a:tc vMerge="1">
                  <a:txBody>
                    <a:bodyPr/>
                    <a:lstStyle/>
                    <a:p>
                      <a:endParaRPr lang="en-GB"/>
                    </a:p>
                  </a:txBody>
                  <a:tcPr/>
                </a:tc>
                <a:tc>
                  <a:txBody>
                    <a:bodyPr/>
                    <a:lstStyle/>
                    <a:p>
                      <a:pPr>
                        <a:lnSpc>
                          <a:spcPct val="107000"/>
                        </a:lnSpc>
                        <a:spcAft>
                          <a:spcPts val="800"/>
                        </a:spcAft>
                      </a:pPr>
                      <a:r>
                        <a:rPr lang="en-US" sz="1500" kern="0" spc="-5">
                          <a:effectLst/>
                        </a:rPr>
                        <a:t>Versicolor</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C4</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17 C5  </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1 C6</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5791460"/>
                  </a:ext>
                </a:extLst>
              </a:tr>
              <a:tr h="0">
                <a:tc vMerge="1">
                  <a:txBody>
                    <a:bodyPr/>
                    <a:lstStyle/>
                    <a:p>
                      <a:endParaRPr lang="en-GB"/>
                    </a:p>
                  </a:txBody>
                  <a:tcPr/>
                </a:tc>
                <a:tc>
                  <a:txBody>
                    <a:bodyPr/>
                    <a:lstStyle/>
                    <a:p>
                      <a:pPr>
                        <a:lnSpc>
                          <a:spcPct val="107000"/>
                        </a:lnSpc>
                        <a:spcAft>
                          <a:spcPts val="800"/>
                        </a:spcAft>
                      </a:pPr>
                      <a:r>
                        <a:rPr lang="en-US" sz="1500" kern="0" spc="-5">
                          <a:effectLst/>
                        </a:rPr>
                        <a:t>Virginica</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C7</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a:effectLst/>
                        </a:rPr>
                        <a:t>0 C8</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500" kern="0" spc="-5" dirty="0">
                          <a:effectLst/>
                        </a:rPr>
                        <a:t>11 C9 </a:t>
                      </a:r>
                      <a:endParaRPr lang="en-GB"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4739184"/>
                  </a:ext>
                </a:extLst>
              </a:tr>
            </a:tbl>
          </a:graphicData>
        </a:graphic>
      </p:graphicFrame>
    </p:spTree>
    <p:extLst>
      <p:ext uri="{BB962C8B-B14F-4D97-AF65-F5344CB8AC3E}">
        <p14:creationId xmlns:p14="http://schemas.microsoft.com/office/powerpoint/2010/main" val="4279853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EED79-9E63-E25E-5F05-3EFF83F92966}"/>
              </a:ext>
            </a:extLst>
          </p:cNvPr>
          <p:cNvSpPr>
            <a:spLocks noGrp="1"/>
          </p:cNvSpPr>
          <p:nvPr>
            <p:ph type="title"/>
          </p:nvPr>
        </p:nvSpPr>
        <p:spPr/>
        <p:txBody>
          <a:bodyPr/>
          <a:lstStyle/>
          <a:p>
            <a:r>
              <a:rPr lang="en-GB" dirty="0"/>
              <a:t>Naïve Bayes Classifier</a:t>
            </a:r>
            <a:endParaRPr lang="en-US" dirty="0"/>
          </a:p>
        </p:txBody>
      </p:sp>
      <p:sp>
        <p:nvSpPr>
          <p:cNvPr id="3" name="Text Placeholder 2">
            <a:extLst>
              <a:ext uri="{FF2B5EF4-FFF2-40B4-BE49-F238E27FC236}">
                <a16:creationId xmlns:a16="http://schemas.microsoft.com/office/drawing/2014/main" id="{91A665E0-CAD8-CC38-E638-ACC66120FD0F}"/>
              </a:ext>
            </a:extLst>
          </p:cNvPr>
          <p:cNvSpPr>
            <a:spLocks noGrp="1"/>
          </p:cNvSpPr>
          <p:nvPr>
            <p:ph type="body" sz="quarter" idx="10"/>
          </p:nvPr>
        </p:nvSpPr>
        <p:spPr>
          <a:xfrm>
            <a:off x="308918" y="1519881"/>
            <a:ext cx="11479427" cy="4485503"/>
          </a:xfrm>
        </p:spPr>
        <p:txBody>
          <a:bodyPr/>
          <a:lstStyle/>
          <a:p>
            <a:r>
              <a:rPr lang="en-GB" dirty="0"/>
              <a:t>It is a statistical classification technique based on Bayes Theorem</a:t>
            </a:r>
          </a:p>
          <a:p>
            <a:r>
              <a:rPr lang="en-GB" dirty="0"/>
              <a:t>Supervised learning algorithm</a:t>
            </a:r>
          </a:p>
          <a:p>
            <a:r>
              <a:rPr lang="en-GB" dirty="0"/>
              <a:t>It has high accuracy and speed on larger datasets</a:t>
            </a:r>
          </a:p>
          <a:p>
            <a:r>
              <a:rPr lang="en-GB" dirty="0"/>
              <a:t>NBC assumes that effect of particular feature in a class is independent of other features.</a:t>
            </a:r>
          </a:p>
          <a:p>
            <a:r>
              <a:rPr lang="en-GB" dirty="0"/>
              <a:t>For example, if a loan is applicable or not depends on income, previous loan, age etc. Even if these features are interdependent , these features are still considered independent.</a:t>
            </a:r>
          </a:p>
          <a:p>
            <a:r>
              <a:rPr lang="en-GB" dirty="0"/>
              <a:t>This assumption simplifies computation and so it is considered as naïve and the assumption is called class conditional independence</a:t>
            </a:r>
          </a:p>
          <a:p>
            <a:endParaRPr lang="en-GB" dirty="0"/>
          </a:p>
          <a:p>
            <a:endParaRPr lang="en-US" dirty="0"/>
          </a:p>
        </p:txBody>
      </p:sp>
    </p:spTree>
    <p:extLst>
      <p:ext uri="{BB962C8B-B14F-4D97-AF65-F5344CB8AC3E}">
        <p14:creationId xmlns:p14="http://schemas.microsoft.com/office/powerpoint/2010/main" val="779828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F245F-EEB2-CFD4-FFAB-998C74913023}"/>
              </a:ext>
            </a:extLst>
          </p:cNvPr>
          <p:cNvSpPr>
            <a:spLocks noGrp="1"/>
          </p:cNvSpPr>
          <p:nvPr>
            <p:ph type="title"/>
          </p:nvPr>
        </p:nvSpPr>
        <p:spPr/>
        <p:txBody>
          <a:bodyPr/>
          <a:lstStyle/>
          <a:p>
            <a:r>
              <a:rPr lang="en-GB" dirty="0"/>
              <a:t>Cont..</a:t>
            </a:r>
            <a:endParaRPr lang="en-US" dirty="0"/>
          </a:p>
        </p:txBody>
      </p:sp>
      <p:sp>
        <p:nvSpPr>
          <p:cNvPr id="3" name="Text Placeholder 2">
            <a:extLst>
              <a:ext uri="{FF2B5EF4-FFF2-40B4-BE49-F238E27FC236}">
                <a16:creationId xmlns:a16="http://schemas.microsoft.com/office/drawing/2014/main" id="{6298B5C8-FA5F-1DD9-4B5E-54B5080E5591}"/>
              </a:ext>
            </a:extLst>
          </p:cNvPr>
          <p:cNvSpPr>
            <a:spLocks noGrp="1"/>
          </p:cNvSpPr>
          <p:nvPr>
            <p:ph type="body" sz="quarter" idx="10"/>
          </p:nvPr>
        </p:nvSpPr>
        <p:spPr>
          <a:xfrm>
            <a:off x="601791" y="1623701"/>
            <a:ext cx="10994852" cy="4221623"/>
          </a:xfrm>
        </p:spPr>
        <p:txBody>
          <a:bodyPr/>
          <a:lstStyle/>
          <a:p>
            <a:pPr marL="0" marR="0" fontAlgn="base">
              <a:lnSpc>
                <a:spcPct val="100000"/>
              </a:lnSpc>
              <a:spcBef>
                <a:spcPts val="0"/>
              </a:spcBef>
              <a:spcAft>
                <a:spcPts val="0"/>
              </a:spcAft>
            </a:pPr>
            <a:r>
              <a:rPr lang="en-GB" sz="2400" spc="-10" dirty="0">
                <a:solidFill>
                  <a:srgbClr val="3A505F"/>
                </a:solidFill>
                <a:effectLst/>
                <a:ea typeface="Times New Roman" panose="02020603050405020304" pitchFamily="18" charset="0"/>
              </a:rPr>
              <a:t>That is changing the value of one feature, does not directly influence or change the value of any of the other features used in the algorithm.</a:t>
            </a:r>
          </a:p>
          <a:p>
            <a:pPr marL="0" marR="0" fontAlgn="base">
              <a:lnSpc>
                <a:spcPct val="100000"/>
              </a:lnSpc>
              <a:spcBef>
                <a:spcPts val="0"/>
              </a:spcBef>
              <a:spcAft>
                <a:spcPts val="0"/>
              </a:spcAft>
            </a:pPr>
            <a:endParaRPr lang="en-GB" sz="2400" spc="-10" dirty="0">
              <a:solidFill>
                <a:srgbClr val="3A505F"/>
              </a:solidFill>
              <a:effectLst/>
              <a:ea typeface="Times New Roman" panose="02020603050405020304" pitchFamily="18" charset="0"/>
            </a:endParaRPr>
          </a:p>
          <a:p>
            <a:pPr marL="0" fontAlgn="base">
              <a:lnSpc>
                <a:spcPct val="100000"/>
              </a:lnSpc>
              <a:spcBef>
                <a:spcPts val="0"/>
              </a:spcBef>
            </a:pPr>
            <a:r>
              <a:rPr lang="en-GB" sz="2400" dirty="0">
                <a:solidFill>
                  <a:srgbClr val="000000"/>
                </a:solidFill>
                <a:effectLst/>
                <a:ea typeface="Times New Roman" panose="02020603050405020304" pitchFamily="18" charset="0"/>
              </a:rPr>
              <a:t>It really is a naive assumption to make about real-world data. </a:t>
            </a:r>
          </a:p>
          <a:p>
            <a:pPr marL="0" fontAlgn="base">
              <a:lnSpc>
                <a:spcPct val="100000"/>
              </a:lnSpc>
              <a:spcBef>
                <a:spcPts val="0"/>
              </a:spcBef>
            </a:pPr>
            <a:endParaRPr lang="en-GB" sz="2400" dirty="0">
              <a:solidFill>
                <a:srgbClr val="000000"/>
              </a:solidFill>
              <a:effectLst/>
              <a:ea typeface="Times New Roman" panose="02020603050405020304" pitchFamily="18" charset="0"/>
            </a:endParaRPr>
          </a:p>
          <a:p>
            <a:pPr marL="0" fontAlgn="base">
              <a:lnSpc>
                <a:spcPct val="100000"/>
              </a:lnSpc>
              <a:spcBef>
                <a:spcPts val="0"/>
              </a:spcBef>
            </a:pPr>
            <a:r>
              <a:rPr lang="en-GB" sz="2400" dirty="0">
                <a:solidFill>
                  <a:srgbClr val="000000"/>
                </a:solidFill>
                <a:effectLst/>
                <a:ea typeface="Times New Roman" panose="02020603050405020304" pitchFamily="18" charset="0"/>
              </a:rPr>
              <a:t>For example, if you use Naive Bayes for sentiment analysis, given the sentence ‘I like Harry Potter’, the algorithm will look at the individual words and not the full sentence. In a sentence, words that stand next to each other influence the meaning of each other, and the position of words in a sentence is also important. However, for the algorithm, phrases like ‘I like Harry Potter’, Harry Potter like I’, and ‘Potter I like Harry’ are the same.</a:t>
            </a:r>
            <a:endParaRPr lang="en-US" sz="2400" dirty="0">
              <a:effectLst/>
              <a:ea typeface="Times New Roman" panose="02020603050405020304" pitchFamily="18" charset="0"/>
            </a:endParaRPr>
          </a:p>
          <a:p>
            <a:pPr marL="0" marR="0" fontAlgn="base">
              <a:lnSpc>
                <a:spcPct val="100000"/>
              </a:lnSpc>
              <a:spcBef>
                <a:spcPts val="0"/>
              </a:spcBef>
              <a:spcAft>
                <a:spcPts val="0"/>
              </a:spcAft>
            </a:pPr>
            <a:endParaRPr lang="en-US" sz="2400" dirty="0">
              <a:effectLst/>
              <a:ea typeface="Times New Roman" panose="02020603050405020304" pitchFamily="18" charset="0"/>
            </a:endParaRPr>
          </a:p>
          <a:p>
            <a:pPr>
              <a:lnSpc>
                <a:spcPct val="100000"/>
              </a:lnSpc>
            </a:pPr>
            <a:endParaRPr lang="en-US" sz="2400" dirty="0"/>
          </a:p>
        </p:txBody>
      </p:sp>
    </p:spTree>
    <p:extLst>
      <p:ext uri="{BB962C8B-B14F-4D97-AF65-F5344CB8AC3E}">
        <p14:creationId xmlns:p14="http://schemas.microsoft.com/office/powerpoint/2010/main" val="157595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C0C7-96A5-9BCF-8C29-621F76F3183C}"/>
              </a:ext>
            </a:extLst>
          </p:cNvPr>
          <p:cNvSpPr>
            <a:spLocks noGrp="1"/>
          </p:cNvSpPr>
          <p:nvPr>
            <p:ph type="title"/>
          </p:nvPr>
        </p:nvSpPr>
        <p:spPr>
          <a:xfrm>
            <a:off x="601791" y="555478"/>
            <a:ext cx="9345398" cy="1068223"/>
          </a:xfrm>
        </p:spPr>
        <p:txBody>
          <a:bodyPr/>
          <a:lstStyle/>
          <a:p>
            <a:r>
              <a:rPr lang="en-GB" dirty="0"/>
              <a:t>Advantages &amp; Disadvantage of naïve bayes</a:t>
            </a:r>
            <a:endParaRPr lang="en-US" dirty="0"/>
          </a:p>
        </p:txBody>
      </p:sp>
      <p:sp>
        <p:nvSpPr>
          <p:cNvPr id="3" name="Text Placeholder 2">
            <a:extLst>
              <a:ext uri="{FF2B5EF4-FFF2-40B4-BE49-F238E27FC236}">
                <a16:creationId xmlns:a16="http://schemas.microsoft.com/office/drawing/2014/main" id="{6F64F8EC-4421-6938-2B61-8AA28B9D1AA1}"/>
              </a:ext>
            </a:extLst>
          </p:cNvPr>
          <p:cNvSpPr>
            <a:spLocks noGrp="1"/>
          </p:cNvSpPr>
          <p:nvPr>
            <p:ph type="body" sz="quarter" idx="10"/>
          </p:nvPr>
        </p:nvSpPr>
        <p:spPr>
          <a:xfrm>
            <a:off x="321276" y="1811976"/>
            <a:ext cx="11275367" cy="4033348"/>
          </a:xfrm>
        </p:spPr>
        <p:txBody>
          <a:bodyPr/>
          <a:lstStyle/>
          <a:p>
            <a:r>
              <a:rPr lang="en-GB" sz="2200" dirty="0">
                <a:solidFill>
                  <a:srgbClr val="000000"/>
                </a:solidFill>
                <a:effectLst/>
                <a:ea typeface="Times New Roman" panose="02020603050405020304" pitchFamily="18" charset="0"/>
              </a:rPr>
              <a:t>Turns out that the algorithm is able to effectively solve many complex problems. For example, building a text classifier with Naive Bayes is much easier than with more hyped algorithms such as neural networks. </a:t>
            </a:r>
          </a:p>
          <a:p>
            <a:r>
              <a:rPr lang="en-GB" sz="2200" dirty="0">
                <a:solidFill>
                  <a:srgbClr val="000000"/>
                </a:solidFill>
                <a:effectLst/>
                <a:ea typeface="Times New Roman" panose="02020603050405020304" pitchFamily="18" charset="0"/>
              </a:rPr>
              <a:t>The model works well even with insufficient or </a:t>
            </a:r>
            <a:r>
              <a:rPr lang="en-GB" sz="2200" dirty="0" err="1">
                <a:solidFill>
                  <a:srgbClr val="000000"/>
                </a:solidFill>
                <a:effectLst/>
                <a:ea typeface="Times New Roman" panose="02020603050405020304" pitchFamily="18" charset="0"/>
              </a:rPr>
              <a:t>mislabeled</a:t>
            </a:r>
            <a:r>
              <a:rPr lang="en-GB" sz="2200" dirty="0">
                <a:solidFill>
                  <a:srgbClr val="000000"/>
                </a:solidFill>
                <a:effectLst/>
                <a:ea typeface="Times New Roman" panose="02020603050405020304" pitchFamily="18" charset="0"/>
              </a:rPr>
              <a:t> data, so you don’t have to ‘feed’ it hundreds of thousands of examples before you can get something reasonable out of it. </a:t>
            </a:r>
          </a:p>
          <a:p>
            <a:r>
              <a:rPr lang="en-GB" sz="2200" dirty="0">
                <a:solidFill>
                  <a:srgbClr val="000000"/>
                </a:solidFill>
                <a:effectLst/>
                <a:ea typeface="Times New Roman" panose="02020603050405020304" pitchFamily="18" charset="0"/>
              </a:rPr>
              <a:t>Even if Naive Bayes can take as much as 50 lines, it is very effective.</a:t>
            </a:r>
            <a:endParaRPr lang="en-US" sz="2200" dirty="0">
              <a:effectLst/>
              <a:ea typeface="Times New Roman" panose="02020603050405020304" pitchFamily="18" charset="0"/>
            </a:endParaRPr>
          </a:p>
          <a:p>
            <a:pPr marL="0" marR="0">
              <a:spcBef>
                <a:spcPts val="1200"/>
              </a:spcBef>
              <a:spcAft>
                <a:spcPts val="1200"/>
              </a:spcAft>
            </a:pPr>
            <a:r>
              <a:rPr lang="en-GB" sz="2200" dirty="0">
                <a:solidFill>
                  <a:srgbClr val="000000"/>
                </a:solidFill>
                <a:effectLst/>
                <a:ea typeface="Times New Roman" panose="02020603050405020304" pitchFamily="18" charset="0"/>
              </a:rPr>
              <a:t>It performs better with categorical than with numerical values. </a:t>
            </a:r>
          </a:p>
          <a:p>
            <a:pPr marL="0" marR="0">
              <a:spcBef>
                <a:spcPts val="1200"/>
              </a:spcBef>
              <a:spcAft>
                <a:spcPts val="1200"/>
              </a:spcAft>
            </a:pPr>
            <a:r>
              <a:rPr lang="en-GB" sz="2200" dirty="0">
                <a:solidFill>
                  <a:srgbClr val="000000"/>
                </a:solidFill>
                <a:effectLst/>
                <a:ea typeface="Times New Roman" panose="02020603050405020304" pitchFamily="18" charset="0"/>
              </a:rPr>
              <a:t>It automatically assumes the bell curve distribution, which is not always right. </a:t>
            </a:r>
          </a:p>
          <a:p>
            <a:endParaRPr lang="en-US" sz="2200" dirty="0"/>
          </a:p>
        </p:txBody>
      </p:sp>
    </p:spTree>
    <p:extLst>
      <p:ext uri="{BB962C8B-B14F-4D97-AF65-F5344CB8AC3E}">
        <p14:creationId xmlns:p14="http://schemas.microsoft.com/office/powerpoint/2010/main" val="780574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6BC77-DE3B-004B-D8F7-4674264D0DBB}"/>
              </a:ext>
            </a:extLst>
          </p:cNvPr>
          <p:cNvSpPr>
            <a:spLocks noGrp="1"/>
          </p:cNvSpPr>
          <p:nvPr>
            <p:ph type="title"/>
          </p:nvPr>
        </p:nvSpPr>
        <p:spPr/>
        <p:txBody>
          <a:bodyPr/>
          <a:lstStyle/>
          <a:p>
            <a:r>
              <a:rPr lang="en-GB" dirty="0"/>
              <a:t>Where is naïve bayes used </a:t>
            </a:r>
          </a:p>
        </p:txBody>
      </p:sp>
      <p:sp>
        <p:nvSpPr>
          <p:cNvPr id="3" name="Text Placeholder 2">
            <a:extLst>
              <a:ext uri="{FF2B5EF4-FFF2-40B4-BE49-F238E27FC236}">
                <a16:creationId xmlns:a16="http://schemas.microsoft.com/office/drawing/2014/main" id="{8FC5897D-96D1-27C2-D36F-A8144A4A2F65}"/>
              </a:ext>
            </a:extLst>
          </p:cNvPr>
          <p:cNvSpPr>
            <a:spLocks noGrp="1"/>
          </p:cNvSpPr>
          <p:nvPr>
            <p:ph type="body" sz="quarter" idx="10"/>
          </p:nvPr>
        </p:nvSpPr>
        <p:spPr>
          <a:xfrm>
            <a:off x="259492" y="1120140"/>
            <a:ext cx="11776297" cy="4725184"/>
          </a:xfrm>
        </p:spPr>
        <p:txBody>
          <a:bodyPr/>
          <a:lstStyle/>
          <a:p>
            <a:pPr algn="l">
              <a:buFont typeface="Arial" panose="020B0604020202020204" pitchFamily="34" charset="0"/>
              <a:buChar char="•"/>
            </a:pPr>
            <a:r>
              <a:rPr lang="en-GB" sz="2200" b="0" i="0" dirty="0">
                <a:solidFill>
                  <a:srgbClr val="000000"/>
                </a:solidFill>
                <a:effectLst/>
                <a:latin typeface="ProximaNova"/>
              </a:rPr>
              <a:t>Document classification. This algorithm can help you to determine to which category a given document belongs. It can be used to classify texts into different languages, genres, or topics (through the presence of keywords).</a:t>
            </a:r>
          </a:p>
          <a:p>
            <a:pPr algn="l">
              <a:buFont typeface="Arial" panose="020B0604020202020204" pitchFamily="34" charset="0"/>
              <a:buChar char="•"/>
            </a:pPr>
            <a:r>
              <a:rPr lang="en-GB" sz="2200" b="0" i="0" dirty="0">
                <a:solidFill>
                  <a:srgbClr val="000000"/>
                </a:solidFill>
                <a:effectLst/>
                <a:latin typeface="ProximaNova"/>
              </a:rPr>
              <a:t>Spam filtering. Naive Bayes easily sorts out spam using keywords. For example, in spam, you can see the word ‘</a:t>
            </a:r>
            <a:r>
              <a:rPr lang="en-GB" sz="2200" b="0" i="0" dirty="0" err="1">
                <a:solidFill>
                  <a:srgbClr val="000000"/>
                </a:solidFill>
                <a:effectLst/>
                <a:latin typeface="ProximaNova"/>
              </a:rPr>
              <a:t>hmrc</a:t>
            </a:r>
            <a:r>
              <a:rPr lang="en-GB" sz="2200" b="0" i="0" dirty="0">
                <a:solidFill>
                  <a:srgbClr val="000000"/>
                </a:solidFill>
                <a:effectLst/>
                <a:latin typeface="ProximaNova"/>
              </a:rPr>
              <a:t>-tax-refund’ much more often than in regular mail. The algorithm must be trained to recognize such probabilities and, then, it can efficiently apply them for spam filtering.</a:t>
            </a:r>
          </a:p>
          <a:p>
            <a:pPr algn="l">
              <a:buFont typeface="Arial" panose="020B0604020202020204" pitchFamily="34" charset="0"/>
              <a:buChar char="•"/>
            </a:pPr>
            <a:r>
              <a:rPr lang="en-GB" sz="2200" b="0" i="0" dirty="0">
                <a:solidFill>
                  <a:srgbClr val="000000"/>
                </a:solidFill>
                <a:effectLst/>
                <a:latin typeface="ProximaNova"/>
              </a:rPr>
              <a:t>Sentiment analysis. Based on what emotions the words in a text express, Naive Bayes can calculate the probability of it being positive or negative. For example, in customer reviews, ‘good’ or ‘inexpensive’ usually mean that the customer is satisfied. However, Naive Bayes is not sensitive to sarcasm.</a:t>
            </a:r>
          </a:p>
          <a:p>
            <a:pPr algn="l">
              <a:buFont typeface="Arial" panose="020B0604020202020204" pitchFamily="34" charset="0"/>
              <a:buChar char="•"/>
            </a:pPr>
            <a:r>
              <a:rPr lang="en-GB" sz="2200" b="0" i="0" dirty="0">
                <a:solidFill>
                  <a:srgbClr val="000000"/>
                </a:solidFill>
                <a:effectLst/>
                <a:latin typeface="ProximaNova"/>
              </a:rPr>
              <a:t>Image classification. For personal and research purposes, it is easy to build a Naive Bayesian classifier. It can be trained to recognize hand-written digits or put images into categories through supervised machine learning.</a:t>
            </a:r>
          </a:p>
          <a:p>
            <a:endParaRPr lang="en-GB" sz="2200" dirty="0"/>
          </a:p>
        </p:txBody>
      </p:sp>
    </p:spTree>
    <p:extLst>
      <p:ext uri="{BB962C8B-B14F-4D97-AF65-F5344CB8AC3E}">
        <p14:creationId xmlns:p14="http://schemas.microsoft.com/office/powerpoint/2010/main" val="3942293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85C5D-165B-BC46-451B-02FA0126D43B}"/>
              </a:ext>
            </a:extLst>
          </p:cNvPr>
          <p:cNvSpPr>
            <a:spLocks noGrp="1"/>
          </p:cNvSpPr>
          <p:nvPr>
            <p:ph type="title"/>
          </p:nvPr>
        </p:nvSpPr>
        <p:spPr/>
        <p:txBody>
          <a:bodyPr/>
          <a:lstStyle/>
          <a:p>
            <a:r>
              <a:rPr lang="en-GB" dirty="0"/>
              <a:t>K-fold Cross Validation</a:t>
            </a:r>
            <a:endParaRPr lang="en-US" dirty="0"/>
          </a:p>
        </p:txBody>
      </p:sp>
      <p:sp>
        <p:nvSpPr>
          <p:cNvPr id="3" name="Text Placeholder 2">
            <a:extLst>
              <a:ext uri="{FF2B5EF4-FFF2-40B4-BE49-F238E27FC236}">
                <a16:creationId xmlns:a16="http://schemas.microsoft.com/office/drawing/2014/main" id="{FD74BEE6-B942-F3D5-0CB6-5696B5AED930}"/>
              </a:ext>
            </a:extLst>
          </p:cNvPr>
          <p:cNvSpPr>
            <a:spLocks noGrp="1"/>
          </p:cNvSpPr>
          <p:nvPr>
            <p:ph type="body" sz="quarter" idx="10"/>
          </p:nvPr>
        </p:nvSpPr>
        <p:spPr>
          <a:xfrm>
            <a:off x="402957" y="1348353"/>
            <a:ext cx="8087644" cy="4602996"/>
          </a:xfrm>
        </p:spPr>
        <p:txBody>
          <a:bodyPr/>
          <a:lstStyle/>
          <a:p>
            <a:pPr algn="just" fontAlgn="base"/>
            <a:r>
              <a:rPr lang="en-GB" sz="2400" b="0" i="0" dirty="0">
                <a:solidFill>
                  <a:srgbClr val="3C4257"/>
                </a:solidFill>
                <a:effectLst/>
                <a:latin typeface="Open Sans" panose="020B0606030504020204" pitchFamily="34" charset="0"/>
              </a:rPr>
              <a:t>In train-test split you're a setting aside a chunk of your data, so you won't be able to use it to train your algorithm. </a:t>
            </a:r>
          </a:p>
          <a:p>
            <a:pPr algn="just" fontAlgn="base"/>
            <a:r>
              <a:rPr lang="en-GB" sz="2400" b="0" i="0" dirty="0">
                <a:solidFill>
                  <a:srgbClr val="3C4257"/>
                </a:solidFill>
                <a:effectLst/>
                <a:latin typeface="Open Sans" panose="020B0606030504020204" pitchFamily="34" charset="0"/>
              </a:rPr>
              <a:t>Also data is sampled at random, it has a chance of being skewed in some way, not representing the whole dataset properly.</a:t>
            </a:r>
          </a:p>
          <a:p>
            <a:pPr algn="just" fontAlgn="base"/>
            <a:r>
              <a:rPr lang="en-GB" sz="2400" b="0" i="0" dirty="0">
                <a:solidFill>
                  <a:srgbClr val="3C4257"/>
                </a:solidFill>
                <a:effectLst/>
                <a:latin typeface="Open Sans" panose="020B0606030504020204" pitchFamily="34" charset="0"/>
              </a:rPr>
              <a:t>K-fold cross validation addresses these problems.</a:t>
            </a:r>
          </a:p>
          <a:p>
            <a:pPr algn="just" fontAlgn="base"/>
            <a:r>
              <a:rPr lang="en-GB" sz="2400" b="0" i="0" dirty="0">
                <a:solidFill>
                  <a:srgbClr val="3C4257"/>
                </a:solidFill>
                <a:effectLst/>
                <a:latin typeface="Open Sans" panose="020B0606030504020204" pitchFamily="34" charset="0"/>
              </a:rPr>
              <a:t>First split the data into several (10 for example, if k = 10) subsets, called </a:t>
            </a:r>
            <a:r>
              <a:rPr lang="en-GB" sz="2400" b="0" i="1" dirty="0">
                <a:solidFill>
                  <a:srgbClr val="3C4257"/>
                </a:solidFill>
                <a:effectLst/>
                <a:latin typeface="inherit"/>
              </a:rPr>
              <a:t>folds</a:t>
            </a:r>
            <a:r>
              <a:rPr lang="en-GB" sz="2400" b="0" i="0" dirty="0">
                <a:solidFill>
                  <a:srgbClr val="3C4257"/>
                </a:solidFill>
                <a:effectLst/>
                <a:latin typeface="Open Sans" panose="020B0606030504020204" pitchFamily="34" charset="0"/>
              </a:rPr>
              <a:t>. </a:t>
            </a:r>
          </a:p>
          <a:p>
            <a:pPr algn="just" fontAlgn="base"/>
            <a:r>
              <a:rPr lang="en-GB" sz="2400" b="0" i="0" dirty="0">
                <a:solidFill>
                  <a:srgbClr val="3C4257"/>
                </a:solidFill>
                <a:effectLst/>
                <a:latin typeface="Open Sans" panose="020B0606030504020204" pitchFamily="34" charset="0"/>
              </a:rPr>
              <a:t>Then you train and evaluate your model 10 times, setting aside each one of the folds in turn, and training the model on the remaining 9 folds</a:t>
            </a:r>
          </a:p>
          <a:p>
            <a:endParaRPr lang="en-US" sz="2400" dirty="0">
              <a:solidFill>
                <a:srgbClr val="FF0000"/>
              </a:solidFill>
            </a:endParaRPr>
          </a:p>
        </p:txBody>
      </p:sp>
      <p:pic>
        <p:nvPicPr>
          <p:cNvPr id="1028" name="Picture 4">
            <a:extLst>
              <a:ext uri="{FF2B5EF4-FFF2-40B4-BE49-F238E27FC236}">
                <a16:creationId xmlns:a16="http://schemas.microsoft.com/office/drawing/2014/main" id="{2781E06E-632B-D469-13B2-DAD61C5194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90600" y="1828526"/>
            <a:ext cx="3701400" cy="2511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1EBC0F9-271A-43F8-15DC-3CB7BEF84233}"/>
              </a:ext>
            </a:extLst>
          </p:cNvPr>
          <p:cNvSpPr txBox="1"/>
          <p:nvPr/>
        </p:nvSpPr>
        <p:spPr>
          <a:xfrm>
            <a:off x="6536411" y="4339526"/>
            <a:ext cx="6098582" cy="646331"/>
          </a:xfrm>
          <a:prstGeom prst="rect">
            <a:avLst/>
          </a:prstGeom>
          <a:noFill/>
        </p:spPr>
        <p:txBody>
          <a:bodyPr wrap="square">
            <a:spAutoFit/>
          </a:bodyPr>
          <a:lstStyle/>
          <a:p>
            <a:r>
              <a:rPr lang="en-GB" b="0" i="0" dirty="0">
                <a:solidFill>
                  <a:srgbClr val="575757"/>
                </a:solidFill>
                <a:effectLst/>
                <a:latin typeface="georgia" panose="02040502050405020303" pitchFamily="18" charset="0"/>
              </a:rPr>
              <a:t>K-fold cross-validation can be used to select the best model among a set of candidate models.</a:t>
            </a:r>
            <a:endParaRPr lang="en-GB" dirty="0"/>
          </a:p>
        </p:txBody>
      </p:sp>
    </p:spTree>
    <p:extLst>
      <p:ext uri="{BB962C8B-B14F-4D97-AF65-F5344CB8AC3E}">
        <p14:creationId xmlns:p14="http://schemas.microsoft.com/office/powerpoint/2010/main" val="4247647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E287C-3608-44E4-2816-CADAC72EE5D5}"/>
              </a:ext>
            </a:extLst>
          </p:cNvPr>
          <p:cNvSpPr>
            <a:spLocks noGrp="1"/>
          </p:cNvSpPr>
          <p:nvPr>
            <p:ph type="title"/>
          </p:nvPr>
        </p:nvSpPr>
        <p:spPr/>
        <p:txBody>
          <a:bodyPr/>
          <a:lstStyle/>
          <a:p>
            <a:r>
              <a:rPr lang="en-GB" dirty="0"/>
              <a:t>Using python</a:t>
            </a:r>
          </a:p>
        </p:txBody>
      </p:sp>
      <p:sp>
        <p:nvSpPr>
          <p:cNvPr id="3" name="Text Placeholder 2">
            <a:extLst>
              <a:ext uri="{FF2B5EF4-FFF2-40B4-BE49-F238E27FC236}">
                <a16:creationId xmlns:a16="http://schemas.microsoft.com/office/drawing/2014/main" id="{4E8B0539-2854-EB67-AC01-4AE0D768800B}"/>
              </a:ext>
            </a:extLst>
          </p:cNvPr>
          <p:cNvSpPr>
            <a:spLocks noGrp="1"/>
          </p:cNvSpPr>
          <p:nvPr>
            <p:ph type="body" sz="quarter" idx="10"/>
          </p:nvPr>
        </p:nvSpPr>
        <p:spPr/>
        <p:txBody>
          <a:bodyPr/>
          <a:lstStyle/>
          <a:p>
            <a:r>
              <a:rPr lang="en-GB" sz="3200" dirty="0"/>
              <a:t>Example </a:t>
            </a:r>
            <a:r>
              <a:rPr lang="en-US" sz="3200" dirty="0"/>
              <a:t>Using Naïve Bayes Classifier by </a:t>
            </a:r>
            <a:r>
              <a:rPr lang="en-GB" sz="4800" dirty="0"/>
              <a:t>K-Fold and validating by </a:t>
            </a:r>
            <a:r>
              <a:rPr lang="en-GB" sz="4800" dirty="0" err="1"/>
              <a:t>Cross_val_score</a:t>
            </a:r>
            <a:r>
              <a:rPr lang="en-GB" sz="4800" dirty="0"/>
              <a:t>()</a:t>
            </a:r>
            <a:endParaRPr lang="en-US" sz="3200" dirty="0"/>
          </a:p>
          <a:p>
            <a:r>
              <a:rPr lang="en-GB" sz="3200" dirty="0"/>
              <a:t>See the Practical Implementation</a:t>
            </a:r>
          </a:p>
        </p:txBody>
      </p:sp>
    </p:spTree>
    <p:extLst>
      <p:ext uri="{BB962C8B-B14F-4D97-AF65-F5344CB8AC3E}">
        <p14:creationId xmlns:p14="http://schemas.microsoft.com/office/powerpoint/2010/main" val="3517940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597B2-5954-962F-5662-FB184622DA71}"/>
              </a:ext>
            </a:extLst>
          </p:cNvPr>
          <p:cNvSpPr>
            <a:spLocks noGrp="1"/>
          </p:cNvSpPr>
          <p:nvPr>
            <p:ph type="title"/>
          </p:nvPr>
        </p:nvSpPr>
        <p:spPr/>
        <p:txBody>
          <a:bodyPr/>
          <a:lstStyle/>
          <a:p>
            <a:r>
              <a:rPr lang="en-US" dirty="0"/>
              <a:t>Introduction to probability</a:t>
            </a:r>
          </a:p>
        </p:txBody>
      </p:sp>
      <p:sp>
        <p:nvSpPr>
          <p:cNvPr id="3" name="Text Placeholder 2">
            <a:extLst>
              <a:ext uri="{FF2B5EF4-FFF2-40B4-BE49-F238E27FC236}">
                <a16:creationId xmlns:a16="http://schemas.microsoft.com/office/drawing/2014/main" id="{AAC0A803-BCAD-28CB-F4F4-A146E638FB3E}"/>
              </a:ext>
            </a:extLst>
          </p:cNvPr>
          <p:cNvSpPr>
            <a:spLocks noGrp="1"/>
          </p:cNvSpPr>
          <p:nvPr>
            <p:ph type="body" sz="quarter" idx="10"/>
          </p:nvPr>
        </p:nvSpPr>
        <p:spPr/>
        <p:txBody>
          <a:bodyPr/>
          <a:lstStyle/>
          <a:p>
            <a:r>
              <a:rPr lang="en-GB" dirty="0"/>
              <a:t>Weather conditions and playing sports. You need to calculate the probability of playing sports. So, to classify whether players will play or not. </a:t>
            </a:r>
          </a:p>
          <a:p>
            <a:r>
              <a:rPr lang="en-GB" dirty="0"/>
              <a:t>Prior and posterior probability calculation, can use the frequency and the likelihood tables. </a:t>
            </a:r>
          </a:p>
          <a:p>
            <a:r>
              <a:rPr lang="en-GB" dirty="0"/>
              <a:t>Frequency table contains the occurrence of labels for all features </a:t>
            </a:r>
          </a:p>
          <a:p>
            <a:r>
              <a:rPr lang="en-GB" dirty="0"/>
              <a:t>These are likelihood tables.</a:t>
            </a:r>
          </a:p>
          <a:p>
            <a:endParaRPr lang="en-GB" dirty="0"/>
          </a:p>
          <a:p>
            <a:endParaRPr lang="en-US" dirty="0"/>
          </a:p>
        </p:txBody>
      </p:sp>
    </p:spTree>
    <p:extLst>
      <p:ext uri="{BB962C8B-B14F-4D97-AF65-F5344CB8AC3E}">
        <p14:creationId xmlns:p14="http://schemas.microsoft.com/office/powerpoint/2010/main" val="3947832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Bayes theorem</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
        <p:nvSpPr>
          <p:cNvPr id="7" name="Rectangle 6"/>
          <p:cNvSpPr/>
          <p:nvPr/>
        </p:nvSpPr>
        <p:spPr>
          <a:xfrm>
            <a:off x="2682298" y="6117855"/>
            <a:ext cx="4989571" cy="369332"/>
          </a:xfrm>
          <a:prstGeom prst="rect">
            <a:avLst/>
          </a:prstGeom>
        </p:spPr>
        <p:txBody>
          <a:bodyPr wrap="none">
            <a:spAutoFit/>
          </a:bodyPr>
          <a:lstStyle/>
          <a:p>
            <a:r>
              <a:rPr lang="en-GB" dirty="0">
                <a:hlinkClick r:id="rId2"/>
              </a:rPr>
              <a:t>https://www.youtube.com/watch?v=vz_xuxYS2PM</a:t>
            </a:r>
            <a:r>
              <a:rPr lang="en-GB" dirty="0"/>
              <a:t> </a:t>
            </a:r>
          </a:p>
        </p:txBody>
      </p:sp>
      <p:sp>
        <p:nvSpPr>
          <p:cNvPr id="13" name="TextBox 12">
            <a:extLst>
              <a:ext uri="{FF2B5EF4-FFF2-40B4-BE49-F238E27FC236}">
                <a16:creationId xmlns:a16="http://schemas.microsoft.com/office/drawing/2014/main" id="{94EF87DF-6972-CF99-8C13-AD07785002B8}"/>
              </a:ext>
            </a:extLst>
          </p:cNvPr>
          <p:cNvSpPr txBox="1"/>
          <p:nvPr/>
        </p:nvSpPr>
        <p:spPr>
          <a:xfrm>
            <a:off x="601790" y="1161577"/>
            <a:ext cx="10753146" cy="1815882"/>
          </a:xfrm>
          <a:prstGeom prst="rect">
            <a:avLst/>
          </a:prstGeom>
          <a:noFill/>
        </p:spPr>
        <p:txBody>
          <a:bodyPr wrap="square">
            <a:spAutoFit/>
          </a:bodyPr>
          <a:lstStyle/>
          <a:p>
            <a:r>
              <a:rPr lang="en-GB" sz="2800" dirty="0"/>
              <a:t>Bayes' Theorem is a mathematical formula used to determine the conditional probability of an event, based on prior knowledge of conditions that might be related to the event. It allows for the updating of probability estimates as new evidence is presented.</a:t>
            </a:r>
          </a:p>
        </p:txBody>
      </p:sp>
      <p:pic>
        <p:nvPicPr>
          <p:cNvPr id="15" name="Picture 14" descr="A black text on a white background&#10;&#10;Description automatically generated">
            <a:extLst>
              <a:ext uri="{FF2B5EF4-FFF2-40B4-BE49-F238E27FC236}">
                <a16:creationId xmlns:a16="http://schemas.microsoft.com/office/drawing/2014/main" id="{D6CF367C-31CB-7694-672C-8FDA59C72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6049" y="3068414"/>
            <a:ext cx="3382068" cy="1102727"/>
          </a:xfrm>
          <a:prstGeom prst="rect">
            <a:avLst/>
          </a:prstGeom>
        </p:spPr>
      </p:pic>
      <p:sp>
        <p:nvSpPr>
          <p:cNvPr id="17" name="TextBox 16">
            <a:extLst>
              <a:ext uri="{FF2B5EF4-FFF2-40B4-BE49-F238E27FC236}">
                <a16:creationId xmlns:a16="http://schemas.microsoft.com/office/drawing/2014/main" id="{F29F592E-964B-2A39-B7F8-A44660CBBD29}"/>
              </a:ext>
            </a:extLst>
          </p:cNvPr>
          <p:cNvSpPr txBox="1"/>
          <p:nvPr/>
        </p:nvSpPr>
        <p:spPr>
          <a:xfrm>
            <a:off x="601790" y="4404692"/>
            <a:ext cx="10489882" cy="1292662"/>
          </a:xfrm>
          <a:prstGeom prst="rect">
            <a:avLst/>
          </a:prstGeom>
          <a:noFill/>
        </p:spPr>
        <p:txBody>
          <a:bodyPr wrap="square">
            <a:spAutoFit/>
          </a:bodyPr>
          <a:lstStyle/>
          <a:p>
            <a:r>
              <a:rPr lang="en-GB" dirty="0"/>
              <a:t>Where:</a:t>
            </a:r>
          </a:p>
          <a:p>
            <a:pPr marL="285750" indent="-285750">
              <a:buFont typeface="Arial" panose="020B0604020202020204" pitchFamily="34" charset="0"/>
              <a:buChar char="•"/>
            </a:pPr>
            <a:r>
              <a:rPr lang="en-GB" sz="2000" dirty="0"/>
              <a:t>𝑃(𝐴∣𝐵) is the probability of event A occurring given that B is true.</a:t>
            </a:r>
          </a:p>
          <a:p>
            <a:pPr marL="285750" indent="-285750">
              <a:buFont typeface="Arial" panose="020B0604020202020204" pitchFamily="34" charset="0"/>
              <a:buChar char="•"/>
            </a:pPr>
            <a:r>
              <a:rPr lang="en-GB" sz="2000" dirty="0"/>
              <a:t>𝑃(𝐵∣𝐴) is the probability of event B occurring given that A is true.</a:t>
            </a:r>
          </a:p>
          <a:p>
            <a:pPr marL="285750" indent="-285750">
              <a:buFont typeface="Arial" panose="020B0604020202020204" pitchFamily="34" charset="0"/>
              <a:buChar char="•"/>
            </a:pPr>
            <a:r>
              <a:rPr lang="en-GB" sz="2000" dirty="0"/>
              <a:t>𝑃(𝐴) and 𝑃(𝐵) are the probabilities of events A and B independently of each other.</a:t>
            </a:r>
          </a:p>
        </p:txBody>
      </p:sp>
    </p:spTree>
    <p:extLst>
      <p:ext uri="{BB962C8B-B14F-4D97-AF65-F5344CB8AC3E}">
        <p14:creationId xmlns:p14="http://schemas.microsoft.com/office/powerpoint/2010/main" val="2600870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How naïve Bayes algorithm works?</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0" y="1521449"/>
            <a:ext cx="9603745" cy="3815101"/>
          </a:xfrm>
        </p:spPr>
        <p:txBody>
          <a:bodyPr/>
          <a:lstStyle/>
          <a:p>
            <a:r>
              <a:rPr lang="en-GB" dirty="0">
                <a:solidFill>
                  <a:schemeClr val="tx1">
                    <a:lumMod val="75000"/>
                    <a:lumOff val="25000"/>
                  </a:schemeClr>
                </a:solidFill>
              </a:rPr>
              <a:t>Let’s understand it using an example. Below I have a training data set of weather and corresponding target variable ‘Play’ (suggesting possibilities of playing). Now, we need to classify whether players will play or not based on weather condition. Let’s follow the below steps to perform it.</a:t>
            </a:r>
          </a:p>
          <a:p>
            <a:endParaRPr lang="en-GB" dirty="0">
              <a:solidFill>
                <a:schemeClr val="tx1">
                  <a:lumMod val="75000"/>
                  <a:lumOff val="25000"/>
                </a:schemeClr>
              </a:solidFill>
            </a:endParaRPr>
          </a:p>
          <a:p>
            <a:r>
              <a:rPr lang="en-GB" dirty="0">
                <a:solidFill>
                  <a:schemeClr val="tx1">
                    <a:lumMod val="75000"/>
                    <a:lumOff val="25000"/>
                  </a:schemeClr>
                </a:solidFill>
              </a:rPr>
              <a:t>Step 1</a:t>
            </a:r>
            <a:r>
              <a:rPr lang="en-GB" i="1" dirty="0">
                <a:solidFill>
                  <a:schemeClr val="tx1">
                    <a:lumMod val="75000"/>
                    <a:lumOff val="25000"/>
                  </a:schemeClr>
                </a:solidFill>
              </a:rPr>
              <a:t> - </a:t>
            </a:r>
            <a:r>
              <a:rPr lang="en-GB" dirty="0">
                <a:solidFill>
                  <a:schemeClr val="tx1">
                    <a:lumMod val="75000"/>
                    <a:lumOff val="25000"/>
                  </a:schemeClr>
                </a:solidFill>
              </a:rPr>
              <a:t>Convert the data set into a frequency table</a:t>
            </a:r>
          </a:p>
          <a:p>
            <a:r>
              <a:rPr lang="en-GB" dirty="0">
                <a:solidFill>
                  <a:schemeClr val="tx1">
                    <a:lumMod val="75000"/>
                    <a:lumOff val="25000"/>
                  </a:schemeClr>
                </a:solidFill>
              </a:rPr>
              <a:t>Step 2 - Create Likelihood table by finding the probabilities</a:t>
            </a:r>
            <a:endParaRPr lang="en-GB" i="1" dirty="0">
              <a:solidFill>
                <a:schemeClr val="tx1">
                  <a:lumMod val="75000"/>
                  <a:lumOff val="25000"/>
                </a:schemeClr>
              </a:solidFill>
            </a:endParaRPr>
          </a:p>
          <a:p>
            <a:endParaRPr lang="en-US"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ADA1DC89-8D30-7540-821A-5B0BD5E30915}"/>
              </a:ext>
            </a:extLst>
          </p:cNvPr>
          <p:cNvPicPr>
            <a:picLocks noChangeAspect="1"/>
          </p:cNvPicPr>
          <p:nvPr/>
        </p:nvPicPr>
        <p:blipFill>
          <a:blip r:embed="rId2"/>
          <a:stretch>
            <a:fillRect/>
          </a:stretch>
        </p:blipFill>
        <p:spPr>
          <a:xfrm>
            <a:off x="10019198" y="1514522"/>
            <a:ext cx="1936062" cy="3802357"/>
          </a:xfrm>
          <a:prstGeom prst="rect">
            <a:avLst/>
          </a:prstGeom>
        </p:spPr>
      </p:pic>
    </p:spTree>
    <p:extLst>
      <p:ext uri="{BB962C8B-B14F-4D97-AF65-F5344CB8AC3E}">
        <p14:creationId xmlns:p14="http://schemas.microsoft.com/office/powerpoint/2010/main" val="2607557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Frequency table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7" name="Table 6">
            <a:extLst>
              <a:ext uri="{FF2B5EF4-FFF2-40B4-BE49-F238E27FC236}">
                <a16:creationId xmlns:a16="http://schemas.microsoft.com/office/drawing/2014/main" id="{32E76C46-14EE-AD4C-9432-E9E2FA9BC275}"/>
              </a:ext>
            </a:extLst>
          </p:cNvPr>
          <p:cNvGraphicFramePr>
            <a:graphicFrameLocks noGrp="1"/>
          </p:cNvGraphicFramePr>
          <p:nvPr>
            <p:extLst>
              <p:ext uri="{D42A27DB-BD31-4B8C-83A1-F6EECF244321}">
                <p14:modId xmlns:p14="http://schemas.microsoft.com/office/powerpoint/2010/main" val="2040529336"/>
              </p:ext>
            </p:extLst>
          </p:nvPr>
        </p:nvGraphicFramePr>
        <p:xfrm>
          <a:off x="1948070" y="1825644"/>
          <a:ext cx="6808299" cy="3504536"/>
        </p:xfrm>
        <a:graphic>
          <a:graphicData uri="http://schemas.openxmlformats.org/drawingml/2006/table">
            <a:tbl>
              <a:tblPr>
                <a:tableStyleId>{5C22544A-7EE6-4342-B048-85BDC9FD1C3A}</a:tableStyleId>
              </a:tblPr>
              <a:tblGrid>
                <a:gridCol w="2269433">
                  <a:extLst>
                    <a:ext uri="{9D8B030D-6E8A-4147-A177-3AD203B41FA5}">
                      <a16:colId xmlns:a16="http://schemas.microsoft.com/office/drawing/2014/main" val="279423398"/>
                    </a:ext>
                  </a:extLst>
                </a:gridCol>
                <a:gridCol w="2269433">
                  <a:extLst>
                    <a:ext uri="{9D8B030D-6E8A-4147-A177-3AD203B41FA5}">
                      <a16:colId xmlns:a16="http://schemas.microsoft.com/office/drawing/2014/main" val="2249005353"/>
                    </a:ext>
                  </a:extLst>
                </a:gridCol>
                <a:gridCol w="2269433">
                  <a:extLst>
                    <a:ext uri="{9D8B030D-6E8A-4147-A177-3AD203B41FA5}">
                      <a16:colId xmlns:a16="http://schemas.microsoft.com/office/drawing/2014/main" val="1675907287"/>
                    </a:ext>
                  </a:extLst>
                </a:gridCol>
              </a:tblGrid>
              <a:tr h="500648">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Frequnecy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extLst>
                  <a:ext uri="{0D108BD9-81ED-4DB2-BD59-A6C34878D82A}">
                    <a16:rowId xmlns:a16="http://schemas.microsoft.com/office/drawing/2014/main" val="1781784202"/>
                  </a:ext>
                </a:extLst>
              </a:tr>
              <a:tr h="500648">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12048453"/>
                  </a:ext>
                </a:extLst>
              </a:tr>
              <a:tr h="500648">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64887118"/>
                  </a:ext>
                </a:extLst>
              </a:tr>
              <a:tr h="500648">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30854577"/>
                  </a:ext>
                </a:extLst>
              </a:tr>
              <a:tr h="500648">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8037706"/>
                  </a:ext>
                </a:extLst>
              </a:tr>
              <a:tr h="500648">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70664418"/>
                  </a:ext>
                </a:extLst>
              </a:tr>
              <a:tr h="500648">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88246464"/>
                  </a:ext>
                </a:extLst>
              </a:tr>
            </a:tbl>
          </a:graphicData>
        </a:graphic>
      </p:graphicFrame>
      <p:pic>
        <p:nvPicPr>
          <p:cNvPr id="8" name="Picture 7">
            <a:extLst>
              <a:ext uri="{FF2B5EF4-FFF2-40B4-BE49-F238E27FC236}">
                <a16:creationId xmlns:a16="http://schemas.microsoft.com/office/drawing/2014/main" id="{E5EF24EC-BFFB-EF48-BE9F-E912F97D40F8}"/>
              </a:ext>
            </a:extLst>
          </p:cNvPr>
          <p:cNvPicPr>
            <a:picLocks noChangeAspect="1"/>
          </p:cNvPicPr>
          <p:nvPr/>
        </p:nvPicPr>
        <p:blipFill>
          <a:blip r:embed="rId2"/>
          <a:stretch>
            <a:fillRect/>
          </a:stretch>
        </p:blipFill>
        <p:spPr>
          <a:xfrm>
            <a:off x="9493929" y="1392865"/>
            <a:ext cx="1936062" cy="3802357"/>
          </a:xfrm>
          <a:prstGeom prst="rect">
            <a:avLst/>
          </a:prstGeom>
        </p:spPr>
      </p:pic>
    </p:spTree>
    <p:extLst>
      <p:ext uri="{BB962C8B-B14F-4D97-AF65-F5344CB8AC3E}">
        <p14:creationId xmlns:p14="http://schemas.microsoft.com/office/powerpoint/2010/main" val="1009512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Likelihood table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graphicFrame>
        <p:nvGraphicFramePr>
          <p:cNvPr id="9" name="Table 8">
            <a:extLst>
              <a:ext uri="{FF2B5EF4-FFF2-40B4-BE49-F238E27FC236}">
                <a16:creationId xmlns:a16="http://schemas.microsoft.com/office/drawing/2014/main" id="{1BB1775D-6A22-164C-91DD-CD95019DB42B}"/>
              </a:ext>
            </a:extLst>
          </p:cNvPr>
          <p:cNvGraphicFramePr>
            <a:graphicFrameLocks noGrp="1"/>
          </p:cNvGraphicFramePr>
          <p:nvPr>
            <p:extLst>
              <p:ext uri="{D42A27DB-BD31-4B8C-83A1-F6EECF244321}">
                <p14:modId xmlns:p14="http://schemas.microsoft.com/office/powerpoint/2010/main" val="3588535225"/>
              </p:ext>
            </p:extLst>
          </p:nvPr>
        </p:nvGraphicFramePr>
        <p:xfrm>
          <a:off x="2960874" y="2034304"/>
          <a:ext cx="5802240" cy="2789392"/>
        </p:xfrm>
        <a:graphic>
          <a:graphicData uri="http://schemas.openxmlformats.org/drawingml/2006/table">
            <a:tbl>
              <a:tblPr>
                <a:tableStyleId>{5C22544A-7EE6-4342-B048-85BDC9FD1C3A}</a:tableStyleId>
              </a:tblPr>
              <a:tblGrid>
                <a:gridCol w="1450560">
                  <a:extLst>
                    <a:ext uri="{9D8B030D-6E8A-4147-A177-3AD203B41FA5}">
                      <a16:colId xmlns:a16="http://schemas.microsoft.com/office/drawing/2014/main" val="555728294"/>
                    </a:ext>
                  </a:extLst>
                </a:gridCol>
                <a:gridCol w="1450560">
                  <a:extLst>
                    <a:ext uri="{9D8B030D-6E8A-4147-A177-3AD203B41FA5}">
                      <a16:colId xmlns:a16="http://schemas.microsoft.com/office/drawing/2014/main" val="9503645"/>
                    </a:ext>
                  </a:extLst>
                </a:gridCol>
                <a:gridCol w="1450560">
                  <a:extLst>
                    <a:ext uri="{9D8B030D-6E8A-4147-A177-3AD203B41FA5}">
                      <a16:colId xmlns:a16="http://schemas.microsoft.com/office/drawing/2014/main" val="3547051541"/>
                    </a:ext>
                  </a:extLst>
                </a:gridCol>
                <a:gridCol w="1450560">
                  <a:extLst>
                    <a:ext uri="{9D8B030D-6E8A-4147-A177-3AD203B41FA5}">
                      <a16:colId xmlns:a16="http://schemas.microsoft.com/office/drawing/2014/main" val="1874212140"/>
                    </a:ext>
                  </a:extLst>
                </a:gridCol>
              </a:tblGrid>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gridSpan="2">
                  <a:txBody>
                    <a:bodyPr/>
                    <a:lstStyle/>
                    <a:p>
                      <a:pPr algn="l" fontAlgn="b"/>
                      <a:r>
                        <a:rPr lang="en-GB" sz="1200" u="none" strike="noStrike">
                          <a:effectLst/>
                        </a:rPr>
                        <a:t>Likelyhood Table</a:t>
                      </a:r>
                      <a:endParaRPr lang="en-GB" sz="12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46125863"/>
                  </a:ext>
                </a:extLst>
              </a:tr>
              <a:tr h="348674">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68882001"/>
                  </a:ext>
                </a:extLst>
              </a:tr>
              <a:tr h="348674">
                <a:tc>
                  <a:txBody>
                    <a:bodyPr/>
                    <a:lstStyle/>
                    <a:p>
                      <a:pPr algn="l" fontAlgn="b"/>
                      <a:r>
                        <a:rPr lang="en-GB" sz="1200" u="none" strike="noStrike">
                          <a:effectLst/>
                        </a:rPr>
                        <a:t>Weather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No </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Yes</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21477"/>
                  </a:ext>
                </a:extLst>
              </a:tr>
              <a:tr h="348674">
                <a:tc>
                  <a:txBody>
                    <a:bodyPr/>
                    <a:lstStyle/>
                    <a:p>
                      <a:pPr algn="l" fontAlgn="b"/>
                      <a:r>
                        <a:rPr lang="en-GB" sz="1200" u="none" strike="noStrike">
                          <a:effectLst/>
                        </a:rPr>
                        <a:t>Overcast</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0.29</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0546827"/>
                  </a:ext>
                </a:extLst>
              </a:tr>
              <a:tr h="348674">
                <a:tc>
                  <a:txBody>
                    <a:bodyPr/>
                    <a:lstStyle/>
                    <a:p>
                      <a:pPr algn="l" fontAlgn="b"/>
                      <a:r>
                        <a:rPr lang="en-GB" sz="1200" u="none" strike="noStrike">
                          <a:effectLst/>
                        </a:rPr>
                        <a:t>Rainy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53468235"/>
                  </a:ext>
                </a:extLst>
              </a:tr>
              <a:tr h="348674">
                <a:tc>
                  <a:txBody>
                    <a:bodyPr/>
                    <a:lstStyle/>
                    <a:p>
                      <a:pPr algn="l" fontAlgn="b"/>
                      <a:r>
                        <a:rPr lang="en-GB" sz="1200" u="none" strike="noStrike">
                          <a:effectLst/>
                        </a:rPr>
                        <a:t>Sunny</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9943776"/>
                  </a:ext>
                </a:extLst>
              </a:tr>
              <a:tr h="348674">
                <a:tc>
                  <a:txBody>
                    <a:bodyPr/>
                    <a:lstStyle/>
                    <a:p>
                      <a:pPr algn="l" fontAlgn="b"/>
                      <a:r>
                        <a:rPr lang="en-GB" sz="1200" u="none" strike="noStrike">
                          <a:effectLst/>
                        </a:rPr>
                        <a:t>Total</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 </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6672418"/>
                  </a:ext>
                </a:extLst>
              </a:tr>
              <a:tr h="348674">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0.36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0.64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dirty="0">
                          <a:effectLst/>
                        </a:rPr>
                        <a:t> </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7598945"/>
                  </a:ext>
                </a:extLst>
              </a:tr>
            </a:tbl>
          </a:graphicData>
        </a:graphic>
      </p:graphicFrame>
    </p:spTree>
    <p:extLst>
      <p:ext uri="{BB962C8B-B14F-4D97-AF65-F5344CB8AC3E}">
        <p14:creationId xmlns:p14="http://schemas.microsoft.com/office/powerpoint/2010/main" val="1345781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63C25-4F5F-F91D-C4F7-9789EF1F1B0C}"/>
              </a:ext>
            </a:extLst>
          </p:cNvPr>
          <p:cNvSpPr>
            <a:spLocks noGrp="1"/>
          </p:cNvSpPr>
          <p:nvPr>
            <p:ph type="title"/>
          </p:nvPr>
        </p:nvSpPr>
        <p:spPr/>
        <p:txBody>
          <a:bodyPr/>
          <a:lstStyle/>
          <a:p>
            <a:r>
              <a:rPr lang="en-GB" dirty="0"/>
              <a:t>Naïve bayes technique</a:t>
            </a:r>
            <a:endParaRPr lang="en-US" dirty="0"/>
          </a:p>
        </p:txBody>
      </p:sp>
      <p:pic>
        <p:nvPicPr>
          <p:cNvPr id="1026" name="Picture 2" descr="tables">
            <a:extLst>
              <a:ext uri="{FF2B5EF4-FFF2-40B4-BE49-F238E27FC236}">
                <a16:creationId xmlns:a16="http://schemas.microsoft.com/office/drawing/2014/main" id="{7F7A8506-87D7-A94E-6E05-6D4E0E5614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9794" y="1738741"/>
            <a:ext cx="715327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769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err="1">
                <a:solidFill>
                  <a:srgbClr val="942D6D"/>
                </a:solidFill>
              </a:rPr>
              <a:t>Probabilty</a:t>
            </a:r>
            <a:r>
              <a:rPr lang="en-GB" dirty="0">
                <a:solidFill>
                  <a:srgbClr val="942D6D"/>
                </a:solidFill>
              </a:rPr>
              <a:t> </a:t>
            </a:r>
            <a:endParaRPr lang="en-US" dirty="0">
              <a:solidFill>
                <a:srgbClr val="942D6D"/>
              </a:solidFill>
            </a:endParaRPr>
          </a:p>
        </p:txBody>
      </p:sp>
      <p:sp>
        <p:nvSpPr>
          <p:cNvPr id="3" name="Text Placeholder 2">
            <a:extLst>
              <a:ext uri="{FF2B5EF4-FFF2-40B4-BE49-F238E27FC236}">
                <a16:creationId xmlns:a16="http://schemas.microsoft.com/office/drawing/2014/main" id="{03912611-42E7-6849-885B-99D97037DE6F}"/>
              </a:ext>
            </a:extLst>
          </p:cNvPr>
          <p:cNvSpPr>
            <a:spLocks noGrp="1"/>
          </p:cNvSpPr>
          <p:nvPr>
            <p:ph type="body" sz="quarter" idx="10"/>
          </p:nvPr>
        </p:nvSpPr>
        <p:spPr>
          <a:xfrm>
            <a:off x="601790" y="1521449"/>
            <a:ext cx="11457669" cy="4414894"/>
          </a:xfrm>
        </p:spPr>
        <p:txBody>
          <a:bodyPr/>
          <a:lstStyle/>
          <a:p>
            <a:r>
              <a:rPr lang="en-US" sz="2200" dirty="0">
                <a:solidFill>
                  <a:schemeClr val="tx1">
                    <a:lumMod val="75000"/>
                    <a:lumOff val="25000"/>
                  </a:schemeClr>
                </a:solidFill>
              </a:rPr>
              <a:t>P(</a:t>
            </a:r>
            <a:r>
              <a:rPr lang="en-US" sz="2200" dirty="0" err="1">
                <a:solidFill>
                  <a:schemeClr val="tx1">
                    <a:lumMod val="75000"/>
                    <a:lumOff val="25000"/>
                  </a:schemeClr>
                </a:solidFill>
              </a:rPr>
              <a:t>Yes|Overcast</a:t>
            </a:r>
            <a:r>
              <a:rPr lang="en-US" sz="2200" dirty="0">
                <a:solidFill>
                  <a:schemeClr val="tx1">
                    <a:lumMod val="75000"/>
                    <a:lumOff val="25000"/>
                  </a:schemeClr>
                </a:solidFill>
              </a:rPr>
              <a:t>) ?</a:t>
            </a:r>
          </a:p>
          <a:p>
            <a:pPr algn="l"/>
            <a:r>
              <a:rPr lang="en-US" sz="2200" b="1" i="0" dirty="0">
                <a:solidFill>
                  <a:srgbClr val="05192D"/>
                </a:solidFill>
                <a:effectLst/>
                <a:latin typeface="Studio-Feixen-Sans"/>
              </a:rPr>
              <a:t>Probability of playing:</a:t>
            </a:r>
            <a:endParaRPr lang="en-US" sz="2200" b="0" i="0" dirty="0">
              <a:solidFill>
                <a:srgbClr val="05192D"/>
              </a:solidFill>
              <a:effectLst/>
              <a:latin typeface="Studio-Feixen-Sans"/>
            </a:endParaRPr>
          </a:p>
          <a:p>
            <a:pPr algn="l"/>
            <a:r>
              <a:rPr lang="en-US" sz="2200" b="0" i="1" dirty="0">
                <a:solidFill>
                  <a:srgbClr val="05192D"/>
                </a:solidFill>
                <a:effectLst/>
                <a:latin typeface="Studio-Feixen-Sans"/>
              </a:rPr>
              <a:t>P(Yes | Overcast) = P(Overcast | Yes) </a:t>
            </a:r>
            <a:r>
              <a:rPr lang="en-US" sz="2200" b="0" i="0" dirty="0">
                <a:solidFill>
                  <a:srgbClr val="05192D"/>
                </a:solidFill>
                <a:effectLst/>
                <a:latin typeface="Studio-Feixen-Sans"/>
              </a:rPr>
              <a:t>P(Yes) / P (Overcast) .....................(1)</a:t>
            </a:r>
          </a:p>
          <a:p>
            <a:pPr algn="l">
              <a:buFont typeface="+mj-lt"/>
              <a:buAutoNum type="arabicPeriod"/>
            </a:pPr>
            <a:r>
              <a:rPr lang="en-US" sz="2200" b="0" i="0" dirty="0">
                <a:solidFill>
                  <a:srgbClr val="05192D"/>
                </a:solidFill>
                <a:effectLst/>
                <a:latin typeface="Studio-Feixen-Sans"/>
              </a:rPr>
              <a:t>Calculate Prior Probabilities:</a:t>
            </a:r>
          </a:p>
          <a:p>
            <a:pPr algn="l">
              <a:buFont typeface="+mj-lt"/>
              <a:buAutoNum type="arabicPeriod"/>
            </a:pPr>
            <a:r>
              <a:rPr lang="en-US" sz="2200" b="0" i="0" dirty="0">
                <a:solidFill>
                  <a:srgbClr val="05192D"/>
                </a:solidFill>
                <a:effectLst/>
                <a:latin typeface="Studio-Feixen-Sans"/>
              </a:rPr>
              <a:t>P(Overcast) = 4/14 = 0.29</a:t>
            </a:r>
          </a:p>
          <a:p>
            <a:pPr algn="l">
              <a:buFont typeface="+mj-lt"/>
              <a:buAutoNum type="arabicPeriod"/>
            </a:pPr>
            <a:r>
              <a:rPr lang="en-US" sz="2200" b="0" i="0" dirty="0">
                <a:solidFill>
                  <a:srgbClr val="05192D"/>
                </a:solidFill>
                <a:effectLst/>
                <a:latin typeface="Studio-Feixen-Sans"/>
              </a:rPr>
              <a:t>P(Yes)= 9/14 = 0.64</a:t>
            </a:r>
          </a:p>
          <a:p>
            <a:pPr algn="l">
              <a:buFont typeface="+mj-lt"/>
              <a:buAutoNum type="arabicPeriod"/>
            </a:pPr>
            <a:r>
              <a:rPr lang="en-US" sz="2200" b="0" i="0" dirty="0">
                <a:solidFill>
                  <a:srgbClr val="05192D"/>
                </a:solidFill>
                <a:effectLst/>
                <a:latin typeface="Studio-Feixen-Sans"/>
              </a:rPr>
              <a:t> Calculate Posterior Probabilities:</a:t>
            </a:r>
          </a:p>
          <a:p>
            <a:pPr algn="l">
              <a:buFont typeface="+mj-lt"/>
              <a:buAutoNum type="arabicPeriod"/>
            </a:pPr>
            <a:r>
              <a:rPr lang="en-US" sz="2200" b="0" i="0" dirty="0">
                <a:solidFill>
                  <a:srgbClr val="05192D"/>
                </a:solidFill>
                <a:effectLst/>
                <a:latin typeface="Studio-Feixen-Sans"/>
              </a:rPr>
              <a:t>P(Overcast |Yes) = 4/9 = 0.44</a:t>
            </a:r>
          </a:p>
          <a:p>
            <a:pPr algn="l">
              <a:buFont typeface="+mj-lt"/>
              <a:buAutoNum type="arabicPeriod"/>
            </a:pPr>
            <a:r>
              <a:rPr lang="en-US" sz="2200" b="0" i="0" dirty="0">
                <a:solidFill>
                  <a:srgbClr val="05192D"/>
                </a:solidFill>
                <a:effectLst/>
                <a:latin typeface="Studio-Feixen-Sans"/>
              </a:rPr>
              <a:t> Put Prior and Posterior probabilities in equation (1)</a:t>
            </a:r>
          </a:p>
          <a:p>
            <a:pPr algn="l">
              <a:buFont typeface="+mj-lt"/>
              <a:buAutoNum type="arabicPeriod"/>
            </a:pPr>
            <a:r>
              <a:rPr lang="en-US" sz="2200" b="0" i="0" dirty="0">
                <a:solidFill>
                  <a:srgbClr val="05192D"/>
                </a:solidFill>
                <a:effectLst/>
                <a:latin typeface="Studio-Feixen-Sans"/>
              </a:rPr>
              <a:t>P (Yes | Overcast) = 0.44 * 0.64 / 0.29 = 0.98(Higher)</a:t>
            </a:r>
          </a:p>
          <a:p>
            <a:endParaRPr lang="en-US" sz="2200" dirty="0">
              <a:solidFill>
                <a:schemeClr val="tx1">
                  <a:lumMod val="75000"/>
                  <a:lumOff val="25000"/>
                </a:schemeClr>
              </a:solidFill>
            </a:endParaRPr>
          </a:p>
          <a:p>
            <a:endParaRPr lang="en-US" sz="2200" dirty="0">
              <a:solidFill>
                <a:schemeClr val="bg2">
                  <a:lumMod val="25000"/>
                </a:schemeClr>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476343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08F55-98AD-8544-9EDC-97F2BF248277}"/>
              </a:ext>
            </a:extLst>
          </p:cNvPr>
          <p:cNvSpPr>
            <a:spLocks noGrp="1"/>
          </p:cNvSpPr>
          <p:nvPr>
            <p:ph type="title"/>
          </p:nvPr>
        </p:nvSpPr>
        <p:spPr/>
        <p:txBody>
          <a:bodyPr/>
          <a:lstStyle/>
          <a:p>
            <a:r>
              <a:rPr lang="en-GB" dirty="0">
                <a:solidFill>
                  <a:srgbClr val="942D6D"/>
                </a:solidFill>
              </a:rPr>
              <a:t>example</a:t>
            </a:r>
            <a:endParaRPr lang="en-US" dirty="0">
              <a:solidFill>
                <a:srgbClr val="942D6D"/>
              </a:solidFill>
            </a:endParaRPr>
          </a:p>
        </p:txBody>
      </p:sp>
      <p:cxnSp>
        <p:nvCxnSpPr>
          <p:cNvPr id="4" name="Straight Connector 3">
            <a:extLst>
              <a:ext uri="{FF2B5EF4-FFF2-40B4-BE49-F238E27FC236}">
                <a16:creationId xmlns:a16="http://schemas.microsoft.com/office/drawing/2014/main" id="{F9D4463B-68D3-6346-A353-3FDE2BAA7999}"/>
              </a:ext>
            </a:extLst>
          </p:cNvPr>
          <p:cNvCxnSpPr>
            <a:cxnSpLocks/>
          </p:cNvCxnSpPr>
          <p:nvPr/>
        </p:nvCxnSpPr>
        <p:spPr>
          <a:xfrm flipH="1">
            <a:off x="601791" y="1070621"/>
            <a:ext cx="8161323" cy="0"/>
          </a:xfrm>
          <a:prstGeom prst="line">
            <a:avLst/>
          </a:prstGeom>
          <a:ln/>
        </p:spPr>
        <p:style>
          <a:lnRef idx="2">
            <a:schemeClr val="dk1"/>
          </a:lnRef>
          <a:fillRef idx="0">
            <a:schemeClr val="dk1"/>
          </a:fillRef>
          <a:effectRef idx="1">
            <a:schemeClr val="dk1"/>
          </a:effectRef>
          <a:fontRef idx="minor">
            <a:schemeClr val="tx1"/>
          </a:fontRef>
        </p:style>
      </p:cxnSp>
      <p:cxnSp>
        <p:nvCxnSpPr>
          <p:cNvPr id="5" name="Straight Connector 4">
            <a:extLst>
              <a:ext uri="{FF2B5EF4-FFF2-40B4-BE49-F238E27FC236}">
                <a16:creationId xmlns:a16="http://schemas.microsoft.com/office/drawing/2014/main" id="{1C4195D4-2AFD-5546-B93D-E8BB18FECD81}"/>
              </a:ext>
            </a:extLst>
          </p:cNvPr>
          <p:cNvCxnSpPr>
            <a:cxnSpLocks/>
          </p:cNvCxnSpPr>
          <p:nvPr/>
        </p:nvCxnSpPr>
        <p:spPr>
          <a:xfrm flipV="1">
            <a:off x="472083" y="423248"/>
            <a:ext cx="0" cy="555277"/>
          </a:xfrm>
          <a:prstGeom prst="line">
            <a:avLst/>
          </a:prstGeom>
          <a:ln/>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DABFCEE7-FEA4-734D-B602-47B04ECB3644}"/>
              </a:ext>
            </a:extLst>
          </p:cNvPr>
          <p:cNvCxnSpPr>
            <a:cxnSpLocks/>
          </p:cNvCxnSpPr>
          <p:nvPr/>
        </p:nvCxnSpPr>
        <p:spPr>
          <a:xfrm flipH="1" flipV="1">
            <a:off x="470171" y="1089589"/>
            <a:ext cx="1912" cy="4298063"/>
          </a:xfrm>
          <a:prstGeom prst="line">
            <a:avLst/>
          </a:prstGeom>
          <a:ln/>
        </p:spPr>
        <p:style>
          <a:lnRef idx="2">
            <a:schemeClr val="dk1"/>
          </a:lnRef>
          <a:fillRef idx="0">
            <a:schemeClr val="dk1"/>
          </a:fillRef>
          <a:effectRef idx="1">
            <a:schemeClr val="dk1"/>
          </a:effectRef>
          <a:fontRef idx="minor">
            <a:schemeClr val="tx1"/>
          </a:fontRef>
        </p:style>
      </p:cxnSp>
      <p:pic>
        <p:nvPicPr>
          <p:cNvPr id="7" name="Picture 6">
            <a:extLst>
              <a:ext uri="{FF2B5EF4-FFF2-40B4-BE49-F238E27FC236}">
                <a16:creationId xmlns:a16="http://schemas.microsoft.com/office/drawing/2014/main" id="{81D43CCB-4528-4246-A667-719B75C5AD96}"/>
              </a:ext>
            </a:extLst>
          </p:cNvPr>
          <p:cNvPicPr>
            <a:picLocks noChangeAspect="1"/>
          </p:cNvPicPr>
          <p:nvPr/>
        </p:nvPicPr>
        <p:blipFill>
          <a:blip r:embed="rId2"/>
          <a:stretch>
            <a:fillRect/>
          </a:stretch>
        </p:blipFill>
        <p:spPr>
          <a:xfrm>
            <a:off x="958850" y="2095500"/>
            <a:ext cx="10274300" cy="2667000"/>
          </a:xfrm>
          <a:prstGeom prst="rect">
            <a:avLst/>
          </a:prstGeom>
        </p:spPr>
      </p:pic>
    </p:spTree>
    <p:extLst>
      <p:ext uri="{BB962C8B-B14F-4D97-AF65-F5344CB8AC3E}">
        <p14:creationId xmlns:p14="http://schemas.microsoft.com/office/powerpoint/2010/main" val="3859191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167A1-3C42-B9D5-D30D-A9322E73EE2C}"/>
              </a:ext>
            </a:extLst>
          </p:cNvPr>
          <p:cNvSpPr>
            <a:spLocks noGrp="1"/>
          </p:cNvSpPr>
          <p:nvPr>
            <p:ph type="title"/>
          </p:nvPr>
        </p:nvSpPr>
        <p:spPr>
          <a:xfrm>
            <a:off x="514706" y="295408"/>
            <a:ext cx="9097686" cy="717268"/>
          </a:xfrm>
        </p:spPr>
        <p:txBody>
          <a:bodyPr/>
          <a:lstStyle/>
          <a:p>
            <a:r>
              <a:rPr lang="en-GB" dirty="0"/>
              <a:t>reference</a:t>
            </a:r>
          </a:p>
        </p:txBody>
      </p:sp>
      <p:sp>
        <p:nvSpPr>
          <p:cNvPr id="3" name="Text Placeholder 2">
            <a:extLst>
              <a:ext uri="{FF2B5EF4-FFF2-40B4-BE49-F238E27FC236}">
                <a16:creationId xmlns:a16="http://schemas.microsoft.com/office/drawing/2014/main" id="{BC1B9631-C327-B712-82DA-F3C6536A8DC6}"/>
              </a:ext>
            </a:extLst>
          </p:cNvPr>
          <p:cNvSpPr>
            <a:spLocks noGrp="1"/>
          </p:cNvSpPr>
          <p:nvPr>
            <p:ph type="body" sz="quarter" idx="10"/>
          </p:nvPr>
        </p:nvSpPr>
        <p:spPr>
          <a:xfrm>
            <a:off x="247135" y="1272746"/>
            <a:ext cx="11689492" cy="4572578"/>
          </a:xfrm>
        </p:spPr>
        <p:txBody>
          <a:bodyPr/>
          <a:lstStyle/>
          <a:p>
            <a:r>
              <a:rPr lang="en-GB" sz="1200" dirty="0"/>
              <a:t>Gavrilova,Y.2021. Naive Bayes Algorithm for Beginners.[Online].Available at: </a:t>
            </a:r>
            <a:r>
              <a:rPr lang="en-GB" sz="1200" dirty="0">
                <a:hlinkClick r:id="rId3"/>
              </a:rPr>
              <a:t>https://serokell.io/blog/naive-bayes-classifiers</a:t>
            </a:r>
            <a:endParaRPr lang="en-GB" sz="1200" dirty="0"/>
          </a:p>
          <a:p>
            <a:r>
              <a:rPr lang="en-US" sz="1200" dirty="0" err="1"/>
              <a:t>Navlani</a:t>
            </a:r>
            <a:r>
              <a:rPr lang="en-US" sz="1200" dirty="0"/>
              <a:t>, A. &amp; Awan, A. A., 2023. Naive Bayes Classification Tutorial using Scikit-learn. [Online].Available at: https://www.datacamp.com/tutorial/naive-bayes-scikit-learn </a:t>
            </a:r>
          </a:p>
          <a:p>
            <a:r>
              <a:rPr lang="en-GB" sz="1200" b="1" i="0" dirty="0" err="1">
                <a:solidFill>
                  <a:srgbClr val="0F0F0F"/>
                </a:solidFill>
                <a:effectLst/>
              </a:rPr>
              <a:t>Simplilearn</a:t>
            </a:r>
            <a:r>
              <a:rPr lang="en-GB" sz="1200" b="1" i="0" dirty="0">
                <a:solidFill>
                  <a:srgbClr val="0F0F0F"/>
                </a:solidFill>
                <a:effectLst/>
              </a:rPr>
              <a:t>.</a:t>
            </a:r>
            <a:r>
              <a:rPr lang="en-GB" sz="1200" dirty="0">
                <a:hlinkClick r:id="rId4"/>
              </a:rPr>
              <a:t> </a:t>
            </a:r>
            <a:r>
              <a:rPr lang="en-GB" sz="1200" dirty="0"/>
              <a:t>2018.Learn how to build and evaluate a Naive Bayes Classifier using Python's Scikit-learn package .</a:t>
            </a:r>
            <a:r>
              <a:rPr lang="en-GB" sz="1200" dirty="0">
                <a:effectLst/>
                <a:ea typeface="Calibri" panose="020F0502020204030204" pitchFamily="34" charset="0"/>
                <a:cs typeface="Times New Roman" panose="02020603050405020304" pitchFamily="18" charset="0"/>
              </a:rPr>
              <a:t>[Online].Available at: </a:t>
            </a:r>
            <a:r>
              <a:rPr lang="en-GB" sz="1200" dirty="0">
                <a:hlinkClick r:id="rId4"/>
              </a:rPr>
              <a:t>https://www.youtube.com/watch?v=l3dZ6ZNFjo0</a:t>
            </a:r>
          </a:p>
          <a:p>
            <a:r>
              <a:rPr lang="en-US" sz="1200" dirty="0">
                <a:effectLst/>
                <a:ea typeface="Calibri" panose="020F0502020204030204" pitchFamily="34" charset="0"/>
                <a:cs typeface="Times New Roman" panose="02020603050405020304" pitchFamily="18" charset="0"/>
              </a:rPr>
              <a:t>Digitalmind.2022. Train-test split and cross-validation</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5"/>
              </a:rPr>
              <a:t>https://digitalmind.io/post/train-test-split-and-cross-validation</a:t>
            </a:r>
            <a:endParaRPr lang="en-US" sz="1200" dirty="0">
              <a:effectLst/>
              <a:ea typeface="Calibri" panose="020F0502020204030204" pitchFamily="34" charset="0"/>
              <a:cs typeface="Times New Roman" panose="02020603050405020304" pitchFamily="18" charset="0"/>
            </a:endParaRPr>
          </a:p>
          <a:p>
            <a:pPr marL="0" marR="0">
              <a:lnSpc>
                <a:spcPct val="115000"/>
              </a:lnSpc>
              <a:spcBef>
                <a:spcPts val="0"/>
              </a:spcBef>
              <a:spcAft>
                <a:spcPts val="1000"/>
              </a:spcAft>
            </a:pPr>
            <a:r>
              <a:rPr lang="en-US" sz="1200" dirty="0">
                <a:effectLst/>
                <a:ea typeface="Calibri" panose="020F0502020204030204" pitchFamily="34" charset="0"/>
                <a:cs typeface="Times New Roman" panose="02020603050405020304" pitchFamily="18" charset="0"/>
              </a:rPr>
              <a:t>Digitalmind.2022.Saving Machine Learning Models.</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6"/>
              </a:rPr>
              <a:t>https://digitalmind.io/post/saving-machine-learning-models#saving-machine-learning-models</a:t>
            </a:r>
            <a:endParaRPr lang="en-US" sz="1200" dirty="0">
              <a:effectLst/>
              <a:ea typeface="Calibri" panose="020F0502020204030204" pitchFamily="34" charset="0"/>
              <a:cs typeface="Times New Roman" panose="02020603050405020304" pitchFamily="18" charset="0"/>
            </a:endParaRPr>
          </a:p>
          <a:p>
            <a:r>
              <a:rPr lang="en-GB" sz="1200" dirty="0">
                <a:effectLst/>
                <a:ea typeface="Calibri" panose="020F0502020204030204" pitchFamily="34" charset="0"/>
                <a:cs typeface="Times New Roman" panose="02020603050405020304" pitchFamily="18" charset="0"/>
              </a:rPr>
              <a:t>Singh,Y.2022.How to Generate Datasets Using </a:t>
            </a:r>
            <a:r>
              <a:rPr lang="en-GB" sz="1200" dirty="0" err="1">
                <a:effectLst/>
                <a:ea typeface="Calibri" panose="020F0502020204030204" pitchFamily="34" charset="0"/>
                <a:cs typeface="Times New Roman" panose="02020603050405020304" pitchFamily="18" charset="0"/>
              </a:rPr>
              <a:t>make_classification</a:t>
            </a:r>
            <a:r>
              <a:rPr lang="en-GB" sz="1200" dirty="0">
                <a:effectLst/>
                <a:ea typeface="Calibri" panose="020F0502020204030204" pitchFamily="34" charset="0"/>
                <a:cs typeface="Times New Roman" panose="02020603050405020304" pitchFamily="18" charset="0"/>
              </a:rPr>
              <a:t> .[Online].Available at: https://proclusacademy.com/blog/sklearn_make_classification/ </a:t>
            </a:r>
          </a:p>
          <a:p>
            <a:pPr>
              <a:lnSpc>
                <a:spcPct val="107000"/>
              </a:lnSpc>
              <a:spcAft>
                <a:spcPts val="800"/>
              </a:spcAft>
            </a:pPr>
            <a:r>
              <a:rPr lang="en-US" sz="1200" kern="0" dirty="0">
                <a:effectLst/>
                <a:ea typeface="Times New Roman" panose="02020603050405020304" pitchFamily="18" charset="0"/>
                <a:cs typeface="Times New Roman" panose="02020603050405020304" pitchFamily="18" charset="0"/>
              </a:rPr>
              <a:t>KHALUSOVA,M.2022. MACHINE LEARNING MODEL EVALUATION METRICS PART 2: MULTI-CLASS CLASSIFICATION.</a:t>
            </a:r>
            <a:r>
              <a:rPr lang="en-GB" sz="1200" dirty="0"/>
              <a:t> .[Online].Available at: </a:t>
            </a:r>
            <a:r>
              <a:rPr lang="en-US" sz="1200" kern="0" dirty="0">
                <a:effectLst/>
                <a:ea typeface="Times New Roman" panose="02020603050405020304" pitchFamily="18" charset="0"/>
                <a:cs typeface="Times New Roman" panose="02020603050405020304" pitchFamily="18" charset="0"/>
              </a:rPr>
              <a:t>https://www.mariakhalusova.com/posts/2019-04-17-ml-model-evaluation-metrics-p2/</a:t>
            </a:r>
            <a:endParaRPr lang="en-GB" sz="1200" kern="100" dirty="0">
              <a:effectLst/>
              <a:ea typeface="Calibri" panose="020F0502020204030204" pitchFamily="34" charset="0"/>
              <a:cs typeface="Times New Roman" panose="02020603050405020304" pitchFamily="18" charset="0"/>
            </a:endParaRPr>
          </a:p>
          <a:p>
            <a:pPr>
              <a:lnSpc>
                <a:spcPts val="3000"/>
              </a:lnSpc>
              <a:spcBef>
                <a:spcPts val="720"/>
              </a:spcBef>
              <a:spcAft>
                <a:spcPts val="800"/>
              </a:spcAft>
            </a:pPr>
            <a:r>
              <a:rPr lang="en-US" sz="1200" kern="0" dirty="0">
                <a:solidFill>
                  <a:srgbClr val="292929"/>
                </a:solidFill>
                <a:effectLst/>
                <a:ea typeface="Times New Roman" panose="02020603050405020304" pitchFamily="18" charset="0"/>
                <a:cs typeface="Times New Roman" panose="02020603050405020304" pitchFamily="18" charset="0"/>
              </a:rPr>
              <a:t>Sim,N.2021.Understanding Multi-class Classification Confusion Matrix in Python.</a:t>
            </a:r>
            <a:r>
              <a:rPr lang="en-GB" sz="1200" dirty="0"/>
              <a:t>.[Online].Available at: </a:t>
            </a:r>
            <a:r>
              <a:rPr lang="en-US" sz="1200" kern="0" dirty="0">
                <a:solidFill>
                  <a:srgbClr val="292929"/>
                </a:solidFill>
                <a:effectLst/>
                <a:ea typeface="Times New Roman" panose="02020603050405020304" pitchFamily="18" charset="0"/>
                <a:cs typeface="Times New Roman" panose="02020603050405020304" pitchFamily="18" charset="0"/>
              </a:rPr>
              <a:t>https://nicoleeesim97.medium.com/understanding-multi-class-classification-confusion-matrix-in-python-8a45848ed28</a:t>
            </a:r>
            <a:endParaRPr lang="en-GB" sz="12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200" kern="0" dirty="0">
                <a:effectLst/>
                <a:ea typeface="Times New Roman" panose="02020603050405020304" pitchFamily="18" charset="0"/>
                <a:cs typeface="Times New Roman" panose="02020603050405020304" pitchFamily="18" charset="0"/>
              </a:rPr>
              <a:t> Rashida.2022.Learn Precision, Recall, and F1 Score of Multiclass Classification in Depth</a:t>
            </a:r>
            <a:r>
              <a:rPr lang="en-GB" sz="1200" dirty="0"/>
              <a:t> .[Online].Available at:</a:t>
            </a:r>
            <a:r>
              <a:rPr lang="en-US" sz="1200" kern="0" dirty="0">
                <a:effectLst/>
                <a:ea typeface="Times New Roman" panose="02020603050405020304" pitchFamily="18" charset="0"/>
                <a:cs typeface="Times New Roman" panose="02020603050405020304" pitchFamily="18" charset="0"/>
              </a:rPr>
              <a:t>.https://regenerativetoday.com/learn-precision-recall-and-f1-score-of-multiclass-classification-in-depth/</a:t>
            </a:r>
          </a:p>
          <a:p>
            <a:pPr>
              <a:lnSpc>
                <a:spcPct val="107000"/>
              </a:lnSpc>
              <a:spcAft>
                <a:spcPts val="800"/>
              </a:spcAft>
            </a:pPr>
            <a:r>
              <a:rPr lang="en-US" sz="1200" dirty="0">
                <a:effectLst/>
                <a:ea typeface="Calibri" panose="020F0502020204030204" pitchFamily="34" charset="0"/>
                <a:cs typeface="Times New Roman" panose="02020603050405020304" pitchFamily="18" charset="0"/>
              </a:rPr>
              <a:t>BPRASAD.2022.Confusion Matrix – How to plot and Interpret Confusion Matrix.</a:t>
            </a:r>
            <a:r>
              <a:rPr lang="en-GB" sz="1200" dirty="0">
                <a:effectLst/>
                <a:ea typeface="Calibri" panose="020F0502020204030204" pitchFamily="34" charset="0"/>
                <a:cs typeface="Times New Roman" panose="02020603050405020304" pitchFamily="18" charset="0"/>
              </a:rPr>
              <a:t>[Online].Available at: </a:t>
            </a:r>
            <a:r>
              <a:rPr lang="en-US" sz="1200" u="sng" dirty="0">
                <a:solidFill>
                  <a:srgbClr val="0000FF"/>
                </a:solidFill>
                <a:effectLst/>
                <a:ea typeface="Calibri" panose="020F0502020204030204" pitchFamily="34" charset="0"/>
                <a:cs typeface="Times New Roman" panose="02020603050405020304" pitchFamily="18" charset="0"/>
                <a:hlinkClick r:id="rId7"/>
              </a:rPr>
              <a:t>https://lifewithdata.com/2022/02/06/confusion-matrix-how-to-plot-and-interpret-confusion-matrix/</a:t>
            </a:r>
            <a:endParaRPr lang="en-GB" sz="1200" dirty="0">
              <a:effectLst/>
              <a:ea typeface="Calibri" panose="020F0502020204030204" pitchFamily="34" charset="0"/>
              <a:cs typeface="Times New Roman" panose="02020603050405020304" pitchFamily="18" charset="0"/>
            </a:endParaRPr>
          </a:p>
          <a:p>
            <a:pPr>
              <a:lnSpc>
                <a:spcPct val="107000"/>
              </a:lnSpc>
              <a:spcAft>
                <a:spcPts val="800"/>
              </a:spcAft>
            </a:pPr>
            <a:endParaRPr lang="en-GB" sz="1200" dirty="0"/>
          </a:p>
        </p:txBody>
      </p:sp>
    </p:spTree>
    <p:extLst>
      <p:ext uri="{BB962C8B-B14F-4D97-AF65-F5344CB8AC3E}">
        <p14:creationId xmlns:p14="http://schemas.microsoft.com/office/powerpoint/2010/main" val="3672107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167A1-3C42-B9D5-D30D-A9322E73EE2C}"/>
              </a:ext>
            </a:extLst>
          </p:cNvPr>
          <p:cNvSpPr>
            <a:spLocks noGrp="1"/>
          </p:cNvSpPr>
          <p:nvPr>
            <p:ph type="title"/>
          </p:nvPr>
        </p:nvSpPr>
        <p:spPr>
          <a:xfrm>
            <a:off x="514706" y="295408"/>
            <a:ext cx="9097686" cy="717268"/>
          </a:xfrm>
        </p:spPr>
        <p:txBody>
          <a:bodyPr/>
          <a:lstStyle/>
          <a:p>
            <a:r>
              <a:rPr lang="en-GB" dirty="0"/>
              <a:t>reference</a:t>
            </a:r>
          </a:p>
        </p:txBody>
      </p:sp>
      <p:sp>
        <p:nvSpPr>
          <p:cNvPr id="5" name="Rectangle 2">
            <a:extLst>
              <a:ext uri="{FF2B5EF4-FFF2-40B4-BE49-F238E27FC236}">
                <a16:creationId xmlns:a16="http://schemas.microsoft.com/office/drawing/2014/main" id="{A2F29571-9ACD-B46E-7FD4-3E0E3EF96CDC}"/>
              </a:ext>
            </a:extLst>
          </p:cNvPr>
          <p:cNvSpPr>
            <a:spLocks noGrp="1" noChangeArrowheads="1"/>
          </p:cNvSpPr>
          <p:nvPr>
            <p:ph type="body" sz="quarter" idx="10"/>
          </p:nvPr>
        </p:nvSpPr>
        <p:spPr bwMode="auto">
          <a:xfrm>
            <a:off x="247650" y="1273175"/>
            <a:ext cx="11688763"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3"/>
              </a:rPr>
              <a:t>investopedia.com - Bayes' Theorem: What It Is, Formula, and Examples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4"/>
              </a:rPr>
              <a:t>wikipedia.org - Bayes' theorem</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5"/>
              </a:rPr>
              <a:t>plato.stanford.edu - Bayes' Theorem</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6"/>
              </a:rPr>
              <a:t>corporatefinanceinstitute.com - Bayes' Theorem - Definition, Formula, and Example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7"/>
              </a:rPr>
              <a:t>mathsisfun.com - Bayes' Theorem</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hlinkClick r:id="rId8"/>
              </a:rPr>
              <a:t>byjus.com - Bayes Theorem - Statement, Proof, Formula, Derivation &amp; ...</a:t>
            </a:r>
            <a:r>
              <a:rPr kumimoji="0" lang="en-US" altLang="en-US" sz="1800" b="0" i="0" u="none" strike="noStrike" cap="none" normalizeH="0" baseline="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54203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62778" y="1121436"/>
            <a:ext cx="4140679" cy="830997"/>
          </a:xfrm>
          <a:prstGeom prst="rect">
            <a:avLst/>
          </a:prstGeom>
          <a:noFill/>
        </p:spPr>
        <p:txBody>
          <a:bodyPr wrap="square" rtlCol="0">
            <a:spAutoFit/>
          </a:bodyPr>
          <a:lstStyle/>
          <a:p>
            <a:pPr algn="r"/>
            <a:r>
              <a:rPr lang="en-GB" sz="2400" b="1" spc="-50" dirty="0">
                <a:solidFill>
                  <a:schemeClr val="bg1"/>
                </a:solidFill>
              </a:rPr>
              <a:t>+44 (0)207 016 8000</a:t>
            </a:r>
          </a:p>
          <a:p>
            <a:pPr algn="r"/>
            <a:r>
              <a:rPr lang="en-GB" sz="2400" b="1" spc="-50" dirty="0">
                <a:solidFill>
                  <a:schemeClr val="bg1"/>
                </a:solidFill>
              </a:rPr>
              <a:t>info@rcl.ac.uk</a:t>
            </a:r>
          </a:p>
        </p:txBody>
      </p:sp>
    </p:spTree>
    <p:extLst>
      <p:ext uri="{BB962C8B-B14F-4D97-AF65-F5344CB8AC3E}">
        <p14:creationId xmlns:p14="http://schemas.microsoft.com/office/powerpoint/2010/main" val="1381126769"/>
      </p:ext>
    </p:extLst>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626083B1-0830-460F-AA05-F809A184AD55}"/>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2DF3C6F-D641-4496-AE49-B1B2B2E63DA0}"/>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74F60302-919A-40C2-AA8C-08C631E4BB03}"/>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1A762B6E-1460-46E8-A288-DB6DA20E3E72}"/>
    </a:ext>
  </a:extLst>
</a:theme>
</file>

<file path=ppt/theme/theme5.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142963-DA75-4759-9E51-7EC23E61E5F8}" vid="{848B4BB2-990F-4FF4-835D-66EEAC45A093}"/>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5" ma:contentTypeDescription="Create a new document." ma:contentTypeScope="" ma:versionID="0a40da80dfba2f26db4fd96ff563ad7b">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11a481746c084991ab5e77ba1922d2a7"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339b10e-c275-4384-8e68-845348d9a81e}" ma:internalName="TaxCatchAll" ma:showField="CatchAllData" ma:web="5086911d-6e48-4cf3-b087-1eb55996af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b1a28a2-5857-4321-9bd8-c602fba5c8bc">
      <Terms xmlns="http://schemas.microsoft.com/office/infopath/2007/PartnerControls"/>
    </lcf76f155ced4ddcb4097134ff3c332f>
    <TaxCatchAll xmlns="5086911d-6e48-4cf3-b087-1eb55996afa6" xsi:nil="true"/>
  </documentManagement>
</p:properties>
</file>

<file path=customXml/itemProps1.xml><?xml version="1.0" encoding="utf-8"?>
<ds:datastoreItem xmlns:ds="http://schemas.openxmlformats.org/officeDocument/2006/customXml" ds:itemID="{6C646771-6858-4219-8EED-568113B40FBA}">
  <ds:schemaRefs>
    <ds:schemaRef ds:uri="http://schemas.microsoft.com/sharepoint/v3/contenttype/forms"/>
  </ds:schemaRefs>
</ds:datastoreItem>
</file>

<file path=customXml/itemProps2.xml><?xml version="1.0" encoding="utf-8"?>
<ds:datastoreItem xmlns:ds="http://schemas.openxmlformats.org/officeDocument/2006/customXml" ds:itemID="{1CD98CFB-87FF-4F64-909A-59E33F34D3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1a28a2-5857-4321-9bd8-c602fba5c8bc"/>
    <ds:schemaRef ds:uri="5086911d-6e48-4cf3-b087-1eb55996af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9EB430B-3238-4720-AB36-9310149DF86F}">
  <ds:schemaRefs>
    <ds:schemaRef ds:uri="http://schemas.microsoft.com/office/2006/metadata/properties"/>
    <ds:schemaRef ds:uri="http://schemas.microsoft.com/office/infopath/2007/PartnerControls"/>
    <ds:schemaRef ds:uri="6b1a28a2-5857-4321-9bd8-c602fba5c8bc"/>
    <ds:schemaRef ds:uri="5086911d-6e48-4cf3-b087-1eb55996afa6"/>
  </ds:schemaRefs>
</ds:datastoreItem>
</file>

<file path=docProps/app.xml><?xml version="1.0" encoding="utf-8"?>
<Properties xmlns="http://schemas.openxmlformats.org/officeDocument/2006/extended-properties" xmlns:vt="http://schemas.openxmlformats.org/officeDocument/2006/docPropsVTypes">
  <Template>Light blue-Cover</Template>
  <TotalTime>175</TotalTime>
  <Words>2141</Words>
  <Application>Microsoft Office PowerPoint</Application>
  <PresentationFormat>Widescreen</PresentationFormat>
  <Paragraphs>214</Paragraphs>
  <Slides>23</Slides>
  <Notes>8</Notes>
  <HiddenSlides>0</HiddenSlides>
  <MMClips>0</MMClips>
  <ScaleCrop>false</ScaleCrop>
  <HeadingPairs>
    <vt:vector size="6" baseType="variant">
      <vt:variant>
        <vt:lpstr>Fonts Used</vt:lpstr>
      </vt:variant>
      <vt:variant>
        <vt:i4>11</vt:i4>
      </vt:variant>
      <vt:variant>
        <vt:lpstr>Theme</vt:lpstr>
      </vt:variant>
      <vt:variant>
        <vt:i4>5</vt:i4>
      </vt:variant>
      <vt:variant>
        <vt:lpstr>Slide Titles</vt:lpstr>
      </vt:variant>
      <vt:variant>
        <vt:i4>23</vt:i4>
      </vt:variant>
    </vt:vector>
  </HeadingPairs>
  <TitlesOfParts>
    <vt:vector size="39" baseType="lpstr">
      <vt:lpstr>Arial</vt:lpstr>
      <vt:lpstr>Calibri</vt:lpstr>
      <vt:lpstr>georgia</vt:lpstr>
      <vt:lpstr>inherit</vt:lpstr>
      <vt:lpstr>Inter</vt:lpstr>
      <vt:lpstr>Menlo</vt:lpstr>
      <vt:lpstr>Open Sans</vt:lpstr>
      <vt:lpstr>ProximaNova</vt:lpstr>
      <vt:lpstr>Studio-Feixen-Sans</vt:lpstr>
      <vt:lpstr>Times New Roman</vt:lpstr>
      <vt:lpstr>Trebuchet MS</vt:lpstr>
      <vt:lpstr>Light blue-Cover</vt:lpstr>
      <vt:lpstr>Pearson slide</vt:lpstr>
      <vt:lpstr>Light blue-inside slide</vt:lpstr>
      <vt:lpstr>With picture</vt:lpstr>
      <vt:lpstr>Back cover</vt:lpstr>
      <vt:lpstr>Machine learning</vt:lpstr>
      <vt:lpstr>Machine learning </vt:lpstr>
      <vt:lpstr>Machine learning</vt:lpstr>
      <vt:lpstr>Learning objectives</vt:lpstr>
      <vt:lpstr>Confusion matrix  </vt:lpstr>
      <vt:lpstr>Example of confusion matrix</vt:lpstr>
      <vt:lpstr>Naïve Bayes Classifier</vt:lpstr>
      <vt:lpstr>Cont..</vt:lpstr>
      <vt:lpstr>Advantages &amp; Disadvantage of naïve bayes</vt:lpstr>
      <vt:lpstr>Where is naïve bayes used </vt:lpstr>
      <vt:lpstr>K-fold Cross Validation</vt:lpstr>
      <vt:lpstr>Using python</vt:lpstr>
      <vt:lpstr>Introduction to probability</vt:lpstr>
      <vt:lpstr>Bayes theorem</vt:lpstr>
      <vt:lpstr>How naïve Bayes algorithm works?</vt:lpstr>
      <vt:lpstr>Frequency table</vt:lpstr>
      <vt:lpstr>Likelihood table</vt:lpstr>
      <vt:lpstr>Naïve bayes technique</vt:lpstr>
      <vt:lpstr>Probabilty </vt:lpstr>
      <vt:lpstr>example</vt:lpstr>
      <vt:lpstr>reference</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Maksud Mazumder</cp:lastModifiedBy>
  <cp:revision>48</cp:revision>
  <dcterms:created xsi:type="dcterms:W3CDTF">2021-07-24T10:34:01Z</dcterms:created>
  <dcterms:modified xsi:type="dcterms:W3CDTF">2024-07-29T16:45:45Z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MediaServiceImageTags">
    <vt:lpwstr/>
  </property>
</Properties>
</file>