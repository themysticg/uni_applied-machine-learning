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16"/>
  </p:notesMasterIdLst>
  <p:sldIdLst>
    <p:sldId id="261" r:id="rId6"/>
    <p:sldId id="257" r:id="rId7"/>
    <p:sldId id="265" r:id="rId8"/>
    <p:sldId id="306" r:id="rId9"/>
    <p:sldId id="311" r:id="rId10"/>
    <p:sldId id="317" r:id="rId11"/>
    <p:sldId id="318" r:id="rId12"/>
    <p:sldId id="319" r:id="rId13"/>
    <p:sldId id="320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12/10/21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ITIFTsivN8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MULTIVARIATE REGRESSION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Multi variate regression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Multivariate Regression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Multivariate 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1" y="1437914"/>
            <a:ext cx="11601300" cy="1678950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if more than one variable influences the one, you’re interested in?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Example: predicting a price for a car based on its many attributes (body style, brand, mileage, etc.)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77image1823776">
            <a:extLst>
              <a:ext uri="{FF2B5EF4-FFF2-40B4-BE49-F238E27FC236}">
                <a16:creationId xmlns:a16="http://schemas.microsoft.com/office/drawing/2014/main" id="{79C5B02F-1023-9044-8AD1-124A70A7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377" y="2701583"/>
            <a:ext cx="4279645" cy="285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Still uses least square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just end up with coefficients for each factor.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For example, 𝑝𝑟𝑖𝑐𝑒 = 𝛼 + 𝛽1 mileage + 𝛽2age + 𝛽3doors 123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These coefficients imply how important each factor is (if the 	data is all normalized!)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Get rid of ones that don’t matter!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still measure fit with r-squared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Need to assume the different factors are not themselves dependent on each other.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Python coding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74ADD3A-36BD-8F47-AF28-6A832631A246}"/>
              </a:ext>
            </a:extLst>
          </p:cNvPr>
          <p:cNvSpPr/>
          <p:nvPr/>
        </p:nvSpPr>
        <p:spPr>
          <a:xfrm>
            <a:off x="2667114" y="2274608"/>
            <a:ext cx="73974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Let’s dive into an example.</a:t>
            </a:r>
          </a:p>
          <a:p>
            <a:br>
              <a:rPr lang="en-GB" sz="3200" dirty="0"/>
            </a:br>
            <a:r>
              <a:rPr lang="en-GB" sz="3200" dirty="0"/>
              <a:t>• The </a:t>
            </a:r>
            <a:r>
              <a:rPr lang="en-GB" sz="3200" dirty="0" err="1"/>
              <a:t>statsmodel</a:t>
            </a:r>
            <a:r>
              <a:rPr lang="en-GB" sz="3200" dirty="0"/>
              <a:t> package makes it easy. </a:t>
            </a:r>
          </a:p>
        </p:txBody>
      </p:sp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quiz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Watch the you tube video on Multivariate regression (Multiple regression)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https://www.youtube.com/watch?v=zITIFTsivN8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(6 minutes)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Question – Why we use Multivariate regression to Linear Regression?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101326-A77F-4581-B852-F1BEEE836B56}"/>
</file>

<file path=customXml/itemProps2.xml><?xml version="1.0" encoding="utf-8"?>
<ds:datastoreItem xmlns:ds="http://schemas.openxmlformats.org/officeDocument/2006/customXml" ds:itemID="{C390017C-53C4-44A0-8BE5-543810B81638}"/>
</file>

<file path=customXml/itemProps3.xml><?xml version="1.0" encoding="utf-8"?>
<ds:datastoreItem xmlns:ds="http://schemas.openxmlformats.org/officeDocument/2006/customXml" ds:itemID="{00AC7CDC-C40E-4CAA-9A43-5045B362938C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232</TotalTime>
  <Words>214</Words>
  <Application>Microsoft Macintosh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Multivariate regression</vt:lpstr>
      <vt:lpstr>Still uses least square</vt:lpstr>
      <vt:lpstr>Python coding</vt:lpstr>
      <vt:lpstr>quiz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49</cp:revision>
  <dcterms:created xsi:type="dcterms:W3CDTF">2021-07-24T10:34:01Z</dcterms:created>
  <dcterms:modified xsi:type="dcterms:W3CDTF">2021-12-10T14:29:08Z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