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16"/>
  </p:notesMasterIdLst>
  <p:sldIdLst>
    <p:sldId id="261" r:id="rId6"/>
    <p:sldId id="257" r:id="rId7"/>
    <p:sldId id="265" r:id="rId8"/>
    <p:sldId id="306" r:id="rId9"/>
    <p:sldId id="311" r:id="rId10"/>
    <p:sldId id="313" r:id="rId11"/>
    <p:sldId id="314" r:id="rId12"/>
    <p:sldId id="315" r:id="rId13"/>
    <p:sldId id="31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12/10/21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POLYNOMIAL REGRESSION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polynomial regression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concept of Polynomial Regression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Overfitting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techniques to overcome Overfitting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Why limit ourself to straight line</a:t>
            </a:r>
            <a:endParaRPr lang="en-US" dirty="0">
              <a:solidFill>
                <a:srgbClr val="942D6D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912611-42E7-6849-885B-99D97037DE6F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01790" y="1455830"/>
                <a:ext cx="6946172" cy="3815101"/>
              </a:xfrm>
            </p:spPr>
            <p:txBody>
              <a:bodyPr/>
              <a:lstStyle/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Not all relationships are linear.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Linear formula: y = mx + b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This is a “first order” or “first degree” polynomial, as the power of x is 1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Second order polynomial: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+ 𝑏𝑥 + 𝑐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Third order: 𝑦=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3 </m:t>
                        </m:r>
                      </m:sup>
                    </m:sSup>
                    <m:r>
                      <a:rPr lang="en-GB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+ 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+𝑐𝑥 + 𝑑 </a:t>
                </a:r>
              </a:p>
              <a:p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Higher orders produce more complex curves. </a:t>
                </a:r>
              </a:p>
              <a:p>
                <a:pPr>
                  <a:buFont typeface="Wingdings" pitchFamily="2" charset="2"/>
                  <a:buChar char="§"/>
                </a:pPr>
                <a:endParaRPr lang="en-US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912611-42E7-6849-885B-99D97037D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01790" y="1455830"/>
                <a:ext cx="6946172" cy="3815101"/>
              </a:xfrm>
              <a:blipFill>
                <a:blip r:embed="rId2"/>
                <a:stretch>
                  <a:fillRect l="-1642" t="-2649" r="-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73image1799360">
            <a:extLst>
              <a:ext uri="{FF2B5EF4-FFF2-40B4-BE49-F238E27FC236}">
                <a16:creationId xmlns:a16="http://schemas.microsoft.com/office/drawing/2014/main" id="{274AEE6A-B44C-A447-B662-49F15E166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177" y="1712154"/>
            <a:ext cx="48006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Beware of overfitting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0" y="1521449"/>
            <a:ext cx="11314179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Don’t use more degrees than you need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Visualize your data first to see how complex of a curve there might really be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Visualize the fit – is your curve going out of its way to accommodate outliers?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high r-squared simply means your curve fits your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training data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well; but it may not be a good predictor.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Later we’ll talk about more principled ways to detect overfitting (train/test)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Overfitting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8F826D5-0711-CF49-A06A-E6CE9584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30" y="1298563"/>
            <a:ext cx="89408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Python coding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FDBDB8D-B6C6-5C47-B100-FF6962AC1F7F}"/>
              </a:ext>
            </a:extLst>
          </p:cNvPr>
          <p:cNvSpPr/>
          <p:nvPr/>
        </p:nvSpPr>
        <p:spPr>
          <a:xfrm>
            <a:off x="1828800" y="213884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3600" dirty="0">
                <a:latin typeface="Calibri" panose="020F0502020204030204" pitchFamily="34" charset="0"/>
              </a:rPr>
              <a:t>Let’s play with an example</a:t>
            </a:r>
          </a:p>
          <a:p>
            <a:r>
              <a:rPr lang="en-GB" sz="3600" dirty="0">
                <a:latin typeface="Calibri" panose="020F0502020204030204" pitchFamily="34" charset="0"/>
              </a:rPr>
              <a:t> </a:t>
            </a:r>
          </a:p>
          <a:p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numpy.polyfit</a:t>
            </a: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() makes it easy. </a:t>
            </a:r>
          </a:p>
        </p:txBody>
      </p: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B30174-13EE-4287-BAED-D66009C7399B}"/>
</file>

<file path=customXml/itemProps2.xml><?xml version="1.0" encoding="utf-8"?>
<ds:datastoreItem xmlns:ds="http://schemas.openxmlformats.org/officeDocument/2006/customXml" ds:itemID="{19E5878B-21DF-4AE6-B858-0CC097AA673A}"/>
</file>

<file path=customXml/itemProps3.xml><?xml version="1.0" encoding="utf-8"?>
<ds:datastoreItem xmlns:ds="http://schemas.openxmlformats.org/officeDocument/2006/customXml" ds:itemID="{4E872A4B-0413-41BB-BAB5-274A7147C18F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233</TotalTime>
  <Words>216</Words>
  <Application>Microsoft Macintosh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Why limit ourself to straight line</vt:lpstr>
      <vt:lpstr>Beware of overfitting</vt:lpstr>
      <vt:lpstr>Overfitting</vt:lpstr>
      <vt:lpstr>Python coding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49</cp:revision>
  <dcterms:created xsi:type="dcterms:W3CDTF">2021-07-24T10:34:01Z</dcterms:created>
  <dcterms:modified xsi:type="dcterms:W3CDTF">2021-12-10T14:28:23Z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