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3.xml" ContentType="application/vnd.openxmlformats-officedocument.theme+xml"/>
  <Override PartName="/ppt/slideLayouts/slideLayout6.xml" ContentType="application/vnd.openxmlformats-officedocument.presentationml.slideLayout+xml"/>
  <Override PartName="/ppt/theme/theme4.xml" ContentType="application/vnd.openxmlformats-officedocument.theme+xml"/>
  <Override PartName="/ppt/slideLayouts/slideLayout7.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4"/>
    <p:sldMasterId id="2147483651" r:id="rId5"/>
    <p:sldMasterId id="2147483653" r:id="rId6"/>
    <p:sldMasterId id="2147483656" r:id="rId7"/>
    <p:sldMasterId id="2147483658" r:id="rId8"/>
  </p:sldMasterIdLst>
  <p:notesMasterIdLst>
    <p:notesMasterId r:id="rId26"/>
  </p:notesMasterIdLst>
  <p:sldIdLst>
    <p:sldId id="261" r:id="rId9"/>
    <p:sldId id="257" r:id="rId10"/>
    <p:sldId id="265" r:id="rId11"/>
    <p:sldId id="306" r:id="rId12"/>
    <p:sldId id="311" r:id="rId13"/>
    <p:sldId id="313" r:id="rId14"/>
    <p:sldId id="314" r:id="rId15"/>
    <p:sldId id="323" r:id="rId16"/>
    <p:sldId id="315" r:id="rId17"/>
    <p:sldId id="324" r:id="rId18"/>
    <p:sldId id="318" r:id="rId19"/>
    <p:sldId id="319" r:id="rId20"/>
    <p:sldId id="320" r:id="rId21"/>
    <p:sldId id="321" r:id="rId22"/>
    <p:sldId id="322" r:id="rId23"/>
    <p:sldId id="325" r:id="rId24"/>
    <p:sldId id="326"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Tharindu" initials="T" lastIdx="2"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56768"/>
    <a:srgbClr val="0D3E63"/>
    <a:srgbClr val="942D6D"/>
    <a:srgbClr val="232C58"/>
    <a:srgbClr val="942F6D"/>
    <a:srgbClr val="6FC8F0"/>
    <a:srgbClr val="B0E1F7"/>
    <a:srgbClr val="71C5E8"/>
    <a:srgbClr val="093E62"/>
    <a:srgbClr val="1665A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940" autoAdjust="0"/>
    <p:restoredTop sz="73061" autoAdjust="0"/>
  </p:normalViewPr>
  <p:slideViewPr>
    <p:cSldViewPr snapToGrid="0">
      <p:cViewPr varScale="1">
        <p:scale>
          <a:sx n="41" d="100"/>
          <a:sy n="41" d="100"/>
        </p:scale>
        <p:origin x="944" y="20"/>
      </p:cViewPr>
      <p:guideLst/>
    </p:cSldViewPr>
  </p:slideViewPr>
  <p:outlineViewPr>
    <p:cViewPr>
      <p:scale>
        <a:sx n="33" d="100"/>
        <a:sy n="33" d="100"/>
      </p:scale>
      <p:origin x="0" y="0"/>
    </p:cViewPr>
  </p:outlineViewPr>
  <p:notesTextViewPr>
    <p:cViewPr>
      <p:scale>
        <a:sx n="3" d="2"/>
        <a:sy n="3" d="2"/>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Master" Target="slideMasters/slideMaster5.xml"/><Relationship Id="rId13" Type="http://schemas.openxmlformats.org/officeDocument/2006/relationships/slide" Target="slides/slide5.xml"/><Relationship Id="rId18" Type="http://schemas.openxmlformats.org/officeDocument/2006/relationships/slide" Target="slides/slide10.xml"/><Relationship Id="rId26"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slide" Target="slides/slide13.xml"/><Relationship Id="rId7" Type="http://schemas.openxmlformats.org/officeDocument/2006/relationships/slideMaster" Target="slideMasters/slideMaster4.xml"/><Relationship Id="rId12" Type="http://schemas.openxmlformats.org/officeDocument/2006/relationships/slide" Target="slides/slide4.xml"/><Relationship Id="rId17" Type="http://schemas.openxmlformats.org/officeDocument/2006/relationships/slide" Target="slides/slide9.xml"/><Relationship Id="rId25" Type="http://schemas.openxmlformats.org/officeDocument/2006/relationships/slide" Target="slides/slide17.xml"/><Relationship Id="rId2" Type="http://schemas.openxmlformats.org/officeDocument/2006/relationships/customXml" Target="../customXml/item2.xml"/><Relationship Id="rId16" Type="http://schemas.openxmlformats.org/officeDocument/2006/relationships/slide" Target="slides/slide8.xml"/><Relationship Id="rId20" Type="http://schemas.openxmlformats.org/officeDocument/2006/relationships/slide" Target="slides/slide12.xml"/><Relationship Id="rId29"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3.xml"/><Relationship Id="rId24" Type="http://schemas.openxmlformats.org/officeDocument/2006/relationships/slide" Target="slides/slide16.xml"/><Relationship Id="rId5" Type="http://schemas.openxmlformats.org/officeDocument/2006/relationships/slideMaster" Target="slideMasters/slideMaster2.xml"/><Relationship Id="rId15" Type="http://schemas.openxmlformats.org/officeDocument/2006/relationships/slide" Target="slides/slide7.xml"/><Relationship Id="rId23" Type="http://schemas.openxmlformats.org/officeDocument/2006/relationships/slide" Target="slides/slide15.xml"/><Relationship Id="rId28" Type="http://schemas.openxmlformats.org/officeDocument/2006/relationships/presProps" Target="presProps.xml"/><Relationship Id="rId10" Type="http://schemas.openxmlformats.org/officeDocument/2006/relationships/slide" Target="slides/slide2.xml"/><Relationship Id="rId19" Type="http://schemas.openxmlformats.org/officeDocument/2006/relationships/slide" Target="slides/slide11.xml"/><Relationship Id="rId31"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1.xml"/><Relationship Id="rId14" Type="http://schemas.openxmlformats.org/officeDocument/2006/relationships/slide" Target="slides/slide6.xml"/><Relationship Id="rId22" Type="http://schemas.openxmlformats.org/officeDocument/2006/relationships/slide" Target="slides/slide14.xml"/><Relationship Id="rId27" Type="http://schemas.openxmlformats.org/officeDocument/2006/relationships/commentAuthors" Target="commentAuthors.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19218DF-9495-47FB-843C-0D1FCB3E09C9}" type="datetimeFigureOut">
              <a:rPr lang="en-US" smtClean="0"/>
              <a:t>1/30/2026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FACCC11-19A3-4E27-AB70-5FB3E1779C6E}" type="slidenum">
              <a:rPr lang="en-US" smtClean="0"/>
              <a:t>‹#›</a:t>
            </a:fld>
            <a:endParaRPr lang="en-US" dirty="0"/>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1FACCC11-19A3-4E27-AB70-5FB3E1779C6E}" type="slidenum">
              <a:rPr lang="en-US" smtClean="0"/>
              <a:t>8</a:t>
            </a:fld>
            <a:endParaRPr 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FACCC11-19A3-4E27-AB70-5FB3E1779C6E}" type="slidenum">
              <a:rPr lang="en-US" smtClean="0"/>
              <a:t>13</a:t>
            </a:fld>
            <a:endParaRPr lang="en-US"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13.png"/><Relationship Id="rId2" Type="http://schemas.openxmlformats.org/officeDocument/2006/relationships/image" Target="../media/image9.png"/><Relationship Id="rId1" Type="http://schemas.openxmlformats.org/officeDocument/2006/relationships/slideMaster" Target="../slideMasters/slideMaster5.xml"/><Relationship Id="rId6" Type="http://schemas.openxmlformats.org/officeDocument/2006/relationships/image" Target="../media/image12.svg"/><Relationship Id="rId5" Type="http://schemas.openxmlformats.org/officeDocument/2006/relationships/image" Target="../media/image6.png"/><Relationship Id="rId4" Type="http://schemas.openxmlformats.org/officeDocument/2006/relationships/image" Target="../media/image11.sv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Light blue-Title">
    <p:spTree>
      <p:nvGrpSpPr>
        <p:cNvPr id="1" name=""/>
        <p:cNvGrpSpPr/>
        <p:nvPr/>
      </p:nvGrpSpPr>
      <p:grpSpPr>
        <a:xfrm>
          <a:off x="0" y="0"/>
          <a:ext cx="0" cy="0"/>
          <a:chOff x="0" y="0"/>
          <a:chExt cx="0" cy="0"/>
        </a:xfrm>
      </p:grpSpPr>
      <p:sp>
        <p:nvSpPr>
          <p:cNvPr id="4" name="Title 3"/>
          <p:cNvSpPr>
            <a:spLocks noGrp="1"/>
          </p:cNvSpPr>
          <p:nvPr>
            <p:ph type="title" hasCustomPrompt="1"/>
          </p:nvPr>
        </p:nvSpPr>
        <p:spPr>
          <a:xfrm>
            <a:off x="838200" y="3136307"/>
            <a:ext cx="10515600" cy="1186075"/>
          </a:xfrm>
          <a:prstGeom prst="rect">
            <a:avLst/>
          </a:prstGeom>
        </p:spPr>
        <p:txBody>
          <a:bodyPr anchor="b"/>
          <a:lstStyle>
            <a:lvl1pPr algn="ctr">
              <a:lnSpc>
                <a:spcPts val="4500"/>
              </a:lnSpc>
              <a:defRPr sz="5200" b="1" cap="all" spc="-50" baseline="0">
                <a:solidFill>
                  <a:schemeClr val="bg1"/>
                </a:solidFill>
                <a:latin typeface="+mn-lt"/>
              </a:defRPr>
            </a:lvl1pPr>
          </a:lstStyle>
          <a:p>
            <a:r>
              <a:rPr lang="en-US" dirty="0"/>
              <a:t>Click to edit title  </a:t>
            </a:r>
            <a:endParaRPr lang="en-GB" dirty="0"/>
          </a:p>
        </p:txBody>
      </p:sp>
      <p:sp>
        <p:nvSpPr>
          <p:cNvPr id="5" name="Text Placeholder 5"/>
          <p:cNvSpPr>
            <a:spLocks noGrp="1"/>
          </p:cNvSpPr>
          <p:nvPr>
            <p:ph type="body" sz="quarter" idx="10"/>
          </p:nvPr>
        </p:nvSpPr>
        <p:spPr>
          <a:xfrm>
            <a:off x="838200" y="4495085"/>
            <a:ext cx="10515600" cy="1290414"/>
          </a:xfrm>
          <a:prstGeom prst="rect">
            <a:avLst/>
          </a:prstGeom>
        </p:spPr>
        <p:txBody>
          <a:bodyPr/>
          <a:lstStyle>
            <a:lvl1pPr marL="0" indent="0" algn="ctr">
              <a:buNone/>
              <a:defRPr sz="2800" spc="-50" baseline="0">
                <a:solidFill>
                  <a:schemeClr val="bg1"/>
                </a:solidFill>
              </a:defRPr>
            </a:lvl1pPr>
          </a:lstStyle>
          <a:p>
            <a:pPr lvl="0"/>
            <a:r>
              <a:rPr lang="en-GB"/>
              <a:t>Click to edit Master text styles</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FDE934FF-F4E1-47C5-9CA5-30A81DDE2BE4}" type="datetimeFigureOut">
              <a:rPr lang="en-US" smtClean="0"/>
              <a:t>1/30/2026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3561BA9-CDCF-4958-B8AB-66F3BF063E13}"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Pearson slide with title">
    <p:spTree>
      <p:nvGrpSpPr>
        <p:cNvPr id="1" name=""/>
        <p:cNvGrpSpPr/>
        <p:nvPr/>
      </p:nvGrpSpPr>
      <p:grpSpPr>
        <a:xfrm>
          <a:off x="0" y="0"/>
          <a:ext cx="0" cy="0"/>
          <a:chOff x="0" y="0"/>
          <a:chExt cx="0" cy="0"/>
        </a:xfrm>
      </p:grpSpPr>
      <p:sp>
        <p:nvSpPr>
          <p:cNvPr id="4" name="Title 3"/>
          <p:cNvSpPr>
            <a:spLocks noGrp="1"/>
          </p:cNvSpPr>
          <p:nvPr>
            <p:ph type="title" hasCustomPrompt="1"/>
          </p:nvPr>
        </p:nvSpPr>
        <p:spPr>
          <a:xfrm>
            <a:off x="838200" y="3136307"/>
            <a:ext cx="10515600" cy="1186075"/>
          </a:xfrm>
          <a:prstGeom prst="rect">
            <a:avLst/>
          </a:prstGeom>
        </p:spPr>
        <p:txBody>
          <a:bodyPr anchor="b"/>
          <a:lstStyle>
            <a:lvl1pPr algn="ctr">
              <a:lnSpc>
                <a:spcPts val="4500"/>
              </a:lnSpc>
              <a:defRPr sz="5200" b="1" cap="all" spc="-50" baseline="0">
                <a:solidFill>
                  <a:srgbClr val="942F6D"/>
                </a:solidFill>
                <a:latin typeface="+mn-lt"/>
              </a:defRPr>
            </a:lvl1pPr>
          </a:lstStyle>
          <a:p>
            <a:r>
              <a:rPr lang="en-US" dirty="0"/>
              <a:t>Click to edit title </a:t>
            </a:r>
            <a:endParaRPr lang="en-GB" dirty="0"/>
          </a:p>
        </p:txBody>
      </p:sp>
      <p:sp>
        <p:nvSpPr>
          <p:cNvPr id="6" name="Text Placeholder 5"/>
          <p:cNvSpPr>
            <a:spLocks noGrp="1"/>
          </p:cNvSpPr>
          <p:nvPr>
            <p:ph type="body" sz="quarter" idx="10"/>
          </p:nvPr>
        </p:nvSpPr>
        <p:spPr>
          <a:xfrm>
            <a:off x="838200" y="4495084"/>
            <a:ext cx="10515600" cy="1820257"/>
          </a:xfrm>
          <a:prstGeom prst="rect">
            <a:avLst/>
          </a:prstGeom>
        </p:spPr>
        <p:txBody>
          <a:bodyPr/>
          <a:lstStyle>
            <a:lvl1pPr marL="0" indent="0" algn="ctr">
              <a:buNone/>
              <a:defRPr sz="2800" spc="-50" baseline="0">
                <a:solidFill>
                  <a:srgbClr val="656768"/>
                </a:solidFill>
              </a:defRPr>
            </a:lvl1pPr>
          </a:lstStyle>
          <a:p>
            <a:pPr lvl="0"/>
            <a:r>
              <a:rPr lang="en-US" dirty="0"/>
              <a:t>Edit Master text styles</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Light blue-slide with content">
    <p:spTree>
      <p:nvGrpSpPr>
        <p:cNvPr id="1" name=""/>
        <p:cNvGrpSpPr/>
        <p:nvPr/>
      </p:nvGrpSpPr>
      <p:grpSpPr>
        <a:xfrm>
          <a:off x="0" y="0"/>
          <a:ext cx="0" cy="0"/>
          <a:chOff x="0" y="0"/>
          <a:chExt cx="0" cy="0"/>
        </a:xfrm>
      </p:grpSpPr>
      <p:sp>
        <p:nvSpPr>
          <p:cNvPr id="4" name="Title Placeholder 1"/>
          <p:cNvSpPr>
            <a:spLocks noGrp="1"/>
          </p:cNvSpPr>
          <p:nvPr>
            <p:ph type="title" hasCustomPrompt="1"/>
          </p:nvPr>
        </p:nvSpPr>
        <p:spPr>
          <a:xfrm>
            <a:off x="601791" y="555478"/>
            <a:ext cx="9097686" cy="1068223"/>
          </a:xfrm>
          <a:prstGeom prst="rect">
            <a:avLst/>
          </a:prstGeom>
        </p:spPr>
        <p:txBody>
          <a:bodyPr vert="horz" lIns="91440" tIns="45720" rIns="91440" bIns="45720" rtlCol="0" anchor="t">
            <a:normAutofit/>
          </a:bodyPr>
          <a:lstStyle>
            <a:lvl1pPr>
              <a:defRPr>
                <a:solidFill>
                  <a:srgbClr val="942F6D"/>
                </a:solidFill>
              </a:defRPr>
            </a:lvl1pPr>
          </a:lstStyle>
          <a:p>
            <a:r>
              <a:rPr lang="en-US" dirty="0"/>
              <a:t>Click to edit title </a:t>
            </a:r>
            <a:endParaRPr lang="en-GB" dirty="0"/>
          </a:p>
        </p:txBody>
      </p:sp>
      <p:sp>
        <p:nvSpPr>
          <p:cNvPr id="9" name="Text Placeholder 8"/>
          <p:cNvSpPr>
            <a:spLocks noGrp="1"/>
          </p:cNvSpPr>
          <p:nvPr>
            <p:ph type="body" sz="quarter" idx="10" hasCustomPrompt="1"/>
          </p:nvPr>
        </p:nvSpPr>
        <p:spPr>
          <a:xfrm>
            <a:off x="601791" y="1811976"/>
            <a:ext cx="10994852" cy="4033348"/>
          </a:xfrm>
          <a:prstGeom prst="rect">
            <a:avLst/>
          </a:prstGeom>
        </p:spPr>
        <p:txBody>
          <a:bodyPr/>
          <a:lstStyle>
            <a:lvl1pPr>
              <a:buClr>
                <a:srgbClr val="942F6D"/>
              </a:buClr>
              <a:defRPr baseline="0">
                <a:solidFill>
                  <a:srgbClr val="656768"/>
                </a:solidFill>
              </a:defRPr>
            </a:lvl1pPr>
            <a:lvl2pPr>
              <a:buClr>
                <a:srgbClr val="942F6D"/>
              </a:buClr>
              <a:defRPr>
                <a:solidFill>
                  <a:srgbClr val="656768"/>
                </a:solidFill>
              </a:defRPr>
            </a:lvl2pPr>
            <a:lvl3pPr>
              <a:buClr>
                <a:srgbClr val="942F6D"/>
              </a:buClr>
              <a:defRPr>
                <a:solidFill>
                  <a:srgbClr val="656768"/>
                </a:solidFill>
              </a:defRPr>
            </a:lvl3pPr>
            <a:lvl4pPr>
              <a:buClr>
                <a:srgbClr val="942F6D"/>
              </a:buClr>
              <a:defRPr>
                <a:solidFill>
                  <a:srgbClr val="656768"/>
                </a:solidFill>
              </a:defRPr>
            </a:lvl4pPr>
            <a:lvl5pPr>
              <a:buClr>
                <a:srgbClr val="942F6D"/>
              </a:buClr>
              <a:defRPr>
                <a:solidFill>
                  <a:srgbClr val="656768"/>
                </a:solidFill>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ntent with picture">
    <p:spTree>
      <p:nvGrpSpPr>
        <p:cNvPr id="1" name=""/>
        <p:cNvGrpSpPr/>
        <p:nvPr/>
      </p:nvGrpSpPr>
      <p:grpSpPr>
        <a:xfrm>
          <a:off x="0" y="0"/>
          <a:ext cx="0" cy="0"/>
          <a:chOff x="0" y="0"/>
          <a:chExt cx="0" cy="0"/>
        </a:xfrm>
      </p:grpSpPr>
      <p:sp>
        <p:nvSpPr>
          <p:cNvPr id="3" name="Picture Placeholder 2"/>
          <p:cNvSpPr>
            <a:spLocks noGrp="1"/>
          </p:cNvSpPr>
          <p:nvPr>
            <p:ph type="pic" sz="quarter" idx="10" hasCustomPrompt="1"/>
          </p:nvPr>
        </p:nvSpPr>
        <p:spPr>
          <a:xfrm>
            <a:off x="6281159" y="0"/>
            <a:ext cx="5910840" cy="6858000"/>
          </a:xfrm>
          <a:prstGeom prst="rect">
            <a:avLst/>
          </a:prstGeom>
        </p:spPr>
        <p:txBody>
          <a:bodyPr anchor="ctr">
            <a:normAutofit/>
          </a:bodyPr>
          <a:lstStyle>
            <a:lvl1pPr marL="0" indent="0" algn="ctr">
              <a:lnSpc>
                <a:spcPct val="150000"/>
              </a:lnSpc>
              <a:buNone/>
              <a:defRPr sz="2800" baseline="0"/>
            </a:lvl1pPr>
          </a:lstStyle>
          <a:p>
            <a:r>
              <a:rPr lang="en-GB" dirty="0"/>
              <a:t>Click to add picture </a:t>
            </a:r>
          </a:p>
        </p:txBody>
      </p:sp>
      <p:sp>
        <p:nvSpPr>
          <p:cNvPr id="8" name="Title Placeholder 1"/>
          <p:cNvSpPr>
            <a:spLocks noGrp="1"/>
          </p:cNvSpPr>
          <p:nvPr>
            <p:ph type="title" hasCustomPrompt="1"/>
          </p:nvPr>
        </p:nvSpPr>
        <p:spPr>
          <a:xfrm>
            <a:off x="601791" y="555478"/>
            <a:ext cx="5491361" cy="1068223"/>
          </a:xfrm>
          <a:prstGeom prst="rect">
            <a:avLst/>
          </a:prstGeom>
        </p:spPr>
        <p:txBody>
          <a:bodyPr vert="horz" lIns="91440" tIns="45720" rIns="91440" bIns="45720" rtlCol="0" anchor="t">
            <a:normAutofit/>
          </a:bodyPr>
          <a:lstStyle>
            <a:lvl1pPr>
              <a:defRPr>
                <a:solidFill>
                  <a:srgbClr val="942F6D"/>
                </a:solidFill>
              </a:defRPr>
            </a:lvl1pPr>
          </a:lstStyle>
          <a:p>
            <a:r>
              <a:rPr lang="en-US" dirty="0"/>
              <a:t>Click to edit title</a:t>
            </a:r>
            <a:endParaRPr lang="en-GB" dirty="0"/>
          </a:p>
        </p:txBody>
      </p:sp>
      <p:sp>
        <p:nvSpPr>
          <p:cNvPr id="4" name="Text Placeholder 3"/>
          <p:cNvSpPr>
            <a:spLocks noGrp="1"/>
          </p:cNvSpPr>
          <p:nvPr>
            <p:ph type="body" sz="quarter" idx="11" hasCustomPrompt="1"/>
          </p:nvPr>
        </p:nvSpPr>
        <p:spPr>
          <a:xfrm>
            <a:off x="601791" y="1760537"/>
            <a:ext cx="5491361" cy="3845503"/>
          </a:xfrm>
          <a:prstGeom prst="rect">
            <a:avLst/>
          </a:prstGeom>
        </p:spPr>
        <p:txBody>
          <a:bodyPr/>
          <a:lstStyle>
            <a:lvl1pPr marL="0" indent="0">
              <a:buClr>
                <a:srgbClr val="6FC8F0"/>
              </a:buClr>
              <a:buNone/>
              <a:defRPr baseline="0">
                <a:solidFill>
                  <a:srgbClr val="656768"/>
                </a:solidFill>
              </a:defRPr>
            </a:lvl1pPr>
            <a:lvl2pPr marL="457200" indent="0">
              <a:buClr>
                <a:srgbClr val="6FC8F0"/>
              </a:buClr>
              <a:buNone/>
              <a:defRPr>
                <a:solidFill>
                  <a:srgbClr val="656768"/>
                </a:solidFill>
              </a:defRPr>
            </a:lvl2pPr>
            <a:lvl3pPr marL="914400" indent="0">
              <a:buClr>
                <a:srgbClr val="6FC8F0"/>
              </a:buClr>
              <a:buNone/>
              <a:defRPr>
                <a:solidFill>
                  <a:srgbClr val="656768"/>
                </a:solidFill>
              </a:defRPr>
            </a:lvl3pPr>
            <a:lvl4pPr marL="1371600" indent="0">
              <a:buClr>
                <a:srgbClr val="6FC8F0"/>
              </a:buClr>
              <a:buNone/>
              <a:defRPr>
                <a:solidFill>
                  <a:srgbClr val="656768"/>
                </a:solidFill>
              </a:defRPr>
            </a:lvl4pPr>
            <a:lvl5pPr marL="1828800" indent="0">
              <a:buClr>
                <a:srgbClr val="6FC8F0"/>
              </a:buClr>
              <a:buNone/>
              <a:defRPr>
                <a:solidFill>
                  <a:srgbClr val="656768"/>
                </a:solidFill>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pic>
        <p:nvPicPr>
          <p:cNvPr id="6" name="Picture 5" descr="A picture containing text, clipart&#10;&#10;Description automatically generated"/>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779233" y="927488"/>
            <a:ext cx="2495310" cy="1152049"/>
          </a:xfrm>
          <a:prstGeom prst="rect">
            <a:avLst/>
          </a:prstGeom>
        </p:spPr>
      </p:pic>
      <p:pic>
        <p:nvPicPr>
          <p:cNvPr id="14" name="Graphic 13"/>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2169667" y="1033477"/>
            <a:ext cx="3314700" cy="723931"/>
          </a:xfrm>
          <a:prstGeom prst="rect">
            <a:avLst/>
          </a:prstGeom>
        </p:spPr>
      </p:pic>
      <p:sp>
        <p:nvSpPr>
          <p:cNvPr id="2" name="Isosceles Triangle 1"/>
          <p:cNvSpPr/>
          <p:nvPr userDrawn="1"/>
        </p:nvSpPr>
        <p:spPr>
          <a:xfrm rot="5400000">
            <a:off x="1747328" y="5566954"/>
            <a:ext cx="155700" cy="99889"/>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665">
              <a:ln>
                <a:noFill/>
              </a:ln>
            </a:endParaRPr>
          </a:p>
        </p:txBody>
      </p:sp>
      <p:pic>
        <p:nvPicPr>
          <p:cNvPr id="3" name="Graphic 2"/>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2013106" y="5538064"/>
            <a:ext cx="1371600" cy="180983"/>
          </a:xfrm>
          <a:prstGeom prst="rect">
            <a:avLst/>
          </a:prstGeom>
        </p:spPr>
      </p:pic>
      <p:pic>
        <p:nvPicPr>
          <p:cNvPr id="5" name="Picture 4"/>
          <p:cNvPicPr>
            <a:picLocks noChangeAspect="1"/>
          </p:cNvPicPr>
          <p:nvPr userDrawn="1"/>
        </p:nvPicPr>
        <p:blipFill>
          <a:blip r:embed="rId7" cstate="print">
            <a:extLst>
              <a:ext uri="{28A0092B-C50C-407E-A947-70E740481C1C}">
                <a14:useLocalDpi xmlns:a14="http://schemas.microsoft.com/office/drawing/2010/main" val="0"/>
              </a:ext>
            </a:extLst>
          </a:blip>
          <a:srcRect/>
          <a:stretch>
            <a:fillRect/>
          </a:stretch>
        </p:blipFill>
        <p:spPr>
          <a:xfrm>
            <a:off x="8856512" y="5065192"/>
            <a:ext cx="1451310" cy="433375"/>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3.jpeg"/><Relationship Id="rId7" Type="http://schemas.openxmlformats.org/officeDocument/2006/relationships/image" Target="../media/image7.svg"/><Relationship Id="rId2" Type="http://schemas.openxmlformats.org/officeDocument/2006/relationships/theme" Target="../theme/theme2.xml"/><Relationship Id="rId1" Type="http://schemas.openxmlformats.org/officeDocument/2006/relationships/slideLayout" Target="../slideLayouts/slideLayout3.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Masters/_rels/slideMaster3.xml.rels><?xml version="1.0" encoding="UTF-8" standalone="yes"?>
<Relationships xmlns="http://schemas.openxmlformats.org/package/2006/relationships"><Relationship Id="rId3" Type="http://schemas.openxmlformats.org/officeDocument/2006/relationships/theme" Target="../theme/theme3.xml"/><Relationship Id="rId7" Type="http://schemas.openxmlformats.org/officeDocument/2006/relationships/image" Target="../media/image7.svg"/><Relationship Id="rId2" Type="http://schemas.openxmlformats.org/officeDocument/2006/relationships/slideLayout" Target="../slideLayouts/slideLayout5.xml"/><Relationship Id="rId1" Type="http://schemas.openxmlformats.org/officeDocument/2006/relationships/slideLayout" Target="../slideLayouts/slideLayout4.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Masters/_rels/slideMaster4.xml.rels><?xml version="1.0" encoding="UTF-8" standalone="yes"?>
<Relationships xmlns="http://schemas.openxmlformats.org/package/2006/relationships"><Relationship Id="rId3" Type="http://schemas.openxmlformats.org/officeDocument/2006/relationships/image" Target="../media/image3.jpeg"/><Relationship Id="rId7" Type="http://schemas.openxmlformats.org/officeDocument/2006/relationships/image" Target="../media/image7.svg"/><Relationship Id="rId2" Type="http://schemas.openxmlformats.org/officeDocument/2006/relationships/theme" Target="../theme/theme4.xml"/><Relationship Id="rId1" Type="http://schemas.openxmlformats.org/officeDocument/2006/relationships/slideLayout" Target="../slideLayouts/slideLayout6.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Masters/_rels/slideMaster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theme" Target="../theme/theme5.xml"/><Relationship Id="rId1"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ctangle 6"/>
          <p:cNvSpPr/>
          <p:nvPr userDrawn="1"/>
        </p:nvSpPr>
        <p:spPr>
          <a:xfrm>
            <a:off x="0" y="0"/>
            <a:ext cx="12192000" cy="6858000"/>
          </a:xfrm>
          <a:prstGeom prst="rect">
            <a:avLst/>
          </a:prstGeom>
          <a:solidFill>
            <a:srgbClr val="942F6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rgbClr val="6FC8F0"/>
              </a:solidFill>
            </a:endParaRPr>
          </a:p>
        </p:txBody>
      </p:sp>
      <p:pic>
        <p:nvPicPr>
          <p:cNvPr id="2" name="Picture 1" descr="A picture containing text, clipart&#10;&#10;Description automatically generated"/>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9738091" y="651936"/>
            <a:ext cx="1835181" cy="847242"/>
          </a:xfrm>
          <a:prstGeom prst="rect">
            <a:avLst/>
          </a:prstGeom>
        </p:spPr>
      </p:pic>
      <p:pic>
        <p:nvPicPr>
          <p:cNvPr id="4" name="Picture 3"/>
          <p:cNvPicPr>
            <a:picLocks noChangeAspect="1"/>
          </p:cNvPicPr>
          <p:nvPr userDrawn="1"/>
        </p:nvPicPr>
        <p:blipFill>
          <a:blip r:embed="rId5" cstate="print">
            <a:extLst>
              <a:ext uri="{28A0092B-C50C-407E-A947-70E740481C1C}">
                <a14:useLocalDpi xmlns:a14="http://schemas.microsoft.com/office/drawing/2010/main" val="0"/>
              </a:ext>
            </a:extLst>
          </a:blip>
          <a:srcRect/>
          <a:stretch>
            <a:fillRect/>
          </a:stretch>
        </p:blipFill>
        <p:spPr>
          <a:xfrm>
            <a:off x="10122171" y="5895580"/>
            <a:ext cx="1451310" cy="433357"/>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4" name="Picture 3"/>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2043113" y="3228975"/>
            <a:ext cx="8105775" cy="3629025"/>
          </a:xfrm>
          <a:prstGeom prst="rect">
            <a:avLst/>
          </a:prstGeom>
        </p:spPr>
      </p:pic>
      <p:pic>
        <p:nvPicPr>
          <p:cNvPr id="3" name="Picture 2" descr="A picture containing text, sign, clipart&#10;&#10;Description automatically generated"/>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0017063" y="677074"/>
            <a:ext cx="1559570" cy="720000"/>
          </a:xfrm>
          <a:prstGeom prst="rect">
            <a:avLst/>
          </a:prstGeom>
        </p:spPr>
      </p:pic>
      <p:pic>
        <p:nvPicPr>
          <p:cNvPr id="9" name="Picture 8"/>
          <p:cNvPicPr>
            <a:picLocks noChangeAspect="1"/>
          </p:cNvPicPr>
          <p:nvPr userDrawn="1"/>
        </p:nvPicPr>
        <p:blipFill>
          <a:blip r:embed="rId5" cstate="print">
            <a:extLst>
              <a:ext uri="{28A0092B-C50C-407E-A947-70E740481C1C}">
                <a14:useLocalDpi xmlns:a14="http://schemas.microsoft.com/office/drawing/2010/main" val="0"/>
              </a:ext>
            </a:extLst>
          </a:blip>
          <a:srcRect/>
          <a:stretch>
            <a:fillRect/>
          </a:stretch>
        </p:blipFill>
        <p:spPr>
          <a:xfrm>
            <a:off x="10248624" y="5611775"/>
            <a:ext cx="1328009" cy="396539"/>
          </a:xfrm>
          <a:prstGeom prst="rect">
            <a:avLst/>
          </a:prstGeom>
        </p:spPr>
      </p:pic>
      <p:sp>
        <p:nvSpPr>
          <p:cNvPr id="5" name="Rectangle 4"/>
          <p:cNvSpPr/>
          <p:nvPr userDrawn="1"/>
        </p:nvSpPr>
        <p:spPr>
          <a:xfrm>
            <a:off x="0" y="6502400"/>
            <a:ext cx="12192000" cy="355600"/>
          </a:xfrm>
          <a:prstGeom prst="rect">
            <a:avLst/>
          </a:prstGeom>
          <a:solidFill>
            <a:srgbClr val="942F6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6" name="Graphic 5"/>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10535747" y="6603728"/>
            <a:ext cx="1371600" cy="180975"/>
          </a:xfrm>
          <a:prstGeom prst="rect">
            <a:avLst/>
          </a:prstGeom>
        </p:spPr>
      </p:pic>
      <p:sp>
        <p:nvSpPr>
          <p:cNvPr id="8" name="Isosceles Triangle 7"/>
          <p:cNvSpPr/>
          <p:nvPr userDrawn="1"/>
        </p:nvSpPr>
        <p:spPr>
          <a:xfrm rot="5400000">
            <a:off x="10297085" y="6626156"/>
            <a:ext cx="144000" cy="108000"/>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ln>
                <a:noFill/>
              </a:ln>
              <a:noFill/>
            </a:endParaRPr>
          </a:p>
        </p:txBody>
      </p:sp>
    </p:spTree>
  </p:cSld>
  <p:clrMap bg1="lt1" tx1="dk1" bg2="lt2" tx2="dk2" accent1="accent1" accent2="accent2" accent3="accent3" accent4="accent4" accent5="accent5" accent6="accent6" hlink="hlink" folHlink="folHlink"/>
  <p:sldLayoutIdLst>
    <p:sldLayoutId id="2147483652"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3" name="Picture 2" descr="A picture containing text, sign, clipart&#10;&#10;Description automatically generated"/>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0017063" y="677074"/>
            <a:ext cx="1559570" cy="720000"/>
          </a:xfrm>
          <a:prstGeom prst="rect">
            <a:avLst/>
          </a:prstGeom>
        </p:spPr>
      </p:pic>
      <p:pic>
        <p:nvPicPr>
          <p:cNvPr id="9" name="Picture 8"/>
          <p:cNvPicPr>
            <a:picLocks noChangeAspect="1"/>
          </p:cNvPicPr>
          <p:nvPr userDrawn="1"/>
        </p:nvPicPr>
        <p:blipFill>
          <a:blip r:embed="rId5" cstate="print">
            <a:extLst>
              <a:ext uri="{28A0092B-C50C-407E-A947-70E740481C1C}">
                <a14:useLocalDpi xmlns:a14="http://schemas.microsoft.com/office/drawing/2010/main" val="0"/>
              </a:ext>
            </a:extLst>
          </a:blip>
          <a:srcRect/>
          <a:stretch>
            <a:fillRect/>
          </a:stretch>
        </p:blipFill>
        <p:spPr>
          <a:xfrm>
            <a:off x="10248624" y="5611775"/>
            <a:ext cx="1328009" cy="396539"/>
          </a:xfrm>
          <a:prstGeom prst="rect">
            <a:avLst/>
          </a:prstGeom>
        </p:spPr>
      </p:pic>
      <p:sp>
        <p:nvSpPr>
          <p:cNvPr id="4" name="Rectangle 4"/>
          <p:cNvSpPr/>
          <p:nvPr userDrawn="1"/>
        </p:nvSpPr>
        <p:spPr>
          <a:xfrm>
            <a:off x="0" y="6502400"/>
            <a:ext cx="12192000" cy="355600"/>
          </a:xfrm>
          <a:prstGeom prst="rect">
            <a:avLst/>
          </a:prstGeom>
          <a:solidFill>
            <a:srgbClr val="942F6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6" name="Graphic 5"/>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10535747" y="6603728"/>
            <a:ext cx="1371600" cy="180975"/>
          </a:xfrm>
          <a:prstGeom prst="rect">
            <a:avLst/>
          </a:prstGeom>
        </p:spPr>
      </p:pic>
      <p:sp>
        <p:nvSpPr>
          <p:cNvPr id="8" name="Isosceles Triangle 7"/>
          <p:cNvSpPr/>
          <p:nvPr userDrawn="1"/>
        </p:nvSpPr>
        <p:spPr>
          <a:xfrm rot="5400000">
            <a:off x="10297085" y="6626156"/>
            <a:ext cx="144000" cy="108000"/>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ln>
                <a:noFill/>
              </a:ln>
              <a:noFill/>
            </a:endParaRPr>
          </a:p>
        </p:txBody>
      </p:sp>
    </p:spTree>
  </p:cSld>
  <p:clrMap bg1="lt1" tx1="dk1" bg2="lt2" tx2="dk2" accent1="accent1" accent2="accent2" accent3="accent3" accent4="accent4" accent5="accent5" accent6="accent6" hlink="hlink" folHlink="folHlink"/>
  <p:sldLayoutIdLst>
    <p:sldLayoutId id="2147483654" r:id="rId1"/>
    <p:sldLayoutId id="2147483655" r:id="rId2"/>
  </p:sldLayoutIdLst>
  <p:txStyles>
    <p:titleStyle>
      <a:lvl1pPr algn="l" defTabSz="914400" rtl="0" eaLnBrk="1" latinLnBrk="0" hangingPunct="1">
        <a:lnSpc>
          <a:spcPts val="3200"/>
        </a:lnSpc>
        <a:spcBef>
          <a:spcPct val="0"/>
        </a:spcBef>
        <a:buNone/>
        <a:defRPr sz="4200" b="1" kern="1200" cap="all" spc="-50" baseline="0">
          <a:solidFill>
            <a:srgbClr val="942F6D"/>
          </a:solidFill>
          <a:latin typeface="+mn-lt"/>
          <a:ea typeface="+mj-ea"/>
          <a:cs typeface="+mj-cs"/>
        </a:defRPr>
      </a:lvl1pPr>
    </p:titleStyle>
    <p:bodyStyle>
      <a:lvl1pPr marL="228600" indent="-228600" algn="l" defTabSz="914400" rtl="0" eaLnBrk="1" latinLnBrk="0" hangingPunct="1">
        <a:lnSpc>
          <a:spcPct val="90000"/>
        </a:lnSpc>
        <a:spcBef>
          <a:spcPts val="1000"/>
        </a:spcBef>
        <a:buClr>
          <a:srgbClr val="942F6D"/>
        </a:buClr>
        <a:buFont typeface="Arial" panose="020B0604020202020204" pitchFamily="34" charset="0"/>
        <a:buChar char="•"/>
        <a:defRPr sz="2800" kern="1200">
          <a:solidFill>
            <a:srgbClr val="0D3E63"/>
          </a:solidFill>
          <a:latin typeface="+mn-lt"/>
          <a:ea typeface="+mn-ea"/>
          <a:cs typeface="+mn-cs"/>
        </a:defRPr>
      </a:lvl1pPr>
      <a:lvl2pPr marL="685800" indent="-228600" algn="l" defTabSz="914400" rtl="0" eaLnBrk="1" latinLnBrk="0" hangingPunct="1">
        <a:lnSpc>
          <a:spcPct val="90000"/>
        </a:lnSpc>
        <a:spcBef>
          <a:spcPts val="500"/>
        </a:spcBef>
        <a:buClr>
          <a:srgbClr val="942F6D"/>
        </a:buClr>
        <a:buFont typeface="Arial" panose="020B0604020202020204" pitchFamily="34" charset="0"/>
        <a:buChar char="•"/>
        <a:defRPr sz="2400" kern="1200">
          <a:solidFill>
            <a:srgbClr val="0D3E63"/>
          </a:solidFill>
          <a:latin typeface="+mn-lt"/>
          <a:ea typeface="+mn-ea"/>
          <a:cs typeface="+mn-cs"/>
        </a:defRPr>
      </a:lvl2pPr>
      <a:lvl3pPr marL="1143000" indent="-228600" algn="l" defTabSz="914400" rtl="0" eaLnBrk="1" latinLnBrk="0" hangingPunct="1">
        <a:lnSpc>
          <a:spcPct val="90000"/>
        </a:lnSpc>
        <a:spcBef>
          <a:spcPts val="500"/>
        </a:spcBef>
        <a:buClr>
          <a:srgbClr val="942F6D"/>
        </a:buClr>
        <a:buFont typeface="Arial" panose="020B0604020202020204" pitchFamily="34" charset="0"/>
        <a:buChar char="•"/>
        <a:defRPr sz="2000" kern="1200">
          <a:solidFill>
            <a:srgbClr val="0D3E63"/>
          </a:solidFill>
          <a:latin typeface="+mn-lt"/>
          <a:ea typeface="+mn-ea"/>
          <a:cs typeface="+mn-cs"/>
        </a:defRPr>
      </a:lvl3pPr>
      <a:lvl4pPr marL="1600200" indent="-228600" algn="l" defTabSz="914400" rtl="0" eaLnBrk="1" latinLnBrk="0" hangingPunct="1">
        <a:lnSpc>
          <a:spcPct val="90000"/>
        </a:lnSpc>
        <a:spcBef>
          <a:spcPts val="500"/>
        </a:spcBef>
        <a:buClr>
          <a:srgbClr val="942F6D"/>
        </a:buClr>
        <a:buFont typeface="Arial" panose="020B0604020202020204" pitchFamily="34" charset="0"/>
        <a:buChar char="•"/>
        <a:defRPr sz="1800" kern="1200">
          <a:solidFill>
            <a:srgbClr val="0D3E63"/>
          </a:solidFill>
          <a:latin typeface="+mn-lt"/>
          <a:ea typeface="+mn-ea"/>
          <a:cs typeface="+mn-cs"/>
        </a:defRPr>
      </a:lvl4pPr>
      <a:lvl5pPr marL="2057400" indent="-228600" algn="l" defTabSz="914400" rtl="0" eaLnBrk="1" latinLnBrk="0" hangingPunct="1">
        <a:lnSpc>
          <a:spcPct val="90000"/>
        </a:lnSpc>
        <a:spcBef>
          <a:spcPts val="500"/>
        </a:spcBef>
        <a:buClr>
          <a:srgbClr val="942F6D"/>
        </a:buClr>
        <a:buFont typeface="Arial" panose="020B0604020202020204" pitchFamily="34" charset="0"/>
        <a:buChar char="•"/>
        <a:defRPr sz="1800" kern="1200">
          <a:solidFill>
            <a:srgbClr val="0D3E63"/>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14" name="Picture 13"/>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2043113" y="3228975"/>
            <a:ext cx="8105775" cy="3629025"/>
          </a:xfrm>
          <a:prstGeom prst="rect">
            <a:avLst/>
          </a:prstGeom>
        </p:spPr>
      </p:pic>
      <p:pic>
        <p:nvPicPr>
          <p:cNvPr id="3" name="Picture 2" descr="A picture containing text, sign, clipart&#10;&#10;Description automatically generated"/>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0017063" y="677074"/>
            <a:ext cx="1559570" cy="720000"/>
          </a:xfrm>
          <a:prstGeom prst="rect">
            <a:avLst/>
          </a:prstGeom>
        </p:spPr>
      </p:pic>
      <p:pic>
        <p:nvPicPr>
          <p:cNvPr id="9" name="Picture 8"/>
          <p:cNvPicPr>
            <a:picLocks noChangeAspect="1"/>
          </p:cNvPicPr>
          <p:nvPr userDrawn="1"/>
        </p:nvPicPr>
        <p:blipFill>
          <a:blip r:embed="rId5" cstate="print">
            <a:extLst>
              <a:ext uri="{28A0092B-C50C-407E-A947-70E740481C1C}">
                <a14:useLocalDpi xmlns:a14="http://schemas.microsoft.com/office/drawing/2010/main" val="0"/>
              </a:ext>
            </a:extLst>
          </a:blip>
          <a:srcRect/>
          <a:stretch>
            <a:fillRect/>
          </a:stretch>
        </p:blipFill>
        <p:spPr>
          <a:xfrm>
            <a:off x="10248624" y="5611775"/>
            <a:ext cx="1328009" cy="396539"/>
          </a:xfrm>
          <a:prstGeom prst="rect">
            <a:avLst/>
          </a:prstGeom>
        </p:spPr>
      </p:pic>
      <p:sp>
        <p:nvSpPr>
          <p:cNvPr id="5" name="Rectangle 4"/>
          <p:cNvSpPr/>
          <p:nvPr userDrawn="1"/>
        </p:nvSpPr>
        <p:spPr>
          <a:xfrm>
            <a:off x="0" y="6502400"/>
            <a:ext cx="12192000" cy="355600"/>
          </a:xfrm>
          <a:prstGeom prst="rect">
            <a:avLst/>
          </a:prstGeom>
          <a:solidFill>
            <a:srgbClr val="942F6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4" name="Graphic 5"/>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10535747" y="6603728"/>
            <a:ext cx="1371600" cy="180975"/>
          </a:xfrm>
          <a:prstGeom prst="rect">
            <a:avLst/>
          </a:prstGeom>
        </p:spPr>
      </p:pic>
      <p:sp>
        <p:nvSpPr>
          <p:cNvPr id="8" name="Isosceles Triangle 7"/>
          <p:cNvSpPr/>
          <p:nvPr userDrawn="1"/>
        </p:nvSpPr>
        <p:spPr>
          <a:xfrm rot="5400000">
            <a:off x="10297085" y="6626156"/>
            <a:ext cx="144000" cy="108000"/>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ln>
                <a:noFill/>
              </a:ln>
              <a:noFill/>
            </a:endParaRPr>
          </a:p>
        </p:txBody>
      </p:sp>
    </p:spTree>
  </p:cSld>
  <p:clrMap bg1="lt1" tx1="dk1" bg2="lt2" tx2="dk2" accent1="accent1" accent2="accent2" accent3="accent3" accent4="accent4" accent5="accent5" accent6="accent6" hlink="hlink" folHlink="folHlink"/>
  <p:sldLayoutIdLst>
    <p:sldLayoutId id="2147483657" r:id="rId1"/>
  </p:sldLayoutIdLst>
  <p:txStyles>
    <p:titleStyle>
      <a:lvl1pPr algn="l" defTabSz="914400" rtl="0" eaLnBrk="1" latinLnBrk="0" hangingPunct="1">
        <a:lnSpc>
          <a:spcPts val="3500"/>
        </a:lnSpc>
        <a:spcBef>
          <a:spcPct val="0"/>
        </a:spcBef>
        <a:buNone/>
        <a:defRPr sz="4200" b="1" kern="1200" cap="all" spc="-50" baseline="0">
          <a:solidFill>
            <a:srgbClr val="0D3E63"/>
          </a:solidFill>
          <a:latin typeface="+mn-lt"/>
          <a:ea typeface="+mj-ea"/>
          <a:cs typeface="+mj-cs"/>
        </a:defRPr>
      </a:lvl1pPr>
    </p:titleStyle>
    <p:bodyStyle>
      <a:lvl1pPr marL="228600" indent="-228600" algn="l" defTabSz="914400" rtl="0" eaLnBrk="1" latinLnBrk="0" hangingPunct="1">
        <a:lnSpc>
          <a:spcPct val="90000"/>
        </a:lnSpc>
        <a:spcBef>
          <a:spcPts val="1000"/>
        </a:spcBef>
        <a:buClr>
          <a:srgbClr val="942F6D"/>
        </a:buClr>
        <a:buFont typeface="Arial" panose="020B0604020202020204" pitchFamily="34" charset="0"/>
        <a:buChar char="•"/>
        <a:defRPr sz="2800" kern="1200">
          <a:solidFill>
            <a:srgbClr val="0D3E63"/>
          </a:solidFill>
          <a:latin typeface="+mn-lt"/>
          <a:ea typeface="+mn-ea"/>
          <a:cs typeface="+mn-cs"/>
        </a:defRPr>
      </a:lvl1pPr>
      <a:lvl2pPr marL="685800" indent="-228600" algn="l" defTabSz="914400" rtl="0" eaLnBrk="1" latinLnBrk="0" hangingPunct="1">
        <a:lnSpc>
          <a:spcPct val="90000"/>
        </a:lnSpc>
        <a:spcBef>
          <a:spcPts val="500"/>
        </a:spcBef>
        <a:buClr>
          <a:srgbClr val="942F6D"/>
        </a:buClr>
        <a:buFont typeface="Arial" panose="020B0604020202020204" pitchFamily="34" charset="0"/>
        <a:buChar char="•"/>
        <a:defRPr sz="2400" kern="1200">
          <a:solidFill>
            <a:srgbClr val="0D3E63"/>
          </a:solidFill>
          <a:latin typeface="+mn-lt"/>
          <a:ea typeface="+mn-ea"/>
          <a:cs typeface="+mn-cs"/>
        </a:defRPr>
      </a:lvl2pPr>
      <a:lvl3pPr marL="1143000" indent="-228600" algn="l" defTabSz="914400" rtl="0" eaLnBrk="1" latinLnBrk="0" hangingPunct="1">
        <a:lnSpc>
          <a:spcPct val="90000"/>
        </a:lnSpc>
        <a:spcBef>
          <a:spcPts val="500"/>
        </a:spcBef>
        <a:buClr>
          <a:srgbClr val="942F6D"/>
        </a:buClr>
        <a:buFont typeface="Arial" panose="020B0604020202020204" pitchFamily="34" charset="0"/>
        <a:buChar char="•"/>
        <a:defRPr sz="2000" kern="1200">
          <a:solidFill>
            <a:srgbClr val="0D3E63"/>
          </a:solidFill>
          <a:latin typeface="+mn-lt"/>
          <a:ea typeface="+mn-ea"/>
          <a:cs typeface="+mn-cs"/>
        </a:defRPr>
      </a:lvl3pPr>
      <a:lvl4pPr marL="1600200" indent="-228600" algn="l" defTabSz="914400" rtl="0" eaLnBrk="1" latinLnBrk="0" hangingPunct="1">
        <a:lnSpc>
          <a:spcPct val="90000"/>
        </a:lnSpc>
        <a:spcBef>
          <a:spcPts val="500"/>
        </a:spcBef>
        <a:buClr>
          <a:srgbClr val="942F6D"/>
        </a:buClr>
        <a:buFont typeface="Arial" panose="020B0604020202020204" pitchFamily="34" charset="0"/>
        <a:buChar char="•"/>
        <a:defRPr sz="1800" kern="1200">
          <a:solidFill>
            <a:srgbClr val="0D3E63"/>
          </a:solidFill>
          <a:latin typeface="+mn-lt"/>
          <a:ea typeface="+mn-ea"/>
          <a:cs typeface="+mn-cs"/>
        </a:defRPr>
      </a:lvl4pPr>
      <a:lvl5pPr marL="2057400" indent="-228600" algn="l" defTabSz="914400" rtl="0" eaLnBrk="1" latinLnBrk="0" hangingPunct="1">
        <a:lnSpc>
          <a:spcPct val="90000"/>
        </a:lnSpc>
        <a:spcBef>
          <a:spcPts val="500"/>
        </a:spcBef>
        <a:buClr>
          <a:srgbClr val="942F6D"/>
        </a:buClr>
        <a:buFont typeface="Arial" panose="020B0604020202020204" pitchFamily="34" charset="0"/>
        <a:buChar char="•"/>
        <a:defRPr sz="1800" kern="1200">
          <a:solidFill>
            <a:srgbClr val="0D3E63"/>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3">
            <a:extLst>
              <a:ext uri="{28A0092B-C50C-407E-A947-70E740481C1C}">
                <a14:useLocalDpi xmlns:a14="http://schemas.microsoft.com/office/drawing/2010/main" val="0"/>
              </a:ext>
            </a:extLst>
          </a:blip>
          <a:srcRect/>
          <a:stretch>
            <a:fillRect/>
          </a:stretch>
        </p:blipFill>
        <p:spPr>
          <a:xfrm>
            <a:off x="0" y="0"/>
            <a:ext cx="12192000" cy="6858294"/>
          </a:xfrm>
          <a:prstGeom prst="rect">
            <a:avLst/>
          </a:prstGeom>
        </p:spPr>
      </p:pic>
    </p:spTree>
  </p:cSld>
  <p:clrMap bg1="lt1" tx1="dk1" bg2="lt2" tx2="dk2" accent1="accent1" accent2="accent2" accent3="accent3" accent4="accent4" accent5="accent5" accent6="accent6" hlink="hlink" folHlink="folHlink"/>
  <p:sldLayoutIdLst>
    <p:sldLayoutId id="2147483659" r:id="rId1"/>
  </p:sldLayoutIdLst>
  <p:txStyles>
    <p:titleStyle>
      <a:lvl1pPr algn="l" defTabSz="845820" rtl="0" eaLnBrk="1" latinLnBrk="0" hangingPunct="1">
        <a:lnSpc>
          <a:spcPct val="90000"/>
        </a:lnSpc>
        <a:spcBef>
          <a:spcPct val="0"/>
        </a:spcBef>
        <a:buNone/>
        <a:defRPr sz="4070" kern="1200">
          <a:solidFill>
            <a:schemeClr val="tx1"/>
          </a:solidFill>
          <a:latin typeface="+mj-lt"/>
          <a:ea typeface="+mj-ea"/>
          <a:cs typeface="+mj-cs"/>
        </a:defRPr>
      </a:lvl1pPr>
    </p:titleStyle>
    <p:bodyStyle>
      <a:lvl1pPr marL="211455" indent="-211455" algn="l" defTabSz="845820" rtl="0" eaLnBrk="1" latinLnBrk="0" hangingPunct="1">
        <a:lnSpc>
          <a:spcPct val="90000"/>
        </a:lnSpc>
        <a:spcBef>
          <a:spcPts val="925"/>
        </a:spcBef>
        <a:buFont typeface="Arial" panose="020B0604020202020204" pitchFamily="34" charset="0"/>
        <a:buChar char="•"/>
        <a:defRPr sz="2590" kern="1200">
          <a:solidFill>
            <a:schemeClr val="tx1"/>
          </a:solidFill>
          <a:latin typeface="+mn-lt"/>
          <a:ea typeface="+mn-ea"/>
          <a:cs typeface="+mn-cs"/>
        </a:defRPr>
      </a:lvl1pPr>
      <a:lvl2pPr marL="634365" indent="-211455" algn="l" defTabSz="845820" rtl="0" eaLnBrk="1" latinLnBrk="0" hangingPunct="1">
        <a:lnSpc>
          <a:spcPct val="90000"/>
        </a:lnSpc>
        <a:spcBef>
          <a:spcPct val="93000"/>
        </a:spcBef>
        <a:buFont typeface="Arial" panose="020B0604020202020204" pitchFamily="34" charset="0"/>
        <a:buChar char="•"/>
        <a:defRPr sz="2220" kern="1200">
          <a:solidFill>
            <a:schemeClr val="tx1"/>
          </a:solidFill>
          <a:latin typeface="+mn-lt"/>
          <a:ea typeface="+mn-ea"/>
          <a:cs typeface="+mn-cs"/>
        </a:defRPr>
      </a:lvl2pPr>
      <a:lvl3pPr marL="1057275" indent="-211455" algn="l" defTabSz="845820" rtl="0" eaLnBrk="1" latinLnBrk="0" hangingPunct="1">
        <a:lnSpc>
          <a:spcPct val="90000"/>
        </a:lnSpc>
        <a:spcBef>
          <a:spcPct val="93000"/>
        </a:spcBef>
        <a:buFont typeface="Arial" panose="020B0604020202020204" pitchFamily="34" charset="0"/>
        <a:buChar char="•"/>
        <a:defRPr sz="1850" kern="1200">
          <a:solidFill>
            <a:schemeClr val="tx1"/>
          </a:solidFill>
          <a:latin typeface="+mn-lt"/>
          <a:ea typeface="+mn-ea"/>
          <a:cs typeface="+mn-cs"/>
        </a:defRPr>
      </a:lvl3pPr>
      <a:lvl4pPr marL="1480185" indent="-211455" algn="l" defTabSz="845820" rtl="0" eaLnBrk="1" latinLnBrk="0" hangingPunct="1">
        <a:lnSpc>
          <a:spcPct val="90000"/>
        </a:lnSpc>
        <a:spcBef>
          <a:spcPct val="93000"/>
        </a:spcBef>
        <a:buFont typeface="Arial" panose="020B0604020202020204" pitchFamily="34" charset="0"/>
        <a:buChar char="•"/>
        <a:defRPr sz="1665" kern="1200">
          <a:solidFill>
            <a:schemeClr val="tx1"/>
          </a:solidFill>
          <a:latin typeface="+mn-lt"/>
          <a:ea typeface="+mn-ea"/>
          <a:cs typeface="+mn-cs"/>
        </a:defRPr>
      </a:lvl4pPr>
      <a:lvl5pPr marL="1903095" indent="-211455" algn="l" defTabSz="845820" rtl="0" eaLnBrk="1" latinLnBrk="0" hangingPunct="1">
        <a:lnSpc>
          <a:spcPct val="90000"/>
        </a:lnSpc>
        <a:spcBef>
          <a:spcPct val="93000"/>
        </a:spcBef>
        <a:buFont typeface="Arial" panose="020B0604020202020204" pitchFamily="34" charset="0"/>
        <a:buChar char="•"/>
        <a:defRPr sz="1665" kern="1200">
          <a:solidFill>
            <a:schemeClr val="tx1"/>
          </a:solidFill>
          <a:latin typeface="+mn-lt"/>
          <a:ea typeface="+mn-ea"/>
          <a:cs typeface="+mn-cs"/>
        </a:defRPr>
      </a:lvl5pPr>
      <a:lvl6pPr marL="2326005" indent="-211455" algn="l" defTabSz="845820" rtl="0" eaLnBrk="1" latinLnBrk="0" hangingPunct="1">
        <a:lnSpc>
          <a:spcPct val="90000"/>
        </a:lnSpc>
        <a:spcBef>
          <a:spcPct val="93000"/>
        </a:spcBef>
        <a:buFont typeface="Arial" panose="020B0604020202020204" pitchFamily="34" charset="0"/>
        <a:buChar char="•"/>
        <a:defRPr sz="1665" kern="1200">
          <a:solidFill>
            <a:schemeClr val="tx1"/>
          </a:solidFill>
          <a:latin typeface="+mn-lt"/>
          <a:ea typeface="+mn-ea"/>
          <a:cs typeface="+mn-cs"/>
        </a:defRPr>
      </a:lvl6pPr>
      <a:lvl7pPr marL="2748915" indent="-211455" algn="l" defTabSz="845820" rtl="0" eaLnBrk="1" latinLnBrk="0" hangingPunct="1">
        <a:lnSpc>
          <a:spcPct val="90000"/>
        </a:lnSpc>
        <a:spcBef>
          <a:spcPct val="93000"/>
        </a:spcBef>
        <a:buFont typeface="Arial" panose="020B0604020202020204" pitchFamily="34" charset="0"/>
        <a:buChar char="•"/>
        <a:defRPr sz="1665" kern="1200">
          <a:solidFill>
            <a:schemeClr val="tx1"/>
          </a:solidFill>
          <a:latin typeface="+mn-lt"/>
          <a:ea typeface="+mn-ea"/>
          <a:cs typeface="+mn-cs"/>
        </a:defRPr>
      </a:lvl7pPr>
      <a:lvl8pPr marL="3171190" indent="-211455" algn="l" defTabSz="845820" rtl="0" eaLnBrk="1" latinLnBrk="0" hangingPunct="1">
        <a:lnSpc>
          <a:spcPct val="90000"/>
        </a:lnSpc>
        <a:spcBef>
          <a:spcPct val="93000"/>
        </a:spcBef>
        <a:buFont typeface="Arial" panose="020B0604020202020204" pitchFamily="34" charset="0"/>
        <a:buChar char="•"/>
        <a:defRPr sz="1665" kern="1200">
          <a:solidFill>
            <a:schemeClr val="tx1"/>
          </a:solidFill>
          <a:latin typeface="+mn-lt"/>
          <a:ea typeface="+mn-ea"/>
          <a:cs typeface="+mn-cs"/>
        </a:defRPr>
      </a:lvl8pPr>
      <a:lvl9pPr marL="3594100" indent="-211455" algn="l" defTabSz="845820" rtl="0" eaLnBrk="1" latinLnBrk="0" hangingPunct="1">
        <a:lnSpc>
          <a:spcPct val="90000"/>
        </a:lnSpc>
        <a:spcBef>
          <a:spcPct val="93000"/>
        </a:spcBef>
        <a:buFont typeface="Arial" panose="020B0604020202020204" pitchFamily="34" charset="0"/>
        <a:buChar char="•"/>
        <a:defRPr sz="1665" kern="1200">
          <a:solidFill>
            <a:schemeClr val="tx1"/>
          </a:solidFill>
          <a:latin typeface="+mn-lt"/>
          <a:ea typeface="+mn-ea"/>
          <a:cs typeface="+mn-cs"/>
        </a:defRPr>
      </a:lvl9pPr>
    </p:bodyStyle>
    <p:otherStyle>
      <a:defPPr>
        <a:defRPr lang="en-US"/>
      </a:defPPr>
      <a:lvl1pPr marL="0" algn="l" defTabSz="845820" rtl="0" eaLnBrk="1" latinLnBrk="0" hangingPunct="1">
        <a:defRPr sz="1665" kern="1200">
          <a:solidFill>
            <a:schemeClr val="tx1"/>
          </a:solidFill>
          <a:latin typeface="+mn-lt"/>
          <a:ea typeface="+mn-ea"/>
          <a:cs typeface="+mn-cs"/>
        </a:defRPr>
      </a:lvl1pPr>
      <a:lvl2pPr marL="422910" algn="l" defTabSz="845820" rtl="0" eaLnBrk="1" latinLnBrk="0" hangingPunct="1">
        <a:defRPr sz="1665" kern="1200">
          <a:solidFill>
            <a:schemeClr val="tx1"/>
          </a:solidFill>
          <a:latin typeface="+mn-lt"/>
          <a:ea typeface="+mn-ea"/>
          <a:cs typeface="+mn-cs"/>
        </a:defRPr>
      </a:lvl2pPr>
      <a:lvl3pPr marL="845820" algn="l" defTabSz="845820" rtl="0" eaLnBrk="1" latinLnBrk="0" hangingPunct="1">
        <a:defRPr sz="1665" kern="1200">
          <a:solidFill>
            <a:schemeClr val="tx1"/>
          </a:solidFill>
          <a:latin typeface="+mn-lt"/>
          <a:ea typeface="+mn-ea"/>
          <a:cs typeface="+mn-cs"/>
        </a:defRPr>
      </a:lvl3pPr>
      <a:lvl4pPr marL="1268730" algn="l" defTabSz="845820" rtl="0" eaLnBrk="1" latinLnBrk="0" hangingPunct="1">
        <a:defRPr sz="1665" kern="1200">
          <a:solidFill>
            <a:schemeClr val="tx1"/>
          </a:solidFill>
          <a:latin typeface="+mn-lt"/>
          <a:ea typeface="+mn-ea"/>
          <a:cs typeface="+mn-cs"/>
        </a:defRPr>
      </a:lvl4pPr>
      <a:lvl5pPr marL="1691640" algn="l" defTabSz="845820" rtl="0" eaLnBrk="1" latinLnBrk="0" hangingPunct="1">
        <a:defRPr sz="1665" kern="1200">
          <a:solidFill>
            <a:schemeClr val="tx1"/>
          </a:solidFill>
          <a:latin typeface="+mn-lt"/>
          <a:ea typeface="+mn-ea"/>
          <a:cs typeface="+mn-cs"/>
        </a:defRPr>
      </a:lvl5pPr>
      <a:lvl6pPr marL="2114550" algn="l" defTabSz="845820" rtl="0" eaLnBrk="1" latinLnBrk="0" hangingPunct="1">
        <a:defRPr sz="1665" kern="1200">
          <a:solidFill>
            <a:schemeClr val="tx1"/>
          </a:solidFill>
          <a:latin typeface="+mn-lt"/>
          <a:ea typeface="+mn-ea"/>
          <a:cs typeface="+mn-cs"/>
        </a:defRPr>
      </a:lvl6pPr>
      <a:lvl7pPr marL="2537460" algn="l" defTabSz="845820" rtl="0" eaLnBrk="1" latinLnBrk="0" hangingPunct="1">
        <a:defRPr sz="1665" kern="1200">
          <a:solidFill>
            <a:schemeClr val="tx1"/>
          </a:solidFill>
          <a:latin typeface="+mn-lt"/>
          <a:ea typeface="+mn-ea"/>
          <a:cs typeface="+mn-cs"/>
        </a:defRPr>
      </a:lvl7pPr>
      <a:lvl8pPr marL="2959735" algn="l" defTabSz="845820" rtl="0" eaLnBrk="1" latinLnBrk="0" hangingPunct="1">
        <a:defRPr sz="1665" kern="1200">
          <a:solidFill>
            <a:schemeClr val="tx1"/>
          </a:solidFill>
          <a:latin typeface="+mn-lt"/>
          <a:ea typeface="+mn-ea"/>
          <a:cs typeface="+mn-cs"/>
        </a:defRPr>
      </a:lvl8pPr>
      <a:lvl9pPr marL="3382645" algn="l" defTabSz="845820" rtl="0" eaLnBrk="1" latinLnBrk="0" hangingPunct="1">
        <a:defRPr sz="1665"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hyperlink" Target="https://www.youtube.com/watch?v=gJo0uNL-5Qw" TargetMode="External"/><Relationship Id="rId2" Type="http://schemas.openxmlformats.org/officeDocument/2006/relationships/notesSlide" Target="../notesSlides/notesSlide1.xml"/><Relationship Id="rId1" Type="http://schemas.openxmlformats.org/officeDocument/2006/relationships/slideLayout" Target="../slideLayouts/slideLayout4.xml"/><Relationship Id="rId4" Type="http://schemas.openxmlformats.org/officeDocument/2006/relationships/hyperlink" Target="https://www.analyticsvidhya.com/blog/2022/02/k-fold-cross-validation-technique-and-its-essentials/#h-what-is-accuracy-of-the-model-and-performance"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hyperlink" Target="https://www.youtube.com/watch?v=prWyZhcktn4" TargetMode="External"/><Relationship Id="rId2" Type="http://schemas.openxmlformats.org/officeDocument/2006/relationships/hyperlink" Target="https://www.geeksforgeeks.org/confusion-matrix-machine-learning/" TargetMode="Externa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hyperlink" Target="https://towardsdatascience.com/understanding-auc-roc-curve-68b2303cc9c5" TargetMode="External"/><Relationship Id="rId2" Type="http://schemas.openxmlformats.org/officeDocument/2006/relationships/image" Target="../media/image16.jpe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17.jpeg"/><Relationship Id="rId1" Type="http://schemas.openxmlformats.org/officeDocument/2006/relationships/slideLayout" Target="../slideLayouts/slideLayout4.xml"/><Relationship Id="rId4" Type="http://schemas.openxmlformats.org/officeDocument/2006/relationships/hyperlink" Target="https://www.youtube.com/watch?v=4jRBRDbJemM" TargetMode="External"/></Relationships>
</file>

<file path=ppt/slides/_rels/slide13.xml.rels><?xml version="1.0" encoding="UTF-8" standalone="yes"?>
<Relationships xmlns="http://schemas.openxmlformats.org/package/2006/relationships"><Relationship Id="rId3" Type="http://schemas.openxmlformats.org/officeDocument/2006/relationships/hyperlink" Target="https://www.youtube.com/watch?v=2osIZ-dSPGE" TargetMode="External"/><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hyperlink" Target="https://www.youtube.com/watch?v=4HKqjENq9OU" TargetMode="Externa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Applied Machine learning</a:t>
            </a:r>
          </a:p>
        </p:txBody>
      </p:sp>
      <p:sp>
        <p:nvSpPr>
          <p:cNvPr id="3" name="Text Placeholder 2"/>
          <p:cNvSpPr>
            <a:spLocks noGrp="1"/>
          </p:cNvSpPr>
          <p:nvPr>
            <p:ph type="body" sz="quarter" idx="10"/>
          </p:nvPr>
        </p:nvSpPr>
        <p:spPr/>
        <p:txBody>
          <a:bodyPr/>
          <a:lstStyle/>
          <a:p>
            <a:r>
              <a:rPr lang="en-GB" dirty="0"/>
              <a:t>Regent College London</a:t>
            </a:r>
          </a:p>
          <a:p>
            <a:r>
              <a:rPr lang="en-GB" dirty="0"/>
              <a:t>SWE6302</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Applied Machine learning </a:t>
            </a:r>
          </a:p>
        </p:txBody>
      </p:sp>
      <p:sp>
        <p:nvSpPr>
          <p:cNvPr id="3" name="Text Placeholder 2"/>
          <p:cNvSpPr>
            <a:spLocks noGrp="1"/>
          </p:cNvSpPr>
          <p:nvPr>
            <p:ph type="body" sz="quarter" idx="10"/>
          </p:nvPr>
        </p:nvSpPr>
        <p:spPr/>
        <p:txBody>
          <a:bodyPr/>
          <a:lstStyle/>
          <a:p>
            <a:r>
              <a:rPr lang="en-GB" dirty="0"/>
              <a:t>SWE6302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GB" dirty="0"/>
              <a:t>Machine learning</a:t>
            </a:r>
            <a:endParaRPr lang="en-US" dirty="0"/>
          </a:p>
        </p:txBody>
      </p:sp>
      <p:sp>
        <p:nvSpPr>
          <p:cNvPr id="4" name="Text Placeholder 3"/>
          <p:cNvSpPr>
            <a:spLocks noGrp="1"/>
          </p:cNvSpPr>
          <p:nvPr>
            <p:ph type="body" sz="quarter" idx="11"/>
          </p:nvPr>
        </p:nvSpPr>
        <p:spPr>
          <a:xfrm>
            <a:off x="7362636" y="2624772"/>
            <a:ext cx="5491361" cy="3845503"/>
          </a:xfrm>
        </p:spPr>
        <p:txBody>
          <a:bodyPr/>
          <a:lstStyle/>
          <a:p>
            <a:endParaRPr lang="en-US" dirty="0"/>
          </a:p>
          <a:p>
            <a:r>
              <a:rPr lang="en-GB" dirty="0">
                <a:solidFill>
                  <a:schemeClr val="tx1">
                    <a:lumMod val="65000"/>
                    <a:lumOff val="35000"/>
                  </a:schemeClr>
                </a:solidFill>
                <a:latin typeface="Calibri" panose="020F0502020204030204" pitchFamily="34" charset="0"/>
              </a:rPr>
              <a:t>ML MODEL VALIDATION </a:t>
            </a:r>
          </a:p>
          <a:p>
            <a:r>
              <a:rPr lang="en-GB" dirty="0">
                <a:solidFill>
                  <a:schemeClr val="tx1">
                    <a:lumMod val="65000"/>
                    <a:lumOff val="35000"/>
                  </a:schemeClr>
                </a:solidFill>
                <a:latin typeface="Calibri" panose="020F0502020204030204" pitchFamily="34" charset="0"/>
              </a:rPr>
              <a:t>TECHNIQUE</a:t>
            </a:r>
            <a:endParaRPr lang="en-GB" dirty="0">
              <a:solidFill>
                <a:schemeClr val="tx1">
                  <a:lumMod val="65000"/>
                  <a:lumOff val="35000"/>
                </a:schemeClr>
              </a:solidFill>
            </a:endParaRPr>
          </a:p>
          <a:p>
            <a:endParaRPr lang="en-US" dirty="0"/>
          </a:p>
        </p:txBody>
      </p:sp>
      <p:pic>
        <p:nvPicPr>
          <p:cNvPr id="5" name="Picture 4"/>
          <p:cNvPicPr>
            <a:picLocks noChangeAspect="1"/>
          </p:cNvPicPr>
          <p:nvPr/>
        </p:nvPicPr>
        <p:blipFill>
          <a:blip r:embed="rId2"/>
          <a:stretch>
            <a:fillRect/>
          </a:stretch>
        </p:blipFill>
        <p:spPr>
          <a:xfrm>
            <a:off x="489863" y="1748511"/>
            <a:ext cx="6551188" cy="3958454"/>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p:nvPr/>
        </p:nvSpPr>
        <p:spPr>
          <a:xfrm>
            <a:off x="1591827" y="2985581"/>
            <a:ext cx="10515600" cy="1186075"/>
          </a:xfrm>
          <a:prstGeom prst="rect">
            <a:avLst/>
          </a:prstGeom>
        </p:spPr>
        <p:txBody>
          <a:bodyPr/>
          <a:lstStyle>
            <a:lvl1pPr algn="l" defTabSz="914400" rtl="0" eaLnBrk="1" latinLnBrk="0" hangingPunct="1">
              <a:lnSpc>
                <a:spcPts val="3200"/>
              </a:lnSpc>
              <a:spcBef>
                <a:spcPct val="0"/>
              </a:spcBef>
              <a:buNone/>
              <a:defRPr sz="4200" b="1" kern="1200" cap="all" spc="-50" baseline="0">
                <a:solidFill>
                  <a:srgbClr val="942F6D"/>
                </a:solidFill>
                <a:latin typeface="+mn-lt"/>
                <a:ea typeface="+mj-ea"/>
                <a:cs typeface="+mj-cs"/>
              </a:defRPr>
            </a:lvl1pPr>
          </a:lstStyle>
          <a:p>
            <a:r>
              <a:rPr lang="en-GB" dirty="0"/>
              <a:t>Module 1 – MACHINE LEARNING MODEL VALIDATION TECHNIQUE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solidFill>
                  <a:srgbClr val="942D6D"/>
                </a:solidFill>
              </a:rPr>
              <a:t>Learning objectives</a:t>
            </a:r>
            <a:endParaRPr lang="en-US" dirty="0">
              <a:solidFill>
                <a:srgbClr val="942D6D"/>
              </a:solidFill>
            </a:endParaRPr>
          </a:p>
        </p:txBody>
      </p:sp>
      <p:sp>
        <p:nvSpPr>
          <p:cNvPr id="3" name="Text Placeholder 2"/>
          <p:cNvSpPr>
            <a:spLocks noGrp="1"/>
          </p:cNvSpPr>
          <p:nvPr>
            <p:ph type="body" sz="quarter" idx="10"/>
          </p:nvPr>
        </p:nvSpPr>
        <p:spPr>
          <a:xfrm>
            <a:off x="877821" y="1521449"/>
            <a:ext cx="10712388" cy="3815101"/>
          </a:xfrm>
        </p:spPr>
        <p:txBody>
          <a:bodyPr/>
          <a:lstStyle/>
          <a:p>
            <a:r>
              <a:rPr lang="en-US" dirty="0">
                <a:solidFill>
                  <a:schemeClr val="tx1">
                    <a:lumMod val="75000"/>
                    <a:lumOff val="25000"/>
                  </a:schemeClr>
                </a:solidFill>
              </a:rPr>
              <a:t>Understand ML Evaluation Metrices</a:t>
            </a:r>
          </a:p>
          <a:p>
            <a:r>
              <a:rPr lang="en-GB" dirty="0">
                <a:solidFill>
                  <a:schemeClr val="tx1">
                    <a:lumMod val="75000"/>
                    <a:lumOff val="25000"/>
                  </a:schemeClr>
                </a:solidFill>
              </a:rPr>
              <a:t>Understand the Accuracy</a:t>
            </a:r>
          </a:p>
          <a:p>
            <a:r>
              <a:rPr lang="en-GB" dirty="0">
                <a:solidFill>
                  <a:schemeClr val="tx1">
                    <a:lumMod val="75000"/>
                    <a:lumOff val="25000"/>
                  </a:schemeClr>
                </a:solidFill>
              </a:rPr>
              <a:t>Understand the Confusion Matrix</a:t>
            </a:r>
          </a:p>
          <a:p>
            <a:r>
              <a:rPr lang="en-GB" dirty="0">
                <a:solidFill>
                  <a:schemeClr val="tx1">
                    <a:lumMod val="75000"/>
                    <a:lumOff val="25000"/>
                  </a:schemeClr>
                </a:solidFill>
              </a:rPr>
              <a:t>Understand AUC</a:t>
            </a:r>
          </a:p>
          <a:p>
            <a:endParaRPr lang="en-US" dirty="0">
              <a:solidFill>
                <a:schemeClr val="bg2">
                  <a:lumMod val="25000"/>
                </a:schemeClr>
              </a:solidFill>
            </a:endParaRPr>
          </a:p>
        </p:txBody>
      </p:sp>
      <p:cxnSp>
        <p:nvCxnSpPr>
          <p:cNvPr id="4" name="Straight Connector 3"/>
          <p:cNvCxnSpPr/>
          <p:nvPr/>
        </p:nvCxnSpPr>
        <p:spPr>
          <a:xfrm flipH="1">
            <a:off x="601791" y="1070621"/>
            <a:ext cx="8161323" cy="0"/>
          </a:xfrm>
          <a:prstGeom prst="line">
            <a:avLst/>
          </a:prstGeom>
        </p:spPr>
        <p:style>
          <a:lnRef idx="2">
            <a:schemeClr val="dk1"/>
          </a:lnRef>
          <a:fillRef idx="0">
            <a:schemeClr val="dk1"/>
          </a:fillRef>
          <a:effectRef idx="1">
            <a:schemeClr val="dk1"/>
          </a:effectRef>
          <a:fontRef idx="minor">
            <a:schemeClr val="tx1"/>
          </a:fontRef>
        </p:style>
      </p:cxnSp>
      <p:cxnSp>
        <p:nvCxnSpPr>
          <p:cNvPr id="5" name="Straight Connector 4"/>
          <p:cNvCxnSpPr/>
          <p:nvPr/>
        </p:nvCxnSpPr>
        <p:spPr>
          <a:xfrm flipV="1">
            <a:off x="472083" y="423248"/>
            <a:ext cx="0" cy="555277"/>
          </a:xfrm>
          <a:prstGeom prst="line">
            <a:avLst/>
          </a:prstGeom>
        </p:spPr>
        <p:style>
          <a:lnRef idx="2">
            <a:schemeClr val="dk1"/>
          </a:lnRef>
          <a:fillRef idx="0">
            <a:schemeClr val="dk1"/>
          </a:fillRef>
          <a:effectRef idx="1">
            <a:schemeClr val="dk1"/>
          </a:effectRef>
          <a:fontRef idx="minor">
            <a:schemeClr val="tx1"/>
          </a:fontRef>
        </p:style>
      </p:cxnSp>
      <p:cxnSp>
        <p:nvCxnSpPr>
          <p:cNvPr id="6" name="Straight Connector 5"/>
          <p:cNvCxnSpPr/>
          <p:nvPr/>
        </p:nvCxnSpPr>
        <p:spPr>
          <a:xfrm flipH="1" flipV="1">
            <a:off x="470171" y="1089589"/>
            <a:ext cx="1912" cy="4298063"/>
          </a:xfrm>
          <a:prstGeom prst="line">
            <a:avLst/>
          </a:prstGeom>
        </p:spPr>
        <p:style>
          <a:lnRef idx="2">
            <a:schemeClr val="dk1"/>
          </a:lnRef>
          <a:fillRef idx="0">
            <a:schemeClr val="dk1"/>
          </a:fillRef>
          <a:effectRef idx="1">
            <a:schemeClr val="dk1"/>
          </a:effectRef>
          <a:fontRef idx="minor">
            <a:schemeClr val="tx1"/>
          </a:fontRef>
        </p:style>
      </p:cxn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solidFill>
                  <a:srgbClr val="942D6D"/>
                </a:solidFill>
              </a:rPr>
              <a:t>ML evaluation metrices</a:t>
            </a:r>
            <a:endParaRPr lang="en-US" dirty="0">
              <a:solidFill>
                <a:srgbClr val="942D6D"/>
              </a:solidFill>
            </a:endParaRPr>
          </a:p>
        </p:txBody>
      </p:sp>
      <p:sp>
        <p:nvSpPr>
          <p:cNvPr id="3" name="Text Placeholder 2"/>
          <p:cNvSpPr>
            <a:spLocks noGrp="1"/>
          </p:cNvSpPr>
          <p:nvPr>
            <p:ph type="body" sz="quarter" idx="10"/>
          </p:nvPr>
        </p:nvSpPr>
        <p:spPr>
          <a:xfrm>
            <a:off x="794694" y="1331069"/>
            <a:ext cx="11159866" cy="3815101"/>
          </a:xfrm>
        </p:spPr>
        <p:txBody>
          <a:bodyPr/>
          <a:lstStyle/>
          <a:p>
            <a:pPr marL="474345" indent="-457200">
              <a:spcBef>
                <a:spcPts val="2580"/>
              </a:spcBef>
              <a:tabLst>
                <a:tab pos="321310" algn="l"/>
              </a:tabLst>
            </a:pPr>
            <a:r>
              <a:rPr lang="en-GB" dirty="0">
                <a:solidFill>
                  <a:schemeClr val="tx1">
                    <a:lumMod val="75000"/>
                    <a:lumOff val="25000"/>
                  </a:schemeClr>
                </a:solidFill>
                <a:cs typeface="Arial Black" panose="020B0A04020102020204"/>
              </a:rPr>
              <a:t>Methods which determine an algorithm’s performance and behaviour</a:t>
            </a:r>
          </a:p>
          <a:p>
            <a:pPr marL="474345" indent="-457200">
              <a:spcBef>
                <a:spcPts val="2560"/>
              </a:spcBef>
              <a:tabLst>
                <a:tab pos="321310" algn="l"/>
              </a:tabLst>
            </a:pPr>
            <a:r>
              <a:rPr lang="en-GB" dirty="0">
                <a:solidFill>
                  <a:schemeClr val="tx1">
                    <a:lumMod val="75000"/>
                    <a:lumOff val="25000"/>
                  </a:schemeClr>
                </a:solidFill>
                <a:cs typeface="Arial Black" panose="020B0A04020102020204"/>
              </a:rPr>
              <a:t>Helpful to decide the best model to meet the target performance</a:t>
            </a:r>
          </a:p>
          <a:p>
            <a:pPr marL="473075" marR="193040" indent="-457200">
              <a:lnSpc>
                <a:spcPct val="115000"/>
              </a:lnSpc>
              <a:spcBef>
                <a:spcPts val="2125"/>
              </a:spcBef>
              <a:tabLst>
                <a:tab pos="321310" algn="l"/>
              </a:tabLst>
            </a:pPr>
            <a:r>
              <a:rPr lang="en-GB" dirty="0">
                <a:solidFill>
                  <a:schemeClr val="tx1">
                    <a:lumMod val="75000"/>
                    <a:lumOff val="25000"/>
                  </a:schemeClr>
                </a:solidFill>
                <a:cs typeface="Arial Black" panose="020B0A04020102020204"/>
              </a:rPr>
              <a:t>Helpful to parameterize the model in such a way that can offer best  performing algorithm</a:t>
            </a:r>
          </a:p>
          <a:p>
            <a:pPr marL="474345" indent="-457200">
              <a:spcBef>
                <a:spcPts val="560"/>
              </a:spcBef>
              <a:tabLst>
                <a:tab pos="321310" algn="l"/>
              </a:tabLst>
            </a:pPr>
            <a:r>
              <a:rPr lang="en-GB" dirty="0">
                <a:solidFill>
                  <a:schemeClr val="tx1">
                    <a:lumMod val="75000"/>
                    <a:lumOff val="25000"/>
                  </a:schemeClr>
                </a:solidFill>
                <a:cs typeface="Arial Black" panose="020B0A04020102020204"/>
              </a:rPr>
              <a:t>Various types of ML Algorithms (classification, regression, ranking, clustering)</a:t>
            </a:r>
          </a:p>
          <a:p>
            <a:pPr marL="474345" indent="-457200">
              <a:spcBef>
                <a:spcPts val="560"/>
              </a:spcBef>
              <a:tabLst>
                <a:tab pos="321310" algn="l"/>
              </a:tabLst>
            </a:pPr>
            <a:r>
              <a:rPr lang="en-GB" dirty="0">
                <a:solidFill>
                  <a:schemeClr val="tx1">
                    <a:lumMod val="75000"/>
                    <a:lumOff val="25000"/>
                  </a:schemeClr>
                </a:solidFill>
                <a:cs typeface="Arial Black" panose="020B0A04020102020204"/>
              </a:rPr>
              <a:t>Different types of evaluation metrics for different types of algorithm</a:t>
            </a:r>
          </a:p>
          <a:p>
            <a:pPr marL="474345" indent="-457200">
              <a:spcBef>
                <a:spcPts val="560"/>
              </a:spcBef>
              <a:tabLst>
                <a:tab pos="321310" algn="l"/>
              </a:tabLst>
            </a:pPr>
            <a:r>
              <a:rPr lang="en-GB" dirty="0">
                <a:solidFill>
                  <a:schemeClr val="tx1">
                    <a:lumMod val="75000"/>
                    <a:lumOff val="25000"/>
                  </a:schemeClr>
                </a:solidFill>
                <a:cs typeface="Arial Black" panose="020B0A04020102020204"/>
              </a:rPr>
              <a:t>Some metrics can be useful for more than one type of algorithm (Precision - Recall)</a:t>
            </a:r>
          </a:p>
          <a:p>
            <a:endParaRPr lang="en-US" dirty="0">
              <a:solidFill>
                <a:schemeClr val="bg2">
                  <a:lumMod val="25000"/>
                </a:schemeClr>
              </a:solidFill>
            </a:endParaRPr>
          </a:p>
        </p:txBody>
      </p:sp>
      <p:cxnSp>
        <p:nvCxnSpPr>
          <p:cNvPr id="4" name="Straight Connector 3"/>
          <p:cNvCxnSpPr/>
          <p:nvPr/>
        </p:nvCxnSpPr>
        <p:spPr>
          <a:xfrm flipH="1">
            <a:off x="601791" y="1070621"/>
            <a:ext cx="8161323" cy="0"/>
          </a:xfrm>
          <a:prstGeom prst="line">
            <a:avLst/>
          </a:prstGeom>
        </p:spPr>
        <p:style>
          <a:lnRef idx="2">
            <a:schemeClr val="dk1"/>
          </a:lnRef>
          <a:fillRef idx="0">
            <a:schemeClr val="dk1"/>
          </a:fillRef>
          <a:effectRef idx="1">
            <a:schemeClr val="dk1"/>
          </a:effectRef>
          <a:fontRef idx="minor">
            <a:schemeClr val="tx1"/>
          </a:fontRef>
        </p:style>
      </p:cxnSp>
      <p:cxnSp>
        <p:nvCxnSpPr>
          <p:cNvPr id="5" name="Straight Connector 4"/>
          <p:cNvCxnSpPr/>
          <p:nvPr/>
        </p:nvCxnSpPr>
        <p:spPr>
          <a:xfrm flipV="1">
            <a:off x="472083" y="423248"/>
            <a:ext cx="0" cy="555277"/>
          </a:xfrm>
          <a:prstGeom prst="line">
            <a:avLst/>
          </a:prstGeom>
        </p:spPr>
        <p:style>
          <a:lnRef idx="2">
            <a:schemeClr val="dk1"/>
          </a:lnRef>
          <a:fillRef idx="0">
            <a:schemeClr val="dk1"/>
          </a:fillRef>
          <a:effectRef idx="1">
            <a:schemeClr val="dk1"/>
          </a:effectRef>
          <a:fontRef idx="minor">
            <a:schemeClr val="tx1"/>
          </a:fontRef>
        </p:style>
      </p:cxnSp>
      <p:cxnSp>
        <p:nvCxnSpPr>
          <p:cNvPr id="6" name="Straight Connector 5"/>
          <p:cNvCxnSpPr/>
          <p:nvPr/>
        </p:nvCxnSpPr>
        <p:spPr>
          <a:xfrm flipH="1" flipV="1">
            <a:off x="470171" y="1089589"/>
            <a:ext cx="1912" cy="4298063"/>
          </a:xfrm>
          <a:prstGeom prst="line">
            <a:avLst/>
          </a:prstGeom>
        </p:spPr>
        <p:style>
          <a:lnRef idx="2">
            <a:schemeClr val="dk1"/>
          </a:lnRef>
          <a:fillRef idx="0">
            <a:schemeClr val="dk1"/>
          </a:fillRef>
          <a:effectRef idx="1">
            <a:schemeClr val="dk1"/>
          </a:effectRef>
          <a:fontRef idx="minor">
            <a:schemeClr val="tx1"/>
          </a:fontRef>
        </p:style>
      </p:cxn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solidFill>
                  <a:srgbClr val="942D6D"/>
                </a:solidFill>
              </a:rPr>
              <a:t>Accuracy </a:t>
            </a:r>
            <a:endParaRPr lang="en-US" dirty="0">
              <a:solidFill>
                <a:srgbClr val="942D6D"/>
              </a:solidFill>
            </a:endParaRPr>
          </a:p>
        </p:txBody>
      </p:sp>
      <p:sp>
        <p:nvSpPr>
          <p:cNvPr id="3" name="Text Placeholder 2"/>
          <p:cNvSpPr>
            <a:spLocks noGrp="1"/>
          </p:cNvSpPr>
          <p:nvPr>
            <p:ph type="body" sz="quarter" idx="10"/>
          </p:nvPr>
        </p:nvSpPr>
        <p:spPr>
          <a:xfrm>
            <a:off x="877821" y="1521449"/>
            <a:ext cx="10712388" cy="3815101"/>
          </a:xfrm>
        </p:spPr>
        <p:txBody>
          <a:bodyPr/>
          <a:lstStyle/>
          <a:p>
            <a:r>
              <a:rPr lang="en-GB" dirty="0">
                <a:solidFill>
                  <a:schemeClr val="tx1">
                    <a:lumMod val="75000"/>
                    <a:lumOff val="25000"/>
                  </a:schemeClr>
                </a:solidFill>
                <a:cs typeface="Arial Black" panose="020B0A04020102020204"/>
              </a:rPr>
              <a:t>Ratio between the number of correct predictions and total number of predictions</a:t>
            </a:r>
          </a:p>
          <a:p>
            <a:endParaRPr lang="en-GB" dirty="0">
              <a:solidFill>
                <a:schemeClr val="tx1">
                  <a:lumMod val="75000"/>
                  <a:lumOff val="25000"/>
                </a:schemeClr>
              </a:solidFill>
              <a:cs typeface="Arial Black" panose="020B0A04020102020204"/>
            </a:endParaRPr>
          </a:p>
          <a:p>
            <a:endParaRPr lang="en-GB" dirty="0">
              <a:solidFill>
                <a:schemeClr val="tx1">
                  <a:lumMod val="75000"/>
                  <a:lumOff val="25000"/>
                </a:schemeClr>
              </a:solidFill>
              <a:cs typeface="Arial Black" panose="020B0A04020102020204"/>
            </a:endParaRPr>
          </a:p>
          <a:p>
            <a:r>
              <a:rPr lang="en-GB" dirty="0">
                <a:solidFill>
                  <a:schemeClr val="tx1">
                    <a:lumMod val="75000"/>
                    <a:lumOff val="25000"/>
                  </a:schemeClr>
                </a:solidFill>
                <a:cs typeface="Arial Black" panose="020B0A04020102020204"/>
              </a:rPr>
              <a:t>Example: Suppose we have 100 examples in the positive class and 200  examples in the negative class. Our model declares 80 out of 100  positives as positive correctly and 195 out of 200 negatives as negative  correctly.</a:t>
            </a:r>
          </a:p>
          <a:p>
            <a:r>
              <a:rPr lang="en-GB" dirty="0">
                <a:solidFill>
                  <a:schemeClr val="tx1">
                    <a:lumMod val="75000"/>
                    <a:lumOff val="25000"/>
                  </a:schemeClr>
                </a:solidFill>
                <a:cs typeface="Arial Black" panose="020B0A04020102020204"/>
              </a:rPr>
              <a:t>So, accuracy is = (80 + 195)/(100 + 200) = 91.7%</a:t>
            </a:r>
          </a:p>
          <a:p>
            <a:endParaRPr lang="en-GB" dirty="0">
              <a:solidFill>
                <a:schemeClr val="tx1">
                  <a:lumMod val="75000"/>
                  <a:lumOff val="25000"/>
                </a:schemeClr>
              </a:solidFill>
              <a:cs typeface="Arial Black" panose="020B0A04020102020204"/>
            </a:endParaRPr>
          </a:p>
          <a:p>
            <a:endParaRPr lang="en-US" dirty="0">
              <a:solidFill>
                <a:schemeClr val="bg2">
                  <a:lumMod val="25000"/>
                </a:schemeClr>
              </a:solidFill>
            </a:endParaRPr>
          </a:p>
        </p:txBody>
      </p:sp>
      <p:cxnSp>
        <p:nvCxnSpPr>
          <p:cNvPr id="4" name="Straight Connector 3"/>
          <p:cNvCxnSpPr/>
          <p:nvPr/>
        </p:nvCxnSpPr>
        <p:spPr>
          <a:xfrm flipH="1">
            <a:off x="601791" y="1070621"/>
            <a:ext cx="8161323" cy="0"/>
          </a:xfrm>
          <a:prstGeom prst="line">
            <a:avLst/>
          </a:prstGeom>
        </p:spPr>
        <p:style>
          <a:lnRef idx="2">
            <a:schemeClr val="dk1"/>
          </a:lnRef>
          <a:fillRef idx="0">
            <a:schemeClr val="dk1"/>
          </a:fillRef>
          <a:effectRef idx="1">
            <a:schemeClr val="dk1"/>
          </a:effectRef>
          <a:fontRef idx="minor">
            <a:schemeClr val="tx1"/>
          </a:fontRef>
        </p:style>
      </p:cxnSp>
      <p:cxnSp>
        <p:nvCxnSpPr>
          <p:cNvPr id="5" name="Straight Connector 4"/>
          <p:cNvCxnSpPr/>
          <p:nvPr/>
        </p:nvCxnSpPr>
        <p:spPr>
          <a:xfrm flipV="1">
            <a:off x="472083" y="423248"/>
            <a:ext cx="0" cy="555277"/>
          </a:xfrm>
          <a:prstGeom prst="line">
            <a:avLst/>
          </a:prstGeom>
        </p:spPr>
        <p:style>
          <a:lnRef idx="2">
            <a:schemeClr val="dk1"/>
          </a:lnRef>
          <a:fillRef idx="0">
            <a:schemeClr val="dk1"/>
          </a:fillRef>
          <a:effectRef idx="1">
            <a:schemeClr val="dk1"/>
          </a:effectRef>
          <a:fontRef idx="minor">
            <a:schemeClr val="tx1"/>
          </a:fontRef>
        </p:style>
      </p:cxnSp>
      <p:cxnSp>
        <p:nvCxnSpPr>
          <p:cNvPr id="6" name="Straight Connector 5"/>
          <p:cNvCxnSpPr/>
          <p:nvPr/>
        </p:nvCxnSpPr>
        <p:spPr>
          <a:xfrm flipH="1" flipV="1">
            <a:off x="470171" y="1089589"/>
            <a:ext cx="1912" cy="4298063"/>
          </a:xfrm>
          <a:prstGeom prst="line">
            <a:avLst/>
          </a:prstGeom>
        </p:spPr>
        <p:style>
          <a:lnRef idx="2">
            <a:schemeClr val="dk1"/>
          </a:lnRef>
          <a:fillRef idx="0">
            <a:schemeClr val="dk1"/>
          </a:fillRef>
          <a:effectRef idx="1">
            <a:schemeClr val="dk1"/>
          </a:effectRef>
          <a:fontRef idx="minor">
            <a:schemeClr val="tx1"/>
          </a:fontRef>
        </p:style>
      </p:cxnSp>
      <p:sp>
        <p:nvSpPr>
          <p:cNvPr id="7" name="object 5"/>
          <p:cNvSpPr/>
          <p:nvPr/>
        </p:nvSpPr>
        <p:spPr>
          <a:xfrm>
            <a:off x="2919498" y="2494606"/>
            <a:ext cx="4462272" cy="985519"/>
          </a:xfrm>
          <a:prstGeom prst="rect">
            <a:avLst/>
          </a:prstGeom>
          <a:blipFill>
            <a:blip r:embed="rId2" cstate="print"/>
            <a:stretch>
              <a:fillRect/>
            </a:stretch>
          </a:blipFill>
        </p:spPr>
        <p:txBody>
          <a:bodyPr wrap="square" lIns="0" tIns="0" rIns="0" bIns="0" rtlCol="0"/>
          <a:lstStyle/>
          <a:p>
            <a:endParaRPr sz="24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solidFill>
                  <a:srgbClr val="942D6D"/>
                </a:solidFill>
              </a:rPr>
              <a:t>ML model validation Techniques</a:t>
            </a:r>
            <a:endParaRPr lang="en-US" dirty="0">
              <a:solidFill>
                <a:srgbClr val="942D6D"/>
              </a:solidFill>
            </a:endParaRPr>
          </a:p>
        </p:txBody>
      </p:sp>
      <p:sp>
        <p:nvSpPr>
          <p:cNvPr id="3" name="Text Placeholder 2"/>
          <p:cNvSpPr>
            <a:spLocks noGrp="1"/>
          </p:cNvSpPr>
          <p:nvPr>
            <p:ph type="body" sz="quarter" idx="10"/>
          </p:nvPr>
        </p:nvSpPr>
        <p:spPr>
          <a:xfrm>
            <a:off x="794694" y="1331069"/>
            <a:ext cx="11159866" cy="4749691"/>
          </a:xfrm>
        </p:spPr>
        <p:txBody>
          <a:bodyPr/>
          <a:lstStyle/>
          <a:p>
            <a:r>
              <a:rPr lang="en-US" dirty="0">
                <a:solidFill>
                  <a:schemeClr val="bg2">
                    <a:lumMod val="25000"/>
                  </a:schemeClr>
                </a:solidFill>
                <a:hlinkClick r:id="rId3"/>
              </a:rPr>
              <a:t>https://www.youtube.com/watch?v=gJo0uNL-5Qw</a:t>
            </a:r>
            <a:r>
              <a:rPr lang="en-US" dirty="0">
                <a:solidFill>
                  <a:schemeClr val="bg2">
                    <a:lumMod val="25000"/>
                  </a:schemeClr>
                </a:solidFill>
              </a:rPr>
              <a:t> </a:t>
            </a:r>
          </a:p>
          <a:p>
            <a:r>
              <a:rPr lang="en-US" dirty="0">
                <a:solidFill>
                  <a:schemeClr val="bg2">
                    <a:lumMod val="25000"/>
                  </a:schemeClr>
                </a:solidFill>
                <a:hlinkClick r:id="rId4"/>
              </a:rPr>
              <a:t>https://www.analyticsvidhya.com/blog/2022/02/k-fold-cross-validation-technique-and-its-essentials/#h-what-is-accuracy-of-the-model-and-performance</a:t>
            </a:r>
            <a:r>
              <a:rPr lang="en-US" dirty="0">
                <a:solidFill>
                  <a:schemeClr val="bg2">
                    <a:lumMod val="25000"/>
                  </a:schemeClr>
                </a:solidFill>
              </a:rPr>
              <a:t> </a:t>
            </a:r>
          </a:p>
        </p:txBody>
      </p:sp>
      <p:cxnSp>
        <p:nvCxnSpPr>
          <p:cNvPr id="4" name="Straight Connector 3"/>
          <p:cNvCxnSpPr/>
          <p:nvPr/>
        </p:nvCxnSpPr>
        <p:spPr>
          <a:xfrm flipH="1">
            <a:off x="601791" y="1070621"/>
            <a:ext cx="8161323" cy="0"/>
          </a:xfrm>
          <a:prstGeom prst="line">
            <a:avLst/>
          </a:prstGeom>
        </p:spPr>
        <p:style>
          <a:lnRef idx="2">
            <a:schemeClr val="dk1"/>
          </a:lnRef>
          <a:fillRef idx="0">
            <a:schemeClr val="dk1"/>
          </a:fillRef>
          <a:effectRef idx="1">
            <a:schemeClr val="dk1"/>
          </a:effectRef>
          <a:fontRef idx="minor">
            <a:schemeClr val="tx1"/>
          </a:fontRef>
        </p:style>
      </p:cxnSp>
      <p:cxnSp>
        <p:nvCxnSpPr>
          <p:cNvPr id="5" name="Straight Connector 4"/>
          <p:cNvCxnSpPr/>
          <p:nvPr/>
        </p:nvCxnSpPr>
        <p:spPr>
          <a:xfrm flipV="1">
            <a:off x="472083" y="423248"/>
            <a:ext cx="0" cy="555277"/>
          </a:xfrm>
          <a:prstGeom prst="line">
            <a:avLst/>
          </a:prstGeom>
        </p:spPr>
        <p:style>
          <a:lnRef idx="2">
            <a:schemeClr val="dk1"/>
          </a:lnRef>
          <a:fillRef idx="0">
            <a:schemeClr val="dk1"/>
          </a:fillRef>
          <a:effectRef idx="1">
            <a:schemeClr val="dk1"/>
          </a:effectRef>
          <a:fontRef idx="minor">
            <a:schemeClr val="tx1"/>
          </a:fontRef>
        </p:style>
      </p:cxnSp>
      <p:cxnSp>
        <p:nvCxnSpPr>
          <p:cNvPr id="6" name="Straight Connector 5"/>
          <p:cNvCxnSpPr/>
          <p:nvPr/>
        </p:nvCxnSpPr>
        <p:spPr>
          <a:xfrm flipH="1" flipV="1">
            <a:off x="470171" y="1089589"/>
            <a:ext cx="1912" cy="4298063"/>
          </a:xfrm>
          <a:prstGeom prst="line">
            <a:avLst/>
          </a:prstGeom>
        </p:spPr>
        <p:style>
          <a:lnRef idx="2">
            <a:schemeClr val="dk1"/>
          </a:lnRef>
          <a:fillRef idx="0">
            <a:schemeClr val="dk1"/>
          </a:fillRef>
          <a:effectRef idx="1">
            <a:schemeClr val="dk1"/>
          </a:effectRef>
          <a:fontRef idx="minor">
            <a:schemeClr val="tx1"/>
          </a:fontRef>
        </p:style>
      </p:cxn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solidFill>
                  <a:srgbClr val="942D6D"/>
                </a:solidFill>
              </a:rPr>
              <a:t>Confusion matrix </a:t>
            </a:r>
            <a:endParaRPr lang="en-US" dirty="0">
              <a:solidFill>
                <a:srgbClr val="942D6D"/>
              </a:solidFill>
            </a:endParaRPr>
          </a:p>
        </p:txBody>
      </p:sp>
      <p:sp>
        <p:nvSpPr>
          <p:cNvPr id="3" name="Text Placeholder 2"/>
          <p:cNvSpPr>
            <a:spLocks noGrp="1"/>
          </p:cNvSpPr>
          <p:nvPr>
            <p:ph type="body" sz="quarter" idx="10"/>
          </p:nvPr>
        </p:nvSpPr>
        <p:spPr>
          <a:xfrm>
            <a:off x="877821" y="1585765"/>
            <a:ext cx="10712388" cy="4799795"/>
          </a:xfrm>
        </p:spPr>
        <p:txBody>
          <a:bodyPr/>
          <a:lstStyle/>
          <a:p>
            <a:pPr marL="473075" marR="6985" indent="-457200">
              <a:lnSpc>
                <a:spcPct val="115000"/>
              </a:lnSpc>
              <a:spcBef>
                <a:spcPts val="135"/>
              </a:spcBef>
              <a:tabLst>
                <a:tab pos="456565" algn="l"/>
                <a:tab pos="457835" algn="l"/>
              </a:tabLst>
            </a:pPr>
            <a:r>
              <a:rPr lang="en-GB" spc="-260" dirty="0">
                <a:solidFill>
                  <a:schemeClr val="tx1">
                    <a:lumMod val="75000"/>
                    <a:lumOff val="25000"/>
                  </a:schemeClr>
                </a:solidFill>
                <a:cs typeface="Arial Black" panose="020B0A04020102020204"/>
              </a:rPr>
              <a:t>Shows </a:t>
            </a:r>
            <a:r>
              <a:rPr lang="en-GB" spc="-240" dirty="0">
                <a:solidFill>
                  <a:schemeClr val="tx1">
                    <a:lumMod val="75000"/>
                    <a:lumOff val="25000"/>
                  </a:schemeClr>
                </a:solidFill>
                <a:cs typeface="Arial Black" panose="020B0A04020102020204"/>
              </a:rPr>
              <a:t>a </a:t>
            </a:r>
            <a:r>
              <a:rPr lang="en-GB" spc="-160" dirty="0">
                <a:solidFill>
                  <a:schemeClr val="tx1">
                    <a:lumMod val="75000"/>
                    <a:lumOff val="25000"/>
                  </a:schemeClr>
                </a:solidFill>
                <a:cs typeface="Arial Black" panose="020B0A04020102020204"/>
              </a:rPr>
              <a:t>more </a:t>
            </a:r>
            <a:r>
              <a:rPr lang="en-GB" spc="-187" dirty="0">
                <a:solidFill>
                  <a:schemeClr val="tx1">
                    <a:lumMod val="75000"/>
                    <a:lumOff val="25000"/>
                  </a:schemeClr>
                </a:solidFill>
                <a:cs typeface="Arial Black" panose="020B0A04020102020204"/>
              </a:rPr>
              <a:t>detailed </a:t>
            </a:r>
            <a:r>
              <a:rPr lang="en-GB" spc="-193" dirty="0">
                <a:solidFill>
                  <a:schemeClr val="tx1">
                    <a:lumMod val="75000"/>
                    <a:lumOff val="25000"/>
                  </a:schemeClr>
                </a:solidFill>
                <a:cs typeface="Arial Black" panose="020B0A04020102020204"/>
              </a:rPr>
              <a:t>breakdown </a:t>
            </a:r>
            <a:r>
              <a:rPr lang="en-GB" spc="-133" dirty="0">
                <a:solidFill>
                  <a:schemeClr val="tx1">
                    <a:lumMod val="75000"/>
                    <a:lumOff val="25000"/>
                  </a:schemeClr>
                </a:solidFill>
                <a:cs typeface="Arial Black" panose="020B0A04020102020204"/>
              </a:rPr>
              <a:t>of </a:t>
            </a:r>
            <a:r>
              <a:rPr lang="en-GB" spc="-227" dirty="0">
                <a:solidFill>
                  <a:schemeClr val="tx1">
                    <a:lumMod val="75000"/>
                    <a:lumOff val="25000"/>
                  </a:schemeClr>
                </a:solidFill>
                <a:cs typeface="Arial Black" panose="020B0A04020102020204"/>
              </a:rPr>
              <a:t>correct </a:t>
            </a:r>
            <a:r>
              <a:rPr lang="en-GB" spc="-167" dirty="0">
                <a:solidFill>
                  <a:schemeClr val="tx1">
                    <a:lumMod val="75000"/>
                    <a:lumOff val="25000"/>
                  </a:schemeClr>
                </a:solidFill>
                <a:cs typeface="Arial Black" panose="020B0A04020102020204"/>
              </a:rPr>
              <a:t>and </a:t>
            </a:r>
            <a:r>
              <a:rPr lang="en-GB" spc="-213" dirty="0">
                <a:solidFill>
                  <a:schemeClr val="tx1">
                    <a:lumMod val="75000"/>
                    <a:lumOff val="25000"/>
                  </a:schemeClr>
                </a:solidFill>
                <a:cs typeface="Arial Black" panose="020B0A04020102020204"/>
              </a:rPr>
              <a:t>incorrect </a:t>
            </a:r>
            <a:r>
              <a:rPr lang="en-GB" spc="-233" dirty="0">
                <a:solidFill>
                  <a:schemeClr val="tx1">
                    <a:lumMod val="75000"/>
                    <a:lumOff val="25000"/>
                  </a:schemeClr>
                </a:solidFill>
                <a:cs typeface="Arial Black" panose="020B0A04020102020204"/>
              </a:rPr>
              <a:t>classifications </a:t>
            </a:r>
            <a:r>
              <a:rPr lang="en-GB" spc="-113" dirty="0">
                <a:solidFill>
                  <a:schemeClr val="tx1">
                    <a:lumMod val="75000"/>
                    <a:lumOff val="25000"/>
                  </a:schemeClr>
                </a:solidFill>
                <a:cs typeface="Arial Black" panose="020B0A04020102020204"/>
              </a:rPr>
              <a:t>for </a:t>
            </a:r>
            <a:r>
              <a:rPr lang="en-GB" spc="-260" dirty="0">
                <a:solidFill>
                  <a:schemeClr val="tx1">
                    <a:lumMod val="75000"/>
                    <a:lumOff val="25000"/>
                  </a:schemeClr>
                </a:solidFill>
                <a:cs typeface="Arial Black" panose="020B0A04020102020204"/>
              </a:rPr>
              <a:t>each  </a:t>
            </a:r>
            <a:r>
              <a:rPr lang="en-GB" spc="-267" dirty="0">
                <a:solidFill>
                  <a:schemeClr val="tx1">
                    <a:lumMod val="75000"/>
                    <a:lumOff val="25000"/>
                  </a:schemeClr>
                </a:solidFill>
                <a:cs typeface="Arial Black" panose="020B0A04020102020204"/>
              </a:rPr>
              <a:t>class.</a:t>
            </a:r>
          </a:p>
          <a:p>
            <a:pPr marL="473075" marR="6985" indent="-457200">
              <a:lnSpc>
                <a:spcPct val="115000"/>
              </a:lnSpc>
              <a:spcBef>
                <a:spcPts val="135"/>
              </a:spcBef>
              <a:tabLst>
                <a:tab pos="456565" algn="l"/>
                <a:tab pos="457835" algn="l"/>
              </a:tabLst>
            </a:pPr>
            <a:r>
              <a:rPr lang="en-GB" spc="-220" dirty="0">
                <a:solidFill>
                  <a:schemeClr val="tx1">
                    <a:lumMod val="75000"/>
                    <a:lumOff val="25000"/>
                  </a:schemeClr>
                </a:solidFill>
                <a:cs typeface="Arial Black" panose="020B0A04020102020204"/>
              </a:rPr>
              <a:t>Think </a:t>
            </a:r>
            <a:r>
              <a:rPr lang="en-GB" spc="-167" dirty="0">
                <a:solidFill>
                  <a:schemeClr val="tx1">
                    <a:lumMod val="75000"/>
                    <a:lumOff val="25000"/>
                  </a:schemeClr>
                </a:solidFill>
                <a:cs typeface="Arial Black" panose="020B0A04020102020204"/>
              </a:rPr>
              <a:t>about </a:t>
            </a:r>
            <a:r>
              <a:rPr lang="en-GB" spc="-113" dirty="0">
                <a:solidFill>
                  <a:schemeClr val="tx1">
                    <a:lumMod val="75000"/>
                    <a:lumOff val="25000"/>
                  </a:schemeClr>
                </a:solidFill>
                <a:cs typeface="Arial Black" panose="020B0A04020102020204"/>
              </a:rPr>
              <a:t>our </a:t>
            </a:r>
            <a:r>
              <a:rPr lang="en-GB" spc="-173" dirty="0">
                <a:solidFill>
                  <a:schemeClr val="tx1">
                    <a:lumMod val="75000"/>
                    <a:lumOff val="25000"/>
                  </a:schemeClr>
                </a:solidFill>
                <a:cs typeface="Arial Black" panose="020B0A04020102020204"/>
              </a:rPr>
              <a:t>previous </a:t>
            </a:r>
            <a:r>
              <a:rPr lang="en-GB" spc="-213" dirty="0">
                <a:solidFill>
                  <a:schemeClr val="tx1">
                    <a:lumMod val="75000"/>
                    <a:lumOff val="25000"/>
                  </a:schemeClr>
                </a:solidFill>
                <a:cs typeface="Arial Black" panose="020B0A04020102020204"/>
              </a:rPr>
              <a:t>example </a:t>
            </a:r>
            <a:r>
              <a:rPr lang="en-GB" spc="-167" dirty="0">
                <a:solidFill>
                  <a:schemeClr val="tx1">
                    <a:lumMod val="75000"/>
                    <a:lumOff val="25000"/>
                  </a:schemeClr>
                </a:solidFill>
                <a:cs typeface="Arial Black" panose="020B0A04020102020204"/>
              </a:rPr>
              <a:t>and then </a:t>
            </a:r>
            <a:r>
              <a:rPr lang="en-GB" spc="-187" dirty="0">
                <a:solidFill>
                  <a:schemeClr val="tx1">
                    <a:lumMod val="75000"/>
                    <a:lumOff val="25000"/>
                  </a:schemeClr>
                </a:solidFill>
                <a:cs typeface="Arial Black" panose="020B0A04020102020204"/>
              </a:rPr>
              <a:t>the confusion </a:t>
            </a:r>
            <a:r>
              <a:rPr lang="en-GB" spc="-200" dirty="0">
                <a:solidFill>
                  <a:schemeClr val="tx1">
                    <a:lumMod val="75000"/>
                    <a:lumOff val="25000"/>
                  </a:schemeClr>
                </a:solidFill>
                <a:cs typeface="Arial Black" panose="020B0A04020102020204"/>
              </a:rPr>
              <a:t>matrix </a:t>
            </a:r>
            <a:r>
              <a:rPr lang="en-GB" spc="-213" dirty="0">
                <a:solidFill>
                  <a:schemeClr val="tx1">
                    <a:lumMod val="75000"/>
                    <a:lumOff val="25000"/>
                  </a:schemeClr>
                </a:solidFill>
                <a:cs typeface="Arial Black" panose="020B0A04020102020204"/>
              </a:rPr>
              <a:t>looks</a:t>
            </a:r>
            <a:r>
              <a:rPr lang="en-GB" spc="73" dirty="0">
                <a:solidFill>
                  <a:schemeClr val="tx1">
                    <a:lumMod val="75000"/>
                    <a:lumOff val="25000"/>
                  </a:schemeClr>
                </a:solidFill>
                <a:cs typeface="Arial Black" panose="020B0A04020102020204"/>
              </a:rPr>
              <a:t> </a:t>
            </a:r>
            <a:r>
              <a:rPr lang="en-GB" spc="-207" dirty="0">
                <a:solidFill>
                  <a:schemeClr val="tx1">
                    <a:lumMod val="75000"/>
                    <a:lumOff val="25000"/>
                  </a:schemeClr>
                </a:solidFill>
                <a:cs typeface="Arial Black" panose="020B0A04020102020204"/>
              </a:rPr>
              <a:t>like:</a:t>
            </a:r>
          </a:p>
          <a:p>
            <a:pPr marL="473075" marR="6985" indent="-457200">
              <a:lnSpc>
                <a:spcPct val="115000"/>
              </a:lnSpc>
              <a:spcBef>
                <a:spcPts val="135"/>
              </a:spcBef>
              <a:tabLst>
                <a:tab pos="456565" algn="l"/>
                <a:tab pos="457835" algn="l"/>
              </a:tabLst>
            </a:pPr>
            <a:endParaRPr lang="en-GB" spc="-207" dirty="0">
              <a:solidFill>
                <a:schemeClr val="tx1">
                  <a:lumMod val="75000"/>
                  <a:lumOff val="25000"/>
                </a:schemeClr>
              </a:solidFill>
              <a:cs typeface="Arial Black" panose="020B0A04020102020204"/>
            </a:endParaRPr>
          </a:p>
          <a:p>
            <a:pPr marL="473075" marR="6985" indent="-457200">
              <a:lnSpc>
                <a:spcPct val="115000"/>
              </a:lnSpc>
              <a:spcBef>
                <a:spcPts val="135"/>
              </a:spcBef>
              <a:tabLst>
                <a:tab pos="456565" algn="l"/>
                <a:tab pos="457835" algn="l"/>
              </a:tabLst>
            </a:pPr>
            <a:endParaRPr lang="en-GB" spc="-207" dirty="0">
              <a:solidFill>
                <a:schemeClr val="tx1">
                  <a:lumMod val="75000"/>
                  <a:lumOff val="25000"/>
                </a:schemeClr>
              </a:solidFill>
              <a:cs typeface="Arial Black" panose="020B0A04020102020204"/>
            </a:endParaRPr>
          </a:p>
          <a:p>
            <a:pPr marL="473075" marR="6985" indent="-457200">
              <a:lnSpc>
                <a:spcPct val="115000"/>
              </a:lnSpc>
              <a:spcBef>
                <a:spcPts val="135"/>
              </a:spcBef>
              <a:tabLst>
                <a:tab pos="456565" algn="l"/>
                <a:tab pos="457835" algn="l"/>
              </a:tabLst>
            </a:pPr>
            <a:endParaRPr lang="en-GB" spc="-207" dirty="0">
              <a:solidFill>
                <a:schemeClr val="tx1">
                  <a:lumMod val="75000"/>
                  <a:lumOff val="25000"/>
                </a:schemeClr>
              </a:solidFill>
              <a:cs typeface="Arial Black" panose="020B0A04020102020204"/>
            </a:endParaRPr>
          </a:p>
          <a:p>
            <a:pPr marL="473075" indent="-457200">
              <a:spcBef>
                <a:spcPts val="125"/>
              </a:spcBef>
              <a:tabLst>
                <a:tab pos="456565" algn="l"/>
                <a:tab pos="457835" algn="l"/>
              </a:tabLst>
            </a:pPr>
            <a:r>
              <a:rPr lang="en-GB" spc="-180" dirty="0">
                <a:solidFill>
                  <a:schemeClr val="tx1">
                    <a:lumMod val="75000"/>
                    <a:lumOff val="25000"/>
                  </a:schemeClr>
                </a:solidFill>
                <a:cs typeface="Arial Black" panose="020B0A04020102020204"/>
              </a:rPr>
              <a:t>What </a:t>
            </a:r>
            <a:r>
              <a:rPr lang="en-GB" spc="-233" dirty="0">
                <a:solidFill>
                  <a:schemeClr val="tx1">
                    <a:lumMod val="75000"/>
                    <a:lumOff val="25000"/>
                  </a:schemeClr>
                </a:solidFill>
                <a:cs typeface="Arial Black" panose="020B0A04020102020204"/>
              </a:rPr>
              <a:t>is </a:t>
            </a:r>
            <a:r>
              <a:rPr lang="en-GB" spc="-180" dirty="0">
                <a:solidFill>
                  <a:schemeClr val="tx1">
                    <a:lumMod val="75000"/>
                    <a:lumOff val="25000"/>
                  </a:schemeClr>
                </a:solidFill>
                <a:cs typeface="Arial Black" panose="020B0A04020102020204"/>
              </a:rPr>
              <a:t>the </a:t>
            </a:r>
            <a:r>
              <a:rPr lang="en-GB" spc="-280" dirty="0">
                <a:solidFill>
                  <a:schemeClr val="tx1">
                    <a:lumMod val="75000"/>
                    <a:lumOff val="25000"/>
                  </a:schemeClr>
                </a:solidFill>
                <a:cs typeface="Arial Black" panose="020B0A04020102020204"/>
              </a:rPr>
              <a:t>accuracy </a:t>
            </a:r>
            <a:r>
              <a:rPr lang="en-GB" spc="-193" dirty="0">
                <a:solidFill>
                  <a:schemeClr val="tx1">
                    <a:lumMod val="75000"/>
                    <a:lumOff val="25000"/>
                  </a:schemeClr>
                </a:solidFill>
                <a:cs typeface="Arial Black" panose="020B0A04020102020204"/>
              </a:rPr>
              <a:t>that </a:t>
            </a:r>
            <a:r>
              <a:rPr lang="en-GB" spc="-200" dirty="0">
                <a:solidFill>
                  <a:schemeClr val="tx1">
                    <a:lumMod val="75000"/>
                    <a:lumOff val="25000"/>
                  </a:schemeClr>
                </a:solidFill>
                <a:cs typeface="Arial Black" panose="020B0A04020102020204"/>
              </a:rPr>
              <a:t>positive </a:t>
            </a:r>
            <a:r>
              <a:rPr lang="en-GB" spc="-287" dirty="0">
                <a:solidFill>
                  <a:schemeClr val="tx1">
                    <a:lumMod val="75000"/>
                    <a:lumOff val="25000"/>
                  </a:schemeClr>
                </a:solidFill>
                <a:cs typeface="Arial Black" panose="020B0A04020102020204"/>
              </a:rPr>
              <a:t>class </a:t>
            </a:r>
            <a:r>
              <a:rPr lang="en-GB" spc="-220" dirty="0">
                <a:solidFill>
                  <a:schemeClr val="tx1">
                    <a:lumMod val="75000"/>
                    <a:lumOff val="25000"/>
                  </a:schemeClr>
                </a:solidFill>
                <a:cs typeface="Arial Black" panose="020B0A04020102020204"/>
              </a:rPr>
              <a:t>has </a:t>
            </a:r>
            <a:r>
              <a:rPr lang="en-GB" spc="-393" dirty="0">
                <a:solidFill>
                  <a:schemeClr val="tx1">
                    <a:lumMod val="75000"/>
                    <a:lumOff val="25000"/>
                  </a:schemeClr>
                </a:solidFill>
                <a:cs typeface="Arial Black" panose="020B0A04020102020204"/>
              </a:rPr>
              <a:t>? </a:t>
            </a:r>
            <a:r>
              <a:rPr lang="en-GB" spc="-187" dirty="0">
                <a:solidFill>
                  <a:schemeClr val="tx1">
                    <a:lumMod val="75000"/>
                    <a:lumOff val="25000"/>
                  </a:schemeClr>
                </a:solidFill>
                <a:cs typeface="Arial Black" panose="020B0A04020102020204"/>
              </a:rPr>
              <a:t>And </a:t>
            </a:r>
            <a:r>
              <a:rPr lang="en-GB" spc="-220" dirty="0">
                <a:solidFill>
                  <a:schemeClr val="tx1">
                    <a:lumMod val="75000"/>
                    <a:lumOff val="25000"/>
                  </a:schemeClr>
                </a:solidFill>
                <a:cs typeface="Arial Black" panose="020B0A04020102020204"/>
              </a:rPr>
              <a:t>Negative</a:t>
            </a:r>
            <a:r>
              <a:rPr lang="en-GB" spc="-40" dirty="0">
                <a:solidFill>
                  <a:schemeClr val="tx1">
                    <a:lumMod val="75000"/>
                    <a:lumOff val="25000"/>
                  </a:schemeClr>
                </a:solidFill>
                <a:cs typeface="Arial Black" panose="020B0A04020102020204"/>
              </a:rPr>
              <a:t> </a:t>
            </a:r>
            <a:r>
              <a:rPr lang="en-GB" spc="-305" dirty="0">
                <a:solidFill>
                  <a:schemeClr val="tx1">
                    <a:lumMod val="75000"/>
                    <a:lumOff val="25000"/>
                  </a:schemeClr>
                </a:solidFill>
                <a:cs typeface="Arial Black" panose="020B0A04020102020204"/>
              </a:rPr>
              <a:t>class?</a:t>
            </a:r>
            <a:endParaRPr lang="en-GB" dirty="0">
              <a:solidFill>
                <a:schemeClr val="tx1">
                  <a:lumMod val="75000"/>
                  <a:lumOff val="25000"/>
                </a:schemeClr>
              </a:solidFill>
              <a:cs typeface="Arial Black" panose="020B0A04020102020204"/>
            </a:endParaRPr>
          </a:p>
          <a:p>
            <a:pPr marL="473075" indent="-457200">
              <a:tabLst>
                <a:tab pos="456565" algn="l"/>
                <a:tab pos="457835" algn="l"/>
              </a:tabLst>
            </a:pPr>
            <a:r>
              <a:rPr lang="en-GB" spc="-213" dirty="0">
                <a:solidFill>
                  <a:schemeClr val="tx1">
                    <a:lumMod val="75000"/>
                    <a:lumOff val="25000"/>
                  </a:schemeClr>
                </a:solidFill>
                <a:cs typeface="Arial Black" panose="020B0A04020102020204"/>
              </a:rPr>
              <a:t>Clearly, </a:t>
            </a:r>
            <a:r>
              <a:rPr lang="en-GB" spc="-200" dirty="0">
                <a:solidFill>
                  <a:schemeClr val="tx1">
                    <a:lumMod val="75000"/>
                    <a:lumOff val="25000"/>
                  </a:schemeClr>
                </a:solidFill>
                <a:cs typeface="Arial Black" panose="020B0A04020102020204"/>
              </a:rPr>
              <a:t>positive </a:t>
            </a:r>
            <a:r>
              <a:rPr lang="en-GB" spc="-287" dirty="0">
                <a:solidFill>
                  <a:schemeClr val="tx1">
                    <a:lumMod val="75000"/>
                    <a:lumOff val="25000"/>
                  </a:schemeClr>
                </a:solidFill>
                <a:cs typeface="Arial Black" panose="020B0A04020102020204"/>
              </a:rPr>
              <a:t>class </a:t>
            </a:r>
            <a:r>
              <a:rPr lang="en-GB" spc="-220" dirty="0">
                <a:solidFill>
                  <a:schemeClr val="tx1">
                    <a:lumMod val="75000"/>
                    <a:lumOff val="25000"/>
                  </a:schemeClr>
                </a:solidFill>
                <a:cs typeface="Arial Black" panose="020B0A04020102020204"/>
              </a:rPr>
              <a:t>has </a:t>
            </a:r>
            <a:r>
              <a:rPr lang="en-GB" spc="-200" dirty="0">
                <a:solidFill>
                  <a:schemeClr val="tx1">
                    <a:lumMod val="75000"/>
                    <a:lumOff val="25000"/>
                  </a:schemeClr>
                </a:solidFill>
                <a:cs typeface="Arial Black" panose="020B0A04020102020204"/>
              </a:rPr>
              <a:t>lower </a:t>
            </a:r>
            <a:r>
              <a:rPr lang="en-GB" spc="-272" dirty="0">
                <a:solidFill>
                  <a:schemeClr val="tx1">
                    <a:lumMod val="75000"/>
                    <a:lumOff val="25000"/>
                  </a:schemeClr>
                </a:solidFill>
                <a:cs typeface="Arial Black" panose="020B0A04020102020204"/>
              </a:rPr>
              <a:t>accuracy  </a:t>
            </a:r>
            <a:r>
              <a:rPr lang="en-GB" spc="-173" dirty="0">
                <a:solidFill>
                  <a:schemeClr val="tx1">
                    <a:lumMod val="75000"/>
                    <a:lumOff val="25000"/>
                  </a:schemeClr>
                </a:solidFill>
                <a:cs typeface="Arial Black" panose="020B0A04020102020204"/>
              </a:rPr>
              <a:t>than </a:t>
            </a:r>
            <a:r>
              <a:rPr lang="en-GB" spc="-187" dirty="0">
                <a:solidFill>
                  <a:schemeClr val="tx1">
                    <a:lumMod val="75000"/>
                    <a:lumOff val="25000"/>
                  </a:schemeClr>
                </a:solidFill>
                <a:cs typeface="Arial Black" panose="020B0A04020102020204"/>
              </a:rPr>
              <a:t>the </a:t>
            </a:r>
            <a:r>
              <a:rPr lang="en-GB" spc="-213" dirty="0">
                <a:solidFill>
                  <a:schemeClr val="tx1">
                    <a:lumMod val="75000"/>
                    <a:lumOff val="25000"/>
                  </a:schemeClr>
                </a:solidFill>
                <a:cs typeface="Arial Black" panose="020B0A04020102020204"/>
              </a:rPr>
              <a:t>negative</a:t>
            </a:r>
            <a:r>
              <a:rPr lang="en-GB" spc="13" dirty="0">
                <a:solidFill>
                  <a:schemeClr val="tx1">
                    <a:lumMod val="75000"/>
                    <a:lumOff val="25000"/>
                  </a:schemeClr>
                </a:solidFill>
                <a:cs typeface="Arial Black" panose="020B0A04020102020204"/>
              </a:rPr>
              <a:t> </a:t>
            </a:r>
            <a:r>
              <a:rPr lang="en-GB" spc="-287" dirty="0">
                <a:solidFill>
                  <a:schemeClr val="tx1">
                    <a:lumMod val="75000"/>
                    <a:lumOff val="25000"/>
                  </a:schemeClr>
                </a:solidFill>
                <a:cs typeface="Arial Black" panose="020B0A04020102020204"/>
              </a:rPr>
              <a:t>class</a:t>
            </a:r>
          </a:p>
          <a:p>
            <a:pPr marL="473075" indent="-457200">
              <a:tabLst>
                <a:tab pos="456565" algn="l"/>
                <a:tab pos="457835" algn="l"/>
              </a:tabLst>
            </a:pPr>
            <a:r>
              <a:rPr lang="en-GB" spc="-187" dirty="0">
                <a:solidFill>
                  <a:schemeClr val="tx1">
                    <a:lumMod val="75000"/>
                    <a:lumOff val="25000"/>
                  </a:schemeClr>
                </a:solidFill>
                <a:cs typeface="Arial Black" panose="020B0A04020102020204"/>
              </a:rPr>
              <a:t>And </a:t>
            </a:r>
            <a:r>
              <a:rPr lang="en-GB" spc="-193" dirty="0">
                <a:solidFill>
                  <a:schemeClr val="tx1">
                    <a:lumMod val="75000"/>
                    <a:lumOff val="25000"/>
                  </a:schemeClr>
                </a:solidFill>
                <a:cs typeface="Arial Black" panose="020B0A04020102020204"/>
              </a:rPr>
              <a:t>that </a:t>
            </a:r>
            <a:r>
              <a:rPr lang="en-GB" spc="-152" dirty="0">
                <a:solidFill>
                  <a:schemeClr val="tx1">
                    <a:lumMod val="75000"/>
                    <a:lumOff val="25000"/>
                  </a:schemeClr>
                </a:solidFill>
                <a:cs typeface="Arial Black" panose="020B0A04020102020204"/>
              </a:rPr>
              <a:t>information </a:t>
            </a:r>
            <a:r>
              <a:rPr lang="en-GB" spc="-233" dirty="0">
                <a:solidFill>
                  <a:schemeClr val="tx1">
                    <a:lumMod val="75000"/>
                    <a:lumOff val="25000"/>
                  </a:schemeClr>
                </a:solidFill>
                <a:cs typeface="Arial Black" panose="020B0A04020102020204"/>
              </a:rPr>
              <a:t>is </a:t>
            </a:r>
            <a:r>
              <a:rPr lang="en-GB" spc="-200" dirty="0">
                <a:solidFill>
                  <a:schemeClr val="tx1">
                    <a:lumMod val="75000"/>
                    <a:lumOff val="25000"/>
                  </a:schemeClr>
                </a:solidFill>
                <a:cs typeface="Arial Black" panose="020B0A04020102020204"/>
              </a:rPr>
              <a:t>lost </a:t>
            </a:r>
            <a:r>
              <a:rPr lang="en-GB" spc="-147" dirty="0">
                <a:solidFill>
                  <a:schemeClr val="tx1">
                    <a:lumMod val="75000"/>
                    <a:lumOff val="25000"/>
                  </a:schemeClr>
                </a:solidFill>
                <a:cs typeface="Arial Black" panose="020B0A04020102020204"/>
              </a:rPr>
              <a:t>if </a:t>
            </a:r>
            <a:r>
              <a:rPr lang="en-GB" spc="-305" dirty="0">
                <a:solidFill>
                  <a:schemeClr val="tx1">
                    <a:lumMod val="75000"/>
                    <a:lumOff val="25000"/>
                  </a:schemeClr>
                </a:solidFill>
                <a:cs typeface="Arial Black" panose="020B0A04020102020204"/>
              </a:rPr>
              <a:t>we  </a:t>
            </a:r>
            <a:r>
              <a:rPr lang="en-GB" spc="-253" dirty="0">
                <a:solidFill>
                  <a:schemeClr val="tx1">
                    <a:lumMod val="75000"/>
                    <a:lumOff val="25000"/>
                  </a:schemeClr>
                </a:solidFill>
                <a:cs typeface="Arial Black" panose="020B0A04020102020204"/>
              </a:rPr>
              <a:t>calculate </a:t>
            </a:r>
            <a:r>
              <a:rPr lang="en-GB" spc="-187" dirty="0">
                <a:solidFill>
                  <a:schemeClr val="tx1">
                    <a:lumMod val="75000"/>
                    <a:lumOff val="25000"/>
                  </a:schemeClr>
                </a:solidFill>
                <a:cs typeface="Arial Black" panose="020B0A04020102020204"/>
              </a:rPr>
              <a:t>overall </a:t>
            </a:r>
            <a:r>
              <a:rPr lang="en-GB" spc="-272" dirty="0">
                <a:solidFill>
                  <a:schemeClr val="tx1">
                    <a:lumMod val="75000"/>
                    <a:lumOff val="25000"/>
                  </a:schemeClr>
                </a:solidFill>
                <a:cs typeface="Arial Black" panose="020B0A04020102020204"/>
              </a:rPr>
              <a:t>accuracy</a:t>
            </a:r>
            <a:r>
              <a:rPr lang="en-GB" spc="-73" dirty="0">
                <a:solidFill>
                  <a:schemeClr val="tx1">
                    <a:lumMod val="75000"/>
                    <a:lumOff val="25000"/>
                  </a:schemeClr>
                </a:solidFill>
                <a:cs typeface="Arial Black" panose="020B0A04020102020204"/>
              </a:rPr>
              <a:t> </a:t>
            </a:r>
            <a:r>
              <a:rPr lang="en-GB" spc="-167" dirty="0">
                <a:solidFill>
                  <a:schemeClr val="tx1">
                    <a:lumMod val="75000"/>
                    <a:lumOff val="25000"/>
                  </a:schemeClr>
                </a:solidFill>
                <a:cs typeface="Arial Black" panose="020B0A04020102020204"/>
              </a:rPr>
              <a:t>only.</a:t>
            </a:r>
          </a:p>
          <a:p>
            <a:pPr marL="457200" indent="-441325">
              <a:spcBef>
                <a:spcPts val="2515"/>
              </a:spcBef>
              <a:buFont typeface="Arial" panose="020B0604020202020204"/>
              <a:buChar char="●"/>
              <a:tabLst>
                <a:tab pos="456565" algn="l"/>
                <a:tab pos="457835" algn="l"/>
              </a:tabLst>
            </a:pPr>
            <a:endParaRPr lang="en-GB" dirty="0">
              <a:cs typeface="Arial Black" panose="020B0A04020102020204"/>
            </a:endParaRPr>
          </a:p>
          <a:p>
            <a:endParaRPr lang="en-US" dirty="0">
              <a:solidFill>
                <a:schemeClr val="bg2">
                  <a:lumMod val="25000"/>
                </a:schemeClr>
              </a:solidFill>
            </a:endParaRPr>
          </a:p>
        </p:txBody>
      </p:sp>
      <p:cxnSp>
        <p:nvCxnSpPr>
          <p:cNvPr id="4" name="Straight Connector 3"/>
          <p:cNvCxnSpPr/>
          <p:nvPr/>
        </p:nvCxnSpPr>
        <p:spPr>
          <a:xfrm flipH="1">
            <a:off x="601791" y="1070621"/>
            <a:ext cx="8161323" cy="0"/>
          </a:xfrm>
          <a:prstGeom prst="line">
            <a:avLst/>
          </a:prstGeom>
        </p:spPr>
        <p:style>
          <a:lnRef idx="2">
            <a:schemeClr val="dk1"/>
          </a:lnRef>
          <a:fillRef idx="0">
            <a:schemeClr val="dk1"/>
          </a:fillRef>
          <a:effectRef idx="1">
            <a:schemeClr val="dk1"/>
          </a:effectRef>
          <a:fontRef idx="minor">
            <a:schemeClr val="tx1"/>
          </a:fontRef>
        </p:style>
      </p:cxnSp>
      <p:cxnSp>
        <p:nvCxnSpPr>
          <p:cNvPr id="5" name="Straight Connector 4"/>
          <p:cNvCxnSpPr/>
          <p:nvPr/>
        </p:nvCxnSpPr>
        <p:spPr>
          <a:xfrm flipV="1">
            <a:off x="472083" y="423248"/>
            <a:ext cx="0" cy="555277"/>
          </a:xfrm>
          <a:prstGeom prst="line">
            <a:avLst/>
          </a:prstGeom>
        </p:spPr>
        <p:style>
          <a:lnRef idx="2">
            <a:schemeClr val="dk1"/>
          </a:lnRef>
          <a:fillRef idx="0">
            <a:schemeClr val="dk1"/>
          </a:fillRef>
          <a:effectRef idx="1">
            <a:schemeClr val="dk1"/>
          </a:effectRef>
          <a:fontRef idx="minor">
            <a:schemeClr val="tx1"/>
          </a:fontRef>
        </p:style>
      </p:cxnSp>
      <p:cxnSp>
        <p:nvCxnSpPr>
          <p:cNvPr id="6" name="Straight Connector 5"/>
          <p:cNvCxnSpPr/>
          <p:nvPr/>
        </p:nvCxnSpPr>
        <p:spPr>
          <a:xfrm flipH="1" flipV="1">
            <a:off x="470171" y="1089589"/>
            <a:ext cx="1912" cy="4298063"/>
          </a:xfrm>
          <a:prstGeom prst="line">
            <a:avLst/>
          </a:prstGeom>
        </p:spPr>
        <p:style>
          <a:lnRef idx="2">
            <a:schemeClr val="dk1"/>
          </a:lnRef>
          <a:fillRef idx="0">
            <a:schemeClr val="dk1"/>
          </a:fillRef>
          <a:effectRef idx="1">
            <a:schemeClr val="dk1"/>
          </a:effectRef>
          <a:fontRef idx="minor">
            <a:schemeClr val="tx1"/>
          </a:fontRef>
        </p:style>
      </p:cxnSp>
      <p:graphicFrame>
        <p:nvGraphicFramePr>
          <p:cNvPr id="7" name="object 5"/>
          <p:cNvGraphicFramePr>
            <a:graphicFrameLocks noGrp="1"/>
          </p:cNvGraphicFramePr>
          <p:nvPr/>
        </p:nvGraphicFramePr>
        <p:xfrm>
          <a:off x="3624082" y="3073619"/>
          <a:ext cx="4943836" cy="1408007"/>
        </p:xfrm>
        <a:graphic>
          <a:graphicData uri="http://schemas.openxmlformats.org/drawingml/2006/table">
            <a:tbl>
              <a:tblPr firstRow="1" bandRow="1">
                <a:tableStyleId>{2D5ABB26-0587-4C30-8999-92F81FD0307C}</a:tableStyleId>
              </a:tblPr>
              <a:tblGrid>
                <a:gridCol w="1647946">
                  <a:extLst>
                    <a:ext uri="{9D8B030D-6E8A-4147-A177-3AD203B41FA5}">
                      <a16:colId xmlns:a16="http://schemas.microsoft.com/office/drawing/2014/main" val="20000"/>
                    </a:ext>
                  </a:extLst>
                </a:gridCol>
                <a:gridCol w="1647946">
                  <a:extLst>
                    <a:ext uri="{9D8B030D-6E8A-4147-A177-3AD203B41FA5}">
                      <a16:colId xmlns:a16="http://schemas.microsoft.com/office/drawing/2014/main" val="20001"/>
                    </a:ext>
                  </a:extLst>
                </a:gridCol>
                <a:gridCol w="1647944">
                  <a:extLst>
                    <a:ext uri="{9D8B030D-6E8A-4147-A177-3AD203B41FA5}">
                      <a16:colId xmlns:a16="http://schemas.microsoft.com/office/drawing/2014/main" val="20002"/>
                    </a:ext>
                  </a:extLst>
                </a:gridCol>
              </a:tblGrid>
              <a:tr h="391101">
                <a:tc>
                  <a:txBody>
                    <a:bodyPr/>
                    <a:lstStyle/>
                    <a:p>
                      <a:pPr>
                        <a:lnSpc>
                          <a:spcPct val="100000"/>
                        </a:lnSpc>
                      </a:pPr>
                      <a:endParaRPr sz="2000" dirty="0">
                        <a:solidFill>
                          <a:schemeClr val="tx1"/>
                        </a:solidFill>
                        <a:latin typeface="Times New Roman" panose="02020603050405020304"/>
                        <a:cs typeface="Times New Roman" panose="02020603050405020304"/>
                      </a:endParaRPr>
                    </a:p>
                  </a:txBody>
                  <a:tcPr marL="0" marR="0" marT="0" marB="0">
                    <a:lnL w="9525">
                      <a:solidFill>
                        <a:srgbClr val="9E9E9E"/>
                      </a:solidFill>
                      <a:prstDash val="solid"/>
                    </a:lnL>
                    <a:lnR w="9525">
                      <a:solidFill>
                        <a:srgbClr val="9E9E9E"/>
                      </a:solidFill>
                      <a:prstDash val="solid"/>
                    </a:lnR>
                    <a:lnT w="9525">
                      <a:solidFill>
                        <a:srgbClr val="9E9E9E"/>
                      </a:solidFill>
                      <a:prstDash val="solid"/>
                    </a:lnT>
                    <a:lnB w="9525">
                      <a:solidFill>
                        <a:srgbClr val="9E9E9E"/>
                      </a:solidFill>
                      <a:prstDash val="solid"/>
                    </a:lnB>
                  </a:tcPr>
                </a:tc>
                <a:tc>
                  <a:txBody>
                    <a:bodyPr/>
                    <a:lstStyle/>
                    <a:p>
                      <a:pPr marL="91440">
                        <a:lnSpc>
                          <a:spcPct val="100000"/>
                        </a:lnSpc>
                        <a:spcBef>
                          <a:spcPts val="695"/>
                        </a:spcBef>
                      </a:pPr>
                      <a:r>
                        <a:rPr sz="1300" spc="-5" dirty="0">
                          <a:solidFill>
                            <a:schemeClr val="tx1"/>
                          </a:solidFill>
                          <a:latin typeface="Arial" panose="020B0604020202020204"/>
                          <a:cs typeface="Arial" panose="020B0604020202020204"/>
                        </a:rPr>
                        <a:t>Predicted as</a:t>
                      </a:r>
                      <a:r>
                        <a:rPr sz="1300" spc="-25" dirty="0">
                          <a:solidFill>
                            <a:schemeClr val="tx1"/>
                          </a:solidFill>
                          <a:latin typeface="Arial" panose="020B0604020202020204"/>
                          <a:cs typeface="Arial" panose="020B0604020202020204"/>
                        </a:rPr>
                        <a:t> </a:t>
                      </a:r>
                      <a:r>
                        <a:rPr sz="1300" spc="-5" dirty="0">
                          <a:solidFill>
                            <a:schemeClr val="tx1"/>
                          </a:solidFill>
                          <a:latin typeface="Arial" panose="020B0604020202020204"/>
                          <a:cs typeface="Arial" panose="020B0604020202020204"/>
                        </a:rPr>
                        <a:t>positive</a:t>
                      </a:r>
                      <a:endParaRPr sz="1300">
                        <a:solidFill>
                          <a:schemeClr val="tx1"/>
                        </a:solidFill>
                        <a:latin typeface="Arial" panose="020B0604020202020204"/>
                        <a:cs typeface="Arial" panose="020B0604020202020204"/>
                      </a:endParaRPr>
                    </a:p>
                  </a:txBody>
                  <a:tcPr marL="0" marR="0" marT="117687" marB="0">
                    <a:lnL w="9525">
                      <a:solidFill>
                        <a:srgbClr val="9E9E9E"/>
                      </a:solidFill>
                      <a:prstDash val="solid"/>
                    </a:lnL>
                    <a:lnR w="9525">
                      <a:solidFill>
                        <a:srgbClr val="9E9E9E"/>
                      </a:solidFill>
                      <a:prstDash val="solid"/>
                    </a:lnR>
                    <a:lnT w="9525">
                      <a:solidFill>
                        <a:srgbClr val="9E9E9E"/>
                      </a:solidFill>
                      <a:prstDash val="solid"/>
                    </a:lnT>
                    <a:lnB w="9525">
                      <a:solidFill>
                        <a:srgbClr val="9E9E9E"/>
                      </a:solidFill>
                      <a:prstDash val="solid"/>
                    </a:lnB>
                  </a:tcPr>
                </a:tc>
                <a:tc>
                  <a:txBody>
                    <a:bodyPr/>
                    <a:lstStyle/>
                    <a:p>
                      <a:pPr marL="92075">
                        <a:lnSpc>
                          <a:spcPct val="100000"/>
                        </a:lnSpc>
                        <a:spcBef>
                          <a:spcPts val="695"/>
                        </a:spcBef>
                      </a:pPr>
                      <a:r>
                        <a:rPr sz="1300" spc="-5" dirty="0">
                          <a:solidFill>
                            <a:schemeClr val="tx1"/>
                          </a:solidFill>
                          <a:latin typeface="Arial" panose="020B0604020202020204"/>
                          <a:cs typeface="Arial" panose="020B0604020202020204"/>
                        </a:rPr>
                        <a:t>Predicted as</a:t>
                      </a:r>
                      <a:r>
                        <a:rPr sz="1300" spc="-20" dirty="0">
                          <a:solidFill>
                            <a:schemeClr val="tx1"/>
                          </a:solidFill>
                          <a:latin typeface="Arial" panose="020B0604020202020204"/>
                          <a:cs typeface="Arial" panose="020B0604020202020204"/>
                        </a:rPr>
                        <a:t> </a:t>
                      </a:r>
                      <a:r>
                        <a:rPr sz="1300" spc="-10" dirty="0">
                          <a:solidFill>
                            <a:schemeClr val="tx1"/>
                          </a:solidFill>
                          <a:latin typeface="Arial" panose="020B0604020202020204"/>
                          <a:cs typeface="Arial" panose="020B0604020202020204"/>
                        </a:rPr>
                        <a:t>negative</a:t>
                      </a:r>
                      <a:endParaRPr sz="1300">
                        <a:solidFill>
                          <a:schemeClr val="tx1"/>
                        </a:solidFill>
                        <a:latin typeface="Arial" panose="020B0604020202020204"/>
                        <a:cs typeface="Arial" panose="020B0604020202020204"/>
                      </a:endParaRPr>
                    </a:p>
                  </a:txBody>
                  <a:tcPr marL="0" marR="0" marT="117687" marB="0">
                    <a:lnL w="9525">
                      <a:solidFill>
                        <a:srgbClr val="9E9E9E"/>
                      </a:solidFill>
                      <a:prstDash val="solid"/>
                    </a:lnL>
                    <a:lnR w="9525">
                      <a:solidFill>
                        <a:srgbClr val="9E9E9E"/>
                      </a:solidFill>
                      <a:prstDash val="solid"/>
                    </a:lnR>
                    <a:lnT w="9525">
                      <a:solidFill>
                        <a:srgbClr val="9E9E9E"/>
                      </a:solidFill>
                      <a:prstDash val="solid"/>
                    </a:lnT>
                    <a:lnB w="9525">
                      <a:solidFill>
                        <a:srgbClr val="9E9E9E"/>
                      </a:solidFill>
                      <a:prstDash val="solid"/>
                    </a:lnB>
                  </a:tcPr>
                </a:tc>
                <a:extLst>
                  <a:ext uri="{0D108BD9-81ED-4DB2-BD59-A6C34878D82A}">
                    <a16:rowId xmlns:a16="http://schemas.microsoft.com/office/drawing/2014/main" val="10000"/>
                  </a:ext>
                </a:extLst>
              </a:tr>
              <a:tr h="447040">
                <a:tc>
                  <a:txBody>
                    <a:bodyPr/>
                    <a:lstStyle/>
                    <a:p>
                      <a:pPr marL="91440">
                        <a:lnSpc>
                          <a:spcPct val="100000"/>
                        </a:lnSpc>
                        <a:spcBef>
                          <a:spcPts val="695"/>
                        </a:spcBef>
                      </a:pPr>
                      <a:r>
                        <a:rPr sz="1300" spc="-5" dirty="0">
                          <a:solidFill>
                            <a:schemeClr val="tx1"/>
                          </a:solidFill>
                          <a:latin typeface="Arial" panose="020B0604020202020204"/>
                          <a:cs typeface="Arial" panose="020B0604020202020204"/>
                        </a:rPr>
                        <a:t>Labeled as</a:t>
                      </a:r>
                      <a:r>
                        <a:rPr sz="1300" spc="-25" dirty="0">
                          <a:solidFill>
                            <a:schemeClr val="tx1"/>
                          </a:solidFill>
                          <a:latin typeface="Arial" panose="020B0604020202020204"/>
                          <a:cs typeface="Arial" panose="020B0604020202020204"/>
                        </a:rPr>
                        <a:t> </a:t>
                      </a:r>
                      <a:r>
                        <a:rPr sz="1300" spc="-5" dirty="0">
                          <a:solidFill>
                            <a:schemeClr val="tx1"/>
                          </a:solidFill>
                          <a:latin typeface="Arial" panose="020B0604020202020204"/>
                          <a:cs typeface="Arial" panose="020B0604020202020204"/>
                        </a:rPr>
                        <a:t>positive</a:t>
                      </a:r>
                      <a:endParaRPr sz="1300">
                        <a:solidFill>
                          <a:schemeClr val="tx1"/>
                        </a:solidFill>
                        <a:latin typeface="Arial" panose="020B0604020202020204"/>
                        <a:cs typeface="Arial" panose="020B0604020202020204"/>
                      </a:endParaRPr>
                    </a:p>
                  </a:txBody>
                  <a:tcPr marL="0" marR="0" marT="117687" marB="0">
                    <a:lnL w="9525">
                      <a:solidFill>
                        <a:srgbClr val="9E9E9E"/>
                      </a:solidFill>
                      <a:prstDash val="solid"/>
                    </a:lnL>
                    <a:lnR w="9525">
                      <a:solidFill>
                        <a:srgbClr val="9E9E9E"/>
                      </a:solidFill>
                      <a:prstDash val="solid"/>
                    </a:lnR>
                    <a:lnT w="9525">
                      <a:solidFill>
                        <a:srgbClr val="9E9E9E"/>
                      </a:solidFill>
                      <a:prstDash val="solid"/>
                    </a:lnT>
                    <a:lnB w="9525">
                      <a:solidFill>
                        <a:srgbClr val="9E9E9E"/>
                      </a:solidFill>
                      <a:prstDash val="solid"/>
                    </a:lnB>
                  </a:tcPr>
                </a:tc>
                <a:tc>
                  <a:txBody>
                    <a:bodyPr/>
                    <a:lstStyle/>
                    <a:p>
                      <a:pPr marL="91440">
                        <a:lnSpc>
                          <a:spcPct val="100000"/>
                        </a:lnSpc>
                        <a:spcBef>
                          <a:spcPts val="695"/>
                        </a:spcBef>
                      </a:pPr>
                      <a:r>
                        <a:rPr sz="1300" spc="-10" dirty="0">
                          <a:solidFill>
                            <a:schemeClr val="tx1"/>
                          </a:solidFill>
                          <a:latin typeface="Arial" panose="020B0604020202020204"/>
                          <a:cs typeface="Arial" panose="020B0604020202020204"/>
                        </a:rPr>
                        <a:t>80</a:t>
                      </a:r>
                      <a:endParaRPr sz="1300">
                        <a:solidFill>
                          <a:schemeClr val="tx1"/>
                        </a:solidFill>
                        <a:latin typeface="Arial" panose="020B0604020202020204"/>
                        <a:cs typeface="Arial" panose="020B0604020202020204"/>
                      </a:endParaRPr>
                    </a:p>
                  </a:txBody>
                  <a:tcPr marL="0" marR="0" marT="117687" marB="0">
                    <a:lnL w="9525">
                      <a:solidFill>
                        <a:srgbClr val="9E9E9E"/>
                      </a:solidFill>
                      <a:prstDash val="solid"/>
                    </a:lnL>
                    <a:lnR w="9525">
                      <a:solidFill>
                        <a:srgbClr val="9E9E9E"/>
                      </a:solidFill>
                      <a:prstDash val="solid"/>
                    </a:lnR>
                    <a:lnT w="9525">
                      <a:solidFill>
                        <a:srgbClr val="9E9E9E"/>
                      </a:solidFill>
                      <a:prstDash val="solid"/>
                    </a:lnT>
                    <a:lnB w="9525">
                      <a:solidFill>
                        <a:srgbClr val="9E9E9E"/>
                      </a:solidFill>
                      <a:prstDash val="solid"/>
                    </a:lnB>
                  </a:tcPr>
                </a:tc>
                <a:tc>
                  <a:txBody>
                    <a:bodyPr/>
                    <a:lstStyle/>
                    <a:p>
                      <a:pPr marL="92075">
                        <a:lnSpc>
                          <a:spcPct val="100000"/>
                        </a:lnSpc>
                        <a:spcBef>
                          <a:spcPts val="695"/>
                        </a:spcBef>
                      </a:pPr>
                      <a:r>
                        <a:rPr sz="1300" spc="-10" dirty="0">
                          <a:solidFill>
                            <a:schemeClr val="tx1"/>
                          </a:solidFill>
                          <a:latin typeface="Arial" panose="020B0604020202020204"/>
                          <a:cs typeface="Arial" panose="020B0604020202020204"/>
                        </a:rPr>
                        <a:t>20</a:t>
                      </a:r>
                      <a:endParaRPr sz="1300">
                        <a:solidFill>
                          <a:schemeClr val="tx1"/>
                        </a:solidFill>
                        <a:latin typeface="Arial" panose="020B0604020202020204"/>
                        <a:cs typeface="Arial" panose="020B0604020202020204"/>
                      </a:endParaRPr>
                    </a:p>
                  </a:txBody>
                  <a:tcPr marL="0" marR="0" marT="117687" marB="0">
                    <a:lnL w="9525">
                      <a:solidFill>
                        <a:srgbClr val="9E9E9E"/>
                      </a:solidFill>
                      <a:prstDash val="solid"/>
                    </a:lnL>
                    <a:lnR w="9525">
                      <a:solidFill>
                        <a:srgbClr val="9E9E9E"/>
                      </a:solidFill>
                      <a:prstDash val="solid"/>
                    </a:lnR>
                    <a:lnT w="9525">
                      <a:solidFill>
                        <a:srgbClr val="9E9E9E"/>
                      </a:solidFill>
                      <a:prstDash val="solid"/>
                    </a:lnT>
                    <a:lnB w="9525">
                      <a:solidFill>
                        <a:srgbClr val="9E9E9E"/>
                      </a:solidFill>
                      <a:prstDash val="solid"/>
                    </a:lnB>
                  </a:tcPr>
                </a:tc>
                <a:extLst>
                  <a:ext uri="{0D108BD9-81ED-4DB2-BD59-A6C34878D82A}">
                    <a16:rowId xmlns:a16="http://schemas.microsoft.com/office/drawing/2014/main" val="10001"/>
                  </a:ext>
                </a:extLst>
              </a:tr>
              <a:tr h="447040">
                <a:tc>
                  <a:txBody>
                    <a:bodyPr/>
                    <a:lstStyle/>
                    <a:p>
                      <a:pPr marL="91440">
                        <a:lnSpc>
                          <a:spcPct val="100000"/>
                        </a:lnSpc>
                        <a:spcBef>
                          <a:spcPts val="695"/>
                        </a:spcBef>
                      </a:pPr>
                      <a:r>
                        <a:rPr sz="1300" spc="-10" dirty="0">
                          <a:solidFill>
                            <a:schemeClr val="tx1"/>
                          </a:solidFill>
                          <a:latin typeface="Arial" panose="020B0604020202020204"/>
                          <a:cs typeface="Arial" panose="020B0604020202020204"/>
                        </a:rPr>
                        <a:t>Labeled </a:t>
                      </a:r>
                      <a:r>
                        <a:rPr sz="1300" spc="-5" dirty="0">
                          <a:solidFill>
                            <a:schemeClr val="tx1"/>
                          </a:solidFill>
                          <a:latin typeface="Arial" panose="020B0604020202020204"/>
                          <a:cs typeface="Arial" panose="020B0604020202020204"/>
                        </a:rPr>
                        <a:t>as</a:t>
                      </a:r>
                      <a:r>
                        <a:rPr sz="1300" spc="-15" dirty="0">
                          <a:solidFill>
                            <a:schemeClr val="tx1"/>
                          </a:solidFill>
                          <a:latin typeface="Arial" panose="020B0604020202020204"/>
                          <a:cs typeface="Arial" panose="020B0604020202020204"/>
                        </a:rPr>
                        <a:t> </a:t>
                      </a:r>
                      <a:r>
                        <a:rPr sz="1300" spc="-10" dirty="0">
                          <a:solidFill>
                            <a:schemeClr val="tx1"/>
                          </a:solidFill>
                          <a:latin typeface="Arial" panose="020B0604020202020204"/>
                          <a:cs typeface="Arial" panose="020B0604020202020204"/>
                        </a:rPr>
                        <a:t>negative</a:t>
                      </a:r>
                      <a:endParaRPr sz="1300" dirty="0">
                        <a:solidFill>
                          <a:schemeClr val="tx1"/>
                        </a:solidFill>
                        <a:latin typeface="Arial" panose="020B0604020202020204"/>
                        <a:cs typeface="Arial" panose="020B0604020202020204"/>
                      </a:endParaRPr>
                    </a:p>
                  </a:txBody>
                  <a:tcPr marL="0" marR="0" marT="117687" marB="0">
                    <a:lnL w="9525">
                      <a:solidFill>
                        <a:srgbClr val="9E9E9E"/>
                      </a:solidFill>
                      <a:prstDash val="solid"/>
                    </a:lnL>
                    <a:lnR w="9525">
                      <a:solidFill>
                        <a:srgbClr val="9E9E9E"/>
                      </a:solidFill>
                      <a:prstDash val="solid"/>
                    </a:lnR>
                    <a:lnT w="9525">
                      <a:solidFill>
                        <a:srgbClr val="9E9E9E"/>
                      </a:solidFill>
                      <a:prstDash val="solid"/>
                    </a:lnT>
                    <a:lnB w="9525">
                      <a:solidFill>
                        <a:srgbClr val="9E9E9E"/>
                      </a:solidFill>
                      <a:prstDash val="solid"/>
                    </a:lnB>
                  </a:tcPr>
                </a:tc>
                <a:tc>
                  <a:txBody>
                    <a:bodyPr/>
                    <a:lstStyle/>
                    <a:p>
                      <a:pPr marL="91440">
                        <a:lnSpc>
                          <a:spcPct val="100000"/>
                        </a:lnSpc>
                        <a:spcBef>
                          <a:spcPts val="695"/>
                        </a:spcBef>
                      </a:pPr>
                      <a:r>
                        <a:rPr sz="1300" dirty="0">
                          <a:solidFill>
                            <a:schemeClr val="tx1"/>
                          </a:solidFill>
                          <a:latin typeface="Arial" panose="020B0604020202020204"/>
                          <a:cs typeface="Arial" panose="020B0604020202020204"/>
                        </a:rPr>
                        <a:t>5</a:t>
                      </a:r>
                    </a:p>
                  </a:txBody>
                  <a:tcPr marL="0" marR="0" marT="117687" marB="0">
                    <a:lnL w="9525">
                      <a:solidFill>
                        <a:srgbClr val="9E9E9E"/>
                      </a:solidFill>
                      <a:prstDash val="solid"/>
                    </a:lnL>
                    <a:lnR w="9525">
                      <a:solidFill>
                        <a:srgbClr val="9E9E9E"/>
                      </a:solidFill>
                      <a:prstDash val="solid"/>
                    </a:lnR>
                    <a:lnT w="9525">
                      <a:solidFill>
                        <a:srgbClr val="9E9E9E"/>
                      </a:solidFill>
                      <a:prstDash val="solid"/>
                    </a:lnT>
                    <a:lnB w="9525">
                      <a:solidFill>
                        <a:srgbClr val="9E9E9E"/>
                      </a:solidFill>
                      <a:prstDash val="solid"/>
                    </a:lnB>
                  </a:tcPr>
                </a:tc>
                <a:tc>
                  <a:txBody>
                    <a:bodyPr/>
                    <a:lstStyle/>
                    <a:p>
                      <a:pPr marL="92075">
                        <a:lnSpc>
                          <a:spcPct val="100000"/>
                        </a:lnSpc>
                        <a:spcBef>
                          <a:spcPts val="695"/>
                        </a:spcBef>
                      </a:pPr>
                      <a:r>
                        <a:rPr sz="1300" spc="-10" dirty="0">
                          <a:solidFill>
                            <a:schemeClr val="tx1"/>
                          </a:solidFill>
                          <a:latin typeface="Arial" panose="020B0604020202020204"/>
                          <a:cs typeface="Arial" panose="020B0604020202020204"/>
                        </a:rPr>
                        <a:t>195</a:t>
                      </a:r>
                      <a:endParaRPr sz="1300" dirty="0">
                        <a:solidFill>
                          <a:schemeClr val="tx1"/>
                        </a:solidFill>
                        <a:latin typeface="Arial" panose="020B0604020202020204"/>
                        <a:cs typeface="Arial" panose="020B0604020202020204"/>
                      </a:endParaRPr>
                    </a:p>
                  </a:txBody>
                  <a:tcPr marL="0" marR="0" marT="117687" marB="0">
                    <a:lnL w="9525">
                      <a:solidFill>
                        <a:srgbClr val="9E9E9E"/>
                      </a:solidFill>
                      <a:prstDash val="solid"/>
                    </a:lnL>
                    <a:lnR w="9525">
                      <a:solidFill>
                        <a:srgbClr val="9E9E9E"/>
                      </a:solidFill>
                      <a:prstDash val="solid"/>
                    </a:lnR>
                    <a:lnT w="9525">
                      <a:solidFill>
                        <a:srgbClr val="9E9E9E"/>
                      </a:solidFill>
                      <a:prstDash val="solid"/>
                    </a:lnT>
                    <a:lnB w="9525">
                      <a:solidFill>
                        <a:srgbClr val="9E9E9E"/>
                      </a:solidFill>
                      <a:prstDash val="solid"/>
                    </a:lnB>
                  </a:tcPr>
                </a:tc>
                <a:extLst>
                  <a:ext uri="{0D108BD9-81ED-4DB2-BD59-A6C34878D82A}">
                    <a16:rowId xmlns:a16="http://schemas.microsoft.com/office/drawing/2014/main" val="10002"/>
                  </a:ext>
                </a:extLst>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solidFill>
                  <a:srgbClr val="942D6D"/>
                </a:solidFill>
              </a:rPr>
              <a:t>Confusion matrix </a:t>
            </a:r>
            <a:endParaRPr lang="en-US" dirty="0">
              <a:solidFill>
                <a:srgbClr val="942D6D"/>
              </a:solidFill>
            </a:endParaRPr>
          </a:p>
        </p:txBody>
      </p:sp>
      <p:sp>
        <p:nvSpPr>
          <p:cNvPr id="3" name="Text Placeholder 2"/>
          <p:cNvSpPr>
            <a:spLocks noGrp="1"/>
          </p:cNvSpPr>
          <p:nvPr>
            <p:ph type="body" sz="quarter" idx="10"/>
          </p:nvPr>
        </p:nvSpPr>
        <p:spPr>
          <a:xfrm>
            <a:off x="877821" y="1089589"/>
            <a:ext cx="10712388" cy="5295971"/>
          </a:xfrm>
        </p:spPr>
        <p:txBody>
          <a:bodyPr/>
          <a:lstStyle/>
          <a:p>
            <a:pPr marL="473075" indent="-457200">
              <a:tabLst>
                <a:tab pos="456565" algn="l"/>
                <a:tab pos="457835" algn="l"/>
              </a:tabLst>
            </a:pPr>
            <a:endParaRPr lang="en-GB" dirty="0">
              <a:solidFill>
                <a:schemeClr val="tx1">
                  <a:lumMod val="75000"/>
                  <a:lumOff val="25000"/>
                </a:schemeClr>
              </a:solidFill>
              <a:cs typeface="Arial Black" panose="020B0A04020102020204"/>
              <a:hlinkClick r:id="rId2"/>
            </a:endParaRPr>
          </a:p>
          <a:p>
            <a:pPr marL="473075" indent="-457200">
              <a:tabLst>
                <a:tab pos="456565" algn="l"/>
                <a:tab pos="457835" algn="l"/>
              </a:tabLst>
            </a:pPr>
            <a:endParaRPr lang="en-GB" dirty="0">
              <a:solidFill>
                <a:schemeClr val="tx1">
                  <a:lumMod val="75000"/>
                  <a:lumOff val="25000"/>
                </a:schemeClr>
              </a:solidFill>
              <a:cs typeface="Arial Black" panose="020B0A04020102020204"/>
              <a:hlinkClick r:id="rId2"/>
            </a:endParaRPr>
          </a:p>
          <a:p>
            <a:pPr marL="473075" indent="-457200">
              <a:tabLst>
                <a:tab pos="456565" algn="l"/>
                <a:tab pos="457835" algn="l"/>
              </a:tabLst>
            </a:pPr>
            <a:r>
              <a:rPr lang="en-GB" dirty="0">
                <a:solidFill>
                  <a:schemeClr val="tx1">
                    <a:lumMod val="75000"/>
                    <a:lumOff val="25000"/>
                  </a:schemeClr>
                </a:solidFill>
                <a:cs typeface="Arial Black" panose="020B0A04020102020204"/>
                <a:hlinkClick r:id="rId2"/>
              </a:rPr>
              <a:t>https://www.geeksforgeeks.org/confusion-matrix-machine-learning/</a:t>
            </a:r>
            <a:endParaRPr lang="en-GB" dirty="0">
              <a:solidFill>
                <a:schemeClr val="tx1">
                  <a:lumMod val="75000"/>
                  <a:lumOff val="25000"/>
                </a:schemeClr>
              </a:solidFill>
              <a:cs typeface="Arial Black" panose="020B0A04020102020204"/>
            </a:endParaRPr>
          </a:p>
          <a:p>
            <a:pPr marL="473075" indent="-457200">
              <a:tabLst>
                <a:tab pos="456565" algn="l"/>
                <a:tab pos="457835" algn="l"/>
              </a:tabLst>
            </a:pPr>
            <a:r>
              <a:rPr lang="en-GB" dirty="0">
                <a:solidFill>
                  <a:schemeClr val="tx1">
                    <a:lumMod val="75000"/>
                    <a:lumOff val="25000"/>
                  </a:schemeClr>
                </a:solidFill>
                <a:cs typeface="Arial Black" panose="020B0A04020102020204"/>
              </a:rPr>
              <a:t> </a:t>
            </a:r>
            <a:r>
              <a:rPr lang="en-GB" dirty="0">
                <a:hlinkClick r:id="rId3"/>
              </a:rPr>
              <a:t>https://www.youtube.com/watch?v=prWyZhcktn4</a:t>
            </a:r>
            <a:r>
              <a:rPr lang="en-GB" dirty="0"/>
              <a:t> </a:t>
            </a:r>
          </a:p>
          <a:p>
            <a:pPr marL="473075" indent="-457200">
              <a:tabLst>
                <a:tab pos="456565" algn="l"/>
                <a:tab pos="457835" algn="l"/>
              </a:tabLst>
            </a:pPr>
            <a:endParaRPr lang="en-GB" dirty="0">
              <a:solidFill>
                <a:schemeClr val="tx1">
                  <a:lumMod val="75000"/>
                  <a:lumOff val="25000"/>
                </a:schemeClr>
              </a:solidFill>
              <a:cs typeface="Arial Black" panose="020B0A04020102020204"/>
            </a:endParaRPr>
          </a:p>
          <a:p>
            <a:pPr marL="15875" indent="0">
              <a:spcBef>
                <a:spcPts val="2515"/>
              </a:spcBef>
              <a:buNone/>
              <a:tabLst>
                <a:tab pos="456565" algn="l"/>
                <a:tab pos="457835" algn="l"/>
              </a:tabLst>
            </a:pPr>
            <a:endParaRPr lang="en-GB" dirty="0">
              <a:cs typeface="Arial Black" panose="020B0A04020102020204"/>
            </a:endParaRPr>
          </a:p>
          <a:p>
            <a:endParaRPr lang="en-US" dirty="0">
              <a:solidFill>
                <a:schemeClr val="bg2">
                  <a:lumMod val="25000"/>
                </a:schemeClr>
              </a:solidFill>
            </a:endParaRPr>
          </a:p>
        </p:txBody>
      </p:sp>
      <p:cxnSp>
        <p:nvCxnSpPr>
          <p:cNvPr id="4" name="Straight Connector 3"/>
          <p:cNvCxnSpPr/>
          <p:nvPr/>
        </p:nvCxnSpPr>
        <p:spPr>
          <a:xfrm flipH="1">
            <a:off x="601791" y="1070621"/>
            <a:ext cx="8161323" cy="0"/>
          </a:xfrm>
          <a:prstGeom prst="line">
            <a:avLst/>
          </a:prstGeom>
        </p:spPr>
        <p:style>
          <a:lnRef idx="2">
            <a:schemeClr val="dk1"/>
          </a:lnRef>
          <a:fillRef idx="0">
            <a:schemeClr val="dk1"/>
          </a:fillRef>
          <a:effectRef idx="1">
            <a:schemeClr val="dk1"/>
          </a:effectRef>
          <a:fontRef idx="minor">
            <a:schemeClr val="tx1"/>
          </a:fontRef>
        </p:style>
      </p:cxnSp>
      <p:cxnSp>
        <p:nvCxnSpPr>
          <p:cNvPr id="5" name="Straight Connector 4"/>
          <p:cNvCxnSpPr/>
          <p:nvPr/>
        </p:nvCxnSpPr>
        <p:spPr>
          <a:xfrm flipV="1">
            <a:off x="472083" y="423248"/>
            <a:ext cx="0" cy="555277"/>
          </a:xfrm>
          <a:prstGeom prst="line">
            <a:avLst/>
          </a:prstGeom>
        </p:spPr>
        <p:style>
          <a:lnRef idx="2">
            <a:schemeClr val="dk1"/>
          </a:lnRef>
          <a:fillRef idx="0">
            <a:schemeClr val="dk1"/>
          </a:fillRef>
          <a:effectRef idx="1">
            <a:schemeClr val="dk1"/>
          </a:effectRef>
          <a:fontRef idx="minor">
            <a:schemeClr val="tx1"/>
          </a:fontRef>
        </p:style>
      </p:cxnSp>
      <p:cxnSp>
        <p:nvCxnSpPr>
          <p:cNvPr id="6" name="Straight Connector 5"/>
          <p:cNvCxnSpPr/>
          <p:nvPr/>
        </p:nvCxnSpPr>
        <p:spPr>
          <a:xfrm flipH="1" flipV="1">
            <a:off x="470171" y="1089589"/>
            <a:ext cx="1912" cy="4298063"/>
          </a:xfrm>
          <a:prstGeom prst="line">
            <a:avLst/>
          </a:prstGeom>
        </p:spPr>
        <p:style>
          <a:lnRef idx="2">
            <a:schemeClr val="dk1"/>
          </a:lnRef>
          <a:fillRef idx="0">
            <a:schemeClr val="dk1"/>
          </a:fillRef>
          <a:effectRef idx="1">
            <a:schemeClr val="dk1"/>
          </a:effectRef>
          <a:fontRef idx="minor">
            <a:schemeClr val="tx1"/>
          </a:fontRef>
        </p:style>
      </p:cxn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solidFill>
                  <a:srgbClr val="942D6D"/>
                </a:solidFill>
              </a:rPr>
              <a:t>AUC – Area under curve</a:t>
            </a:r>
            <a:endParaRPr lang="en-US" dirty="0">
              <a:solidFill>
                <a:srgbClr val="942D6D"/>
              </a:solidFill>
            </a:endParaRPr>
          </a:p>
        </p:txBody>
      </p:sp>
      <p:sp>
        <p:nvSpPr>
          <p:cNvPr id="3" name="Text Placeholder 2"/>
          <p:cNvSpPr>
            <a:spLocks noGrp="1"/>
          </p:cNvSpPr>
          <p:nvPr>
            <p:ph type="body" sz="quarter" idx="10"/>
          </p:nvPr>
        </p:nvSpPr>
        <p:spPr>
          <a:xfrm>
            <a:off x="196327" y="1470348"/>
            <a:ext cx="7934379" cy="3815101"/>
          </a:xfrm>
        </p:spPr>
        <p:txBody>
          <a:bodyPr/>
          <a:lstStyle/>
          <a:p>
            <a:pPr marL="625475" marR="155575" indent="-457200">
              <a:lnSpc>
                <a:spcPct val="115000"/>
              </a:lnSpc>
              <a:spcBef>
                <a:spcPts val="135"/>
              </a:spcBef>
              <a:tabLst>
                <a:tab pos="473710" algn="l"/>
              </a:tabLst>
            </a:pPr>
            <a:r>
              <a:rPr lang="en-GB" dirty="0">
                <a:solidFill>
                  <a:schemeClr val="tx1"/>
                </a:solidFill>
                <a:cs typeface="Arial Black" panose="020B0A04020102020204"/>
              </a:rPr>
              <a:t>The curve is receiver operating  characteristic curve or in short ROC  curve</a:t>
            </a:r>
          </a:p>
          <a:p>
            <a:pPr marL="626745" indent="-457200">
              <a:tabLst>
                <a:tab pos="473710" algn="l"/>
              </a:tabLst>
            </a:pPr>
            <a:r>
              <a:rPr lang="en-GB" dirty="0">
                <a:solidFill>
                  <a:schemeClr val="tx1"/>
                </a:solidFill>
                <a:cs typeface="Arial Black" panose="020B0A04020102020204"/>
              </a:rPr>
              <a:t>Provides nuanced details about the behaviour of the classifier</a:t>
            </a:r>
          </a:p>
          <a:p>
            <a:pPr marL="626745" indent="-457200">
              <a:tabLst>
                <a:tab pos="473710" algn="l"/>
              </a:tabLst>
            </a:pPr>
            <a:r>
              <a:rPr lang="en-GB" dirty="0">
                <a:solidFill>
                  <a:schemeClr val="tx1"/>
                </a:solidFill>
                <a:cs typeface="Arial Black" panose="020B0A04020102020204"/>
              </a:rPr>
              <a:t>Bad ROC curve covers very little area</a:t>
            </a:r>
          </a:p>
          <a:p>
            <a:pPr marL="626745" indent="-457200">
              <a:tabLst>
                <a:tab pos="473710" algn="l"/>
              </a:tabLst>
            </a:pPr>
            <a:r>
              <a:rPr lang="en-GB" dirty="0">
                <a:solidFill>
                  <a:schemeClr val="tx1"/>
                </a:solidFill>
                <a:cs typeface="Arial Black" panose="020B0A04020102020204"/>
              </a:rPr>
              <a:t>Good ROC curve has a lot of space under it </a:t>
            </a:r>
          </a:p>
          <a:p>
            <a:pPr marL="626745" indent="-457200">
              <a:tabLst>
                <a:tab pos="473710" algn="l"/>
              </a:tabLst>
            </a:pPr>
            <a:r>
              <a:rPr lang="en-GB" dirty="0">
                <a:solidFill>
                  <a:schemeClr val="tx1"/>
                </a:solidFill>
                <a:cs typeface="Tahoma" panose="020B0604030504040204"/>
              </a:rPr>
              <a:t>ROC curve visualizes all possible classification thresholds, whereas  other metrics only represents your error rate for a single threshold</a:t>
            </a:r>
          </a:p>
          <a:p>
            <a:endParaRPr lang="en-US" dirty="0">
              <a:solidFill>
                <a:schemeClr val="bg2">
                  <a:lumMod val="25000"/>
                </a:schemeClr>
              </a:solidFill>
            </a:endParaRPr>
          </a:p>
        </p:txBody>
      </p:sp>
      <p:cxnSp>
        <p:nvCxnSpPr>
          <p:cNvPr id="4" name="Straight Connector 3"/>
          <p:cNvCxnSpPr/>
          <p:nvPr/>
        </p:nvCxnSpPr>
        <p:spPr>
          <a:xfrm flipH="1">
            <a:off x="601791" y="1070621"/>
            <a:ext cx="8161323" cy="0"/>
          </a:xfrm>
          <a:prstGeom prst="line">
            <a:avLst/>
          </a:prstGeom>
        </p:spPr>
        <p:style>
          <a:lnRef idx="2">
            <a:schemeClr val="dk1"/>
          </a:lnRef>
          <a:fillRef idx="0">
            <a:schemeClr val="dk1"/>
          </a:fillRef>
          <a:effectRef idx="1">
            <a:schemeClr val="dk1"/>
          </a:effectRef>
          <a:fontRef idx="minor">
            <a:schemeClr val="tx1"/>
          </a:fontRef>
        </p:style>
      </p:cxnSp>
      <p:cxnSp>
        <p:nvCxnSpPr>
          <p:cNvPr id="5" name="Straight Connector 4"/>
          <p:cNvCxnSpPr/>
          <p:nvPr/>
        </p:nvCxnSpPr>
        <p:spPr>
          <a:xfrm flipV="1">
            <a:off x="472083" y="423248"/>
            <a:ext cx="0" cy="555277"/>
          </a:xfrm>
          <a:prstGeom prst="line">
            <a:avLst/>
          </a:prstGeom>
        </p:spPr>
        <p:style>
          <a:lnRef idx="2">
            <a:schemeClr val="dk1"/>
          </a:lnRef>
          <a:fillRef idx="0">
            <a:schemeClr val="dk1"/>
          </a:fillRef>
          <a:effectRef idx="1">
            <a:schemeClr val="dk1"/>
          </a:effectRef>
          <a:fontRef idx="minor">
            <a:schemeClr val="tx1"/>
          </a:fontRef>
        </p:style>
      </p:cxnSp>
      <p:cxnSp>
        <p:nvCxnSpPr>
          <p:cNvPr id="6" name="Straight Connector 5"/>
          <p:cNvCxnSpPr/>
          <p:nvPr/>
        </p:nvCxnSpPr>
        <p:spPr>
          <a:xfrm flipH="1" flipV="1">
            <a:off x="470171" y="1089589"/>
            <a:ext cx="1912" cy="4298063"/>
          </a:xfrm>
          <a:prstGeom prst="line">
            <a:avLst/>
          </a:prstGeom>
        </p:spPr>
        <p:style>
          <a:lnRef idx="2">
            <a:schemeClr val="dk1"/>
          </a:lnRef>
          <a:fillRef idx="0">
            <a:schemeClr val="dk1"/>
          </a:fillRef>
          <a:effectRef idx="1">
            <a:schemeClr val="dk1"/>
          </a:effectRef>
          <a:fontRef idx="minor">
            <a:schemeClr val="tx1"/>
          </a:fontRef>
        </p:style>
      </p:cxnSp>
      <p:sp>
        <p:nvSpPr>
          <p:cNvPr id="7" name="object 4"/>
          <p:cNvSpPr/>
          <p:nvPr/>
        </p:nvSpPr>
        <p:spPr>
          <a:xfrm>
            <a:off x="8130706" y="1541204"/>
            <a:ext cx="4054291" cy="3826743"/>
          </a:xfrm>
          <a:prstGeom prst="rect">
            <a:avLst/>
          </a:prstGeom>
          <a:blipFill>
            <a:blip r:embed="rId2" cstate="print"/>
            <a:stretch>
              <a:fillRect/>
            </a:stretch>
          </a:blipFill>
        </p:spPr>
        <p:txBody>
          <a:bodyPr wrap="square" lIns="0" tIns="0" rIns="0" bIns="0" rtlCol="0"/>
          <a:lstStyle/>
          <a:p>
            <a:endParaRPr sz="2400"/>
          </a:p>
        </p:txBody>
      </p:sp>
      <p:sp>
        <p:nvSpPr>
          <p:cNvPr id="8" name="Rectangle 7"/>
          <p:cNvSpPr/>
          <p:nvPr/>
        </p:nvSpPr>
        <p:spPr>
          <a:xfrm>
            <a:off x="2667114" y="6211669"/>
            <a:ext cx="6096000" cy="646331"/>
          </a:xfrm>
          <a:prstGeom prst="rect">
            <a:avLst/>
          </a:prstGeom>
        </p:spPr>
        <p:txBody>
          <a:bodyPr>
            <a:spAutoFit/>
          </a:bodyPr>
          <a:lstStyle/>
          <a:p>
            <a:r>
              <a:rPr lang="en-GB" dirty="0">
                <a:hlinkClick r:id="rId3"/>
              </a:rPr>
              <a:t>https://towardsdatascience.com/understanding-auc-roc-curve-68b2303cc9c5</a:t>
            </a:r>
            <a:r>
              <a:rPr lang="en-GB" dirty="0"/>
              <a:t> </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err="1">
                <a:solidFill>
                  <a:srgbClr val="942D6D"/>
                </a:solidFill>
              </a:rPr>
              <a:t>Auc</a:t>
            </a:r>
            <a:r>
              <a:rPr lang="en-GB" dirty="0">
                <a:solidFill>
                  <a:srgbClr val="942D6D"/>
                </a:solidFill>
              </a:rPr>
              <a:t>- (Contd..)</a:t>
            </a:r>
            <a:endParaRPr lang="en-US" dirty="0">
              <a:solidFill>
                <a:srgbClr val="942D6D"/>
              </a:solidFill>
            </a:endParaRPr>
          </a:p>
        </p:txBody>
      </p:sp>
      <p:cxnSp>
        <p:nvCxnSpPr>
          <p:cNvPr id="4" name="Straight Connector 3"/>
          <p:cNvCxnSpPr/>
          <p:nvPr/>
        </p:nvCxnSpPr>
        <p:spPr>
          <a:xfrm flipH="1">
            <a:off x="601791" y="1070621"/>
            <a:ext cx="8161323" cy="0"/>
          </a:xfrm>
          <a:prstGeom prst="line">
            <a:avLst/>
          </a:prstGeom>
        </p:spPr>
        <p:style>
          <a:lnRef idx="2">
            <a:schemeClr val="dk1"/>
          </a:lnRef>
          <a:fillRef idx="0">
            <a:schemeClr val="dk1"/>
          </a:fillRef>
          <a:effectRef idx="1">
            <a:schemeClr val="dk1"/>
          </a:effectRef>
          <a:fontRef idx="minor">
            <a:schemeClr val="tx1"/>
          </a:fontRef>
        </p:style>
      </p:cxnSp>
      <p:cxnSp>
        <p:nvCxnSpPr>
          <p:cNvPr id="5" name="Straight Connector 4"/>
          <p:cNvCxnSpPr/>
          <p:nvPr/>
        </p:nvCxnSpPr>
        <p:spPr>
          <a:xfrm flipV="1">
            <a:off x="472083" y="423248"/>
            <a:ext cx="0" cy="555277"/>
          </a:xfrm>
          <a:prstGeom prst="line">
            <a:avLst/>
          </a:prstGeom>
        </p:spPr>
        <p:style>
          <a:lnRef idx="2">
            <a:schemeClr val="dk1"/>
          </a:lnRef>
          <a:fillRef idx="0">
            <a:schemeClr val="dk1"/>
          </a:fillRef>
          <a:effectRef idx="1">
            <a:schemeClr val="dk1"/>
          </a:effectRef>
          <a:fontRef idx="minor">
            <a:schemeClr val="tx1"/>
          </a:fontRef>
        </p:style>
      </p:cxnSp>
      <p:cxnSp>
        <p:nvCxnSpPr>
          <p:cNvPr id="6" name="Straight Connector 5"/>
          <p:cNvCxnSpPr/>
          <p:nvPr/>
        </p:nvCxnSpPr>
        <p:spPr>
          <a:xfrm flipH="1" flipV="1">
            <a:off x="470171" y="1089589"/>
            <a:ext cx="1912" cy="4298063"/>
          </a:xfrm>
          <a:prstGeom prst="line">
            <a:avLst/>
          </a:prstGeom>
        </p:spPr>
        <p:style>
          <a:lnRef idx="2">
            <a:schemeClr val="dk1"/>
          </a:lnRef>
          <a:fillRef idx="0">
            <a:schemeClr val="dk1"/>
          </a:fillRef>
          <a:effectRef idx="1">
            <a:schemeClr val="dk1"/>
          </a:effectRef>
          <a:fontRef idx="minor">
            <a:schemeClr val="tx1"/>
          </a:fontRef>
        </p:style>
      </p:cxnSp>
      <p:sp>
        <p:nvSpPr>
          <p:cNvPr id="7" name="object 3"/>
          <p:cNvSpPr/>
          <p:nvPr/>
        </p:nvSpPr>
        <p:spPr>
          <a:xfrm>
            <a:off x="335503" y="1365067"/>
            <a:ext cx="5331968" cy="4403344"/>
          </a:xfrm>
          <a:prstGeom prst="rect">
            <a:avLst/>
          </a:prstGeom>
          <a:blipFill>
            <a:blip r:embed="rId2" cstate="print"/>
            <a:stretch>
              <a:fillRect/>
            </a:stretch>
          </a:blipFill>
        </p:spPr>
        <p:txBody>
          <a:bodyPr wrap="square" lIns="0" tIns="0" rIns="0" bIns="0" rtlCol="0"/>
          <a:lstStyle/>
          <a:p>
            <a:endParaRPr sz="2400"/>
          </a:p>
        </p:txBody>
      </p:sp>
      <p:sp>
        <p:nvSpPr>
          <p:cNvPr id="8" name="object 4"/>
          <p:cNvSpPr/>
          <p:nvPr/>
        </p:nvSpPr>
        <p:spPr>
          <a:xfrm>
            <a:off x="6052185" y="1549400"/>
            <a:ext cx="5332095" cy="3837940"/>
          </a:xfrm>
          <a:prstGeom prst="rect">
            <a:avLst/>
          </a:prstGeom>
          <a:blipFill>
            <a:blip r:embed="rId3" cstate="print"/>
            <a:stretch>
              <a:fillRect/>
            </a:stretch>
          </a:blipFill>
        </p:spPr>
        <p:txBody>
          <a:bodyPr wrap="square" lIns="0" tIns="0" rIns="0" bIns="0" rtlCol="0"/>
          <a:lstStyle/>
          <a:p>
            <a:endParaRPr sz="2400"/>
          </a:p>
        </p:txBody>
      </p:sp>
      <p:sp>
        <p:nvSpPr>
          <p:cNvPr id="3" name="Rectangle 2"/>
          <p:cNvSpPr/>
          <p:nvPr/>
        </p:nvSpPr>
        <p:spPr>
          <a:xfrm>
            <a:off x="3001487" y="6208668"/>
            <a:ext cx="5096075" cy="369332"/>
          </a:xfrm>
          <a:prstGeom prst="rect">
            <a:avLst/>
          </a:prstGeom>
        </p:spPr>
        <p:txBody>
          <a:bodyPr wrap="none">
            <a:spAutoFit/>
          </a:bodyPr>
          <a:lstStyle/>
          <a:p>
            <a:r>
              <a:rPr lang="en-GB" dirty="0">
                <a:hlinkClick r:id="rId4"/>
              </a:rPr>
              <a:t>https://www.youtube.com/watch?v=4jRBRDbJemM</a:t>
            </a:r>
            <a:r>
              <a:rPr lang="en-GB" dirty="0"/>
              <a:t> </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solidFill>
                  <a:srgbClr val="942D6D"/>
                </a:solidFill>
              </a:rPr>
              <a:t>Ranking metrics</a:t>
            </a:r>
            <a:endParaRPr lang="en-US" dirty="0">
              <a:solidFill>
                <a:srgbClr val="942D6D"/>
              </a:solidFill>
            </a:endParaRPr>
          </a:p>
        </p:txBody>
      </p:sp>
      <p:sp>
        <p:nvSpPr>
          <p:cNvPr id="3" name="Text Placeholder 2"/>
          <p:cNvSpPr>
            <a:spLocks noGrp="1"/>
          </p:cNvSpPr>
          <p:nvPr>
            <p:ph type="body" sz="quarter" idx="10"/>
          </p:nvPr>
        </p:nvSpPr>
        <p:spPr>
          <a:xfrm>
            <a:off x="877821" y="1521449"/>
            <a:ext cx="10712388" cy="3815101"/>
          </a:xfrm>
        </p:spPr>
        <p:txBody>
          <a:bodyPr/>
          <a:lstStyle/>
          <a:p>
            <a:r>
              <a:rPr lang="en-US" dirty="0">
                <a:solidFill>
                  <a:schemeClr val="bg2">
                    <a:lumMod val="25000"/>
                  </a:schemeClr>
                </a:solidFill>
              </a:rPr>
              <a:t>Precision – Recall</a:t>
            </a:r>
          </a:p>
          <a:p>
            <a:r>
              <a:rPr lang="en-US" dirty="0">
                <a:solidFill>
                  <a:schemeClr val="bg2">
                    <a:lumMod val="25000"/>
                  </a:schemeClr>
                </a:solidFill>
              </a:rPr>
              <a:t>Precision – Recall curve and F1 Score</a:t>
            </a:r>
          </a:p>
        </p:txBody>
      </p:sp>
      <p:cxnSp>
        <p:nvCxnSpPr>
          <p:cNvPr id="4" name="Straight Connector 3"/>
          <p:cNvCxnSpPr/>
          <p:nvPr/>
        </p:nvCxnSpPr>
        <p:spPr>
          <a:xfrm flipH="1">
            <a:off x="601791" y="1070621"/>
            <a:ext cx="8161323" cy="0"/>
          </a:xfrm>
          <a:prstGeom prst="line">
            <a:avLst/>
          </a:prstGeom>
        </p:spPr>
        <p:style>
          <a:lnRef idx="2">
            <a:schemeClr val="dk1"/>
          </a:lnRef>
          <a:fillRef idx="0">
            <a:schemeClr val="dk1"/>
          </a:fillRef>
          <a:effectRef idx="1">
            <a:schemeClr val="dk1"/>
          </a:effectRef>
          <a:fontRef idx="minor">
            <a:schemeClr val="tx1"/>
          </a:fontRef>
        </p:style>
      </p:cxnSp>
      <p:cxnSp>
        <p:nvCxnSpPr>
          <p:cNvPr id="5" name="Straight Connector 4"/>
          <p:cNvCxnSpPr/>
          <p:nvPr/>
        </p:nvCxnSpPr>
        <p:spPr>
          <a:xfrm flipV="1">
            <a:off x="472083" y="423248"/>
            <a:ext cx="0" cy="555277"/>
          </a:xfrm>
          <a:prstGeom prst="line">
            <a:avLst/>
          </a:prstGeom>
        </p:spPr>
        <p:style>
          <a:lnRef idx="2">
            <a:schemeClr val="dk1"/>
          </a:lnRef>
          <a:fillRef idx="0">
            <a:schemeClr val="dk1"/>
          </a:fillRef>
          <a:effectRef idx="1">
            <a:schemeClr val="dk1"/>
          </a:effectRef>
          <a:fontRef idx="minor">
            <a:schemeClr val="tx1"/>
          </a:fontRef>
        </p:style>
      </p:cxnSp>
      <p:cxnSp>
        <p:nvCxnSpPr>
          <p:cNvPr id="6" name="Straight Connector 5"/>
          <p:cNvCxnSpPr/>
          <p:nvPr/>
        </p:nvCxnSpPr>
        <p:spPr>
          <a:xfrm flipH="1" flipV="1">
            <a:off x="470171" y="1089589"/>
            <a:ext cx="1912" cy="4298063"/>
          </a:xfrm>
          <a:prstGeom prst="line">
            <a:avLst/>
          </a:prstGeom>
        </p:spPr>
        <p:style>
          <a:lnRef idx="2">
            <a:schemeClr val="dk1"/>
          </a:lnRef>
          <a:fillRef idx="0">
            <a:schemeClr val="dk1"/>
          </a:fillRef>
          <a:effectRef idx="1">
            <a:schemeClr val="dk1"/>
          </a:effectRef>
          <a:fontRef idx="minor">
            <a:schemeClr val="tx1"/>
          </a:fontRef>
        </p:style>
      </p:cxnSp>
      <p:sp>
        <p:nvSpPr>
          <p:cNvPr id="7" name="Rectangle 6"/>
          <p:cNvSpPr/>
          <p:nvPr/>
        </p:nvSpPr>
        <p:spPr>
          <a:xfrm>
            <a:off x="3681011" y="3244334"/>
            <a:ext cx="4882875" cy="369332"/>
          </a:xfrm>
          <a:prstGeom prst="rect">
            <a:avLst/>
          </a:prstGeom>
        </p:spPr>
        <p:txBody>
          <a:bodyPr wrap="none">
            <a:spAutoFit/>
          </a:bodyPr>
          <a:lstStyle/>
          <a:p>
            <a:r>
              <a:rPr lang="en-GB" dirty="0">
                <a:hlinkClick r:id="rId3"/>
              </a:rPr>
              <a:t>https://www.youtube.com/watch?v=2osIZ-dSPGE</a:t>
            </a:r>
            <a:r>
              <a:rPr lang="en-GB" dirty="0"/>
              <a:t> </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1791" y="227812"/>
            <a:ext cx="9097686" cy="1068223"/>
          </a:xfrm>
        </p:spPr>
        <p:txBody>
          <a:bodyPr/>
          <a:lstStyle/>
          <a:p>
            <a:r>
              <a:rPr lang="en-GB" dirty="0">
                <a:solidFill>
                  <a:srgbClr val="942D6D"/>
                </a:solidFill>
              </a:rPr>
              <a:t>Calculation example of Precision - recall</a:t>
            </a:r>
            <a:endParaRPr lang="en-US" dirty="0">
              <a:solidFill>
                <a:srgbClr val="942D6D"/>
              </a:solidFill>
            </a:endParaRPr>
          </a:p>
        </p:txBody>
      </p:sp>
      <p:sp>
        <p:nvSpPr>
          <p:cNvPr id="3" name="Text Placeholder 2"/>
          <p:cNvSpPr>
            <a:spLocks noGrp="1"/>
          </p:cNvSpPr>
          <p:nvPr>
            <p:ph type="body" sz="quarter" idx="10"/>
          </p:nvPr>
        </p:nvSpPr>
        <p:spPr>
          <a:xfrm>
            <a:off x="877821" y="1521449"/>
            <a:ext cx="10712388" cy="3815101"/>
          </a:xfrm>
        </p:spPr>
        <p:txBody>
          <a:bodyPr/>
          <a:lstStyle/>
          <a:p>
            <a:pPr marL="6045200">
              <a:lnSpc>
                <a:spcPct val="100000"/>
              </a:lnSpc>
              <a:spcBef>
                <a:spcPts val="140"/>
              </a:spcBef>
            </a:pPr>
            <a:r>
              <a:rPr lang="en-GB" dirty="0">
                <a:solidFill>
                  <a:schemeClr val="tx1">
                    <a:lumMod val="75000"/>
                    <a:lumOff val="25000"/>
                  </a:schemeClr>
                </a:solidFill>
              </a:rPr>
              <a:t>Precision = TP / (TP+FP)</a:t>
            </a:r>
          </a:p>
          <a:p>
            <a:pPr marL="5816600" indent="0">
              <a:lnSpc>
                <a:spcPct val="100000"/>
              </a:lnSpc>
              <a:spcBef>
                <a:spcPts val="140"/>
              </a:spcBef>
              <a:buNone/>
            </a:pPr>
            <a:r>
              <a:rPr lang="en-GB" dirty="0">
                <a:solidFill>
                  <a:schemeClr val="tx1">
                    <a:lumMod val="75000"/>
                    <a:lumOff val="25000"/>
                  </a:schemeClr>
                </a:solidFill>
              </a:rPr>
              <a:t>     = 60 / (60 + 140) = 30%</a:t>
            </a:r>
          </a:p>
          <a:p>
            <a:pPr>
              <a:lnSpc>
                <a:spcPct val="100000"/>
              </a:lnSpc>
              <a:spcBef>
                <a:spcPts val="20"/>
              </a:spcBef>
            </a:pPr>
            <a:endParaRPr lang="en-GB" dirty="0">
              <a:solidFill>
                <a:schemeClr val="tx1">
                  <a:lumMod val="75000"/>
                  <a:lumOff val="25000"/>
                </a:schemeClr>
              </a:solidFill>
            </a:endParaRPr>
          </a:p>
          <a:p>
            <a:pPr marL="6045200">
              <a:lnSpc>
                <a:spcPct val="100000"/>
              </a:lnSpc>
            </a:pPr>
            <a:r>
              <a:rPr lang="en-GB" dirty="0">
                <a:solidFill>
                  <a:schemeClr val="tx1">
                    <a:lumMod val="75000"/>
                    <a:lumOff val="25000"/>
                  </a:schemeClr>
                </a:solidFill>
              </a:rPr>
              <a:t>Recall = TP / (TP+FN)</a:t>
            </a:r>
          </a:p>
          <a:p>
            <a:pPr marL="5816600" indent="0">
              <a:lnSpc>
                <a:spcPct val="100000"/>
              </a:lnSpc>
              <a:buNone/>
            </a:pPr>
            <a:r>
              <a:rPr lang="en-GB" dirty="0">
                <a:solidFill>
                  <a:schemeClr val="tx1">
                    <a:lumMod val="75000"/>
                    <a:lumOff val="25000"/>
                  </a:schemeClr>
                </a:solidFill>
              </a:rPr>
              <a:t>      = 60 / (60+40) = 60%</a:t>
            </a:r>
          </a:p>
          <a:p>
            <a:pPr marL="0" indent="0">
              <a:lnSpc>
                <a:spcPct val="100000"/>
              </a:lnSpc>
              <a:spcBef>
                <a:spcPts val="20"/>
              </a:spcBef>
              <a:buNone/>
            </a:pPr>
            <a:endParaRPr lang="en-GB" dirty="0">
              <a:solidFill>
                <a:schemeClr val="tx1">
                  <a:lumMod val="75000"/>
                  <a:lumOff val="25000"/>
                </a:schemeClr>
              </a:solidFill>
            </a:endParaRPr>
          </a:p>
        </p:txBody>
      </p:sp>
      <p:cxnSp>
        <p:nvCxnSpPr>
          <p:cNvPr id="4" name="Straight Connector 3"/>
          <p:cNvCxnSpPr/>
          <p:nvPr/>
        </p:nvCxnSpPr>
        <p:spPr>
          <a:xfrm flipH="1">
            <a:off x="601791" y="1070621"/>
            <a:ext cx="8161323" cy="0"/>
          </a:xfrm>
          <a:prstGeom prst="line">
            <a:avLst/>
          </a:prstGeom>
        </p:spPr>
        <p:style>
          <a:lnRef idx="2">
            <a:schemeClr val="dk1"/>
          </a:lnRef>
          <a:fillRef idx="0">
            <a:schemeClr val="dk1"/>
          </a:fillRef>
          <a:effectRef idx="1">
            <a:schemeClr val="dk1"/>
          </a:effectRef>
          <a:fontRef idx="minor">
            <a:schemeClr val="tx1"/>
          </a:fontRef>
        </p:style>
      </p:cxnSp>
      <p:cxnSp>
        <p:nvCxnSpPr>
          <p:cNvPr id="5" name="Straight Connector 4"/>
          <p:cNvCxnSpPr/>
          <p:nvPr/>
        </p:nvCxnSpPr>
        <p:spPr>
          <a:xfrm flipV="1">
            <a:off x="472083" y="423248"/>
            <a:ext cx="0" cy="555277"/>
          </a:xfrm>
          <a:prstGeom prst="line">
            <a:avLst/>
          </a:prstGeom>
        </p:spPr>
        <p:style>
          <a:lnRef idx="2">
            <a:schemeClr val="dk1"/>
          </a:lnRef>
          <a:fillRef idx="0">
            <a:schemeClr val="dk1"/>
          </a:fillRef>
          <a:effectRef idx="1">
            <a:schemeClr val="dk1"/>
          </a:effectRef>
          <a:fontRef idx="minor">
            <a:schemeClr val="tx1"/>
          </a:fontRef>
        </p:style>
      </p:cxnSp>
      <p:cxnSp>
        <p:nvCxnSpPr>
          <p:cNvPr id="6" name="Straight Connector 5"/>
          <p:cNvCxnSpPr/>
          <p:nvPr/>
        </p:nvCxnSpPr>
        <p:spPr>
          <a:xfrm flipH="1" flipV="1">
            <a:off x="470171" y="1089589"/>
            <a:ext cx="1912" cy="4298063"/>
          </a:xfrm>
          <a:prstGeom prst="line">
            <a:avLst/>
          </a:prstGeom>
        </p:spPr>
        <p:style>
          <a:lnRef idx="2">
            <a:schemeClr val="dk1"/>
          </a:lnRef>
          <a:fillRef idx="0">
            <a:schemeClr val="dk1"/>
          </a:fillRef>
          <a:effectRef idx="1">
            <a:schemeClr val="dk1"/>
          </a:effectRef>
          <a:fontRef idx="minor">
            <a:schemeClr val="tx1"/>
          </a:fontRef>
        </p:style>
      </p:cxnSp>
      <p:graphicFrame>
        <p:nvGraphicFramePr>
          <p:cNvPr id="7" name="object 4"/>
          <p:cNvGraphicFramePr>
            <a:graphicFrameLocks noGrp="1"/>
          </p:cNvGraphicFramePr>
          <p:nvPr/>
        </p:nvGraphicFramePr>
        <p:xfrm>
          <a:off x="1184215" y="1778885"/>
          <a:ext cx="4911785" cy="1808481"/>
        </p:xfrm>
        <a:graphic>
          <a:graphicData uri="http://schemas.openxmlformats.org/drawingml/2006/table">
            <a:tbl>
              <a:tblPr firstRow="1" bandRow="1">
                <a:tableStyleId>{2D5ABB26-0587-4C30-8999-92F81FD0307C}</a:tableStyleId>
              </a:tblPr>
              <a:tblGrid>
                <a:gridCol w="1637262">
                  <a:extLst>
                    <a:ext uri="{9D8B030D-6E8A-4147-A177-3AD203B41FA5}">
                      <a16:colId xmlns:a16="http://schemas.microsoft.com/office/drawing/2014/main" val="20000"/>
                    </a:ext>
                  </a:extLst>
                </a:gridCol>
                <a:gridCol w="1637262">
                  <a:extLst>
                    <a:ext uri="{9D8B030D-6E8A-4147-A177-3AD203B41FA5}">
                      <a16:colId xmlns:a16="http://schemas.microsoft.com/office/drawing/2014/main" val="20001"/>
                    </a:ext>
                  </a:extLst>
                </a:gridCol>
                <a:gridCol w="1637261">
                  <a:extLst>
                    <a:ext uri="{9D8B030D-6E8A-4147-A177-3AD203B41FA5}">
                      <a16:colId xmlns:a16="http://schemas.microsoft.com/office/drawing/2014/main" val="20002"/>
                    </a:ext>
                  </a:extLst>
                </a:gridCol>
              </a:tblGrid>
              <a:tr h="467287">
                <a:tc>
                  <a:txBody>
                    <a:bodyPr/>
                    <a:lstStyle/>
                    <a:p>
                      <a:pPr>
                        <a:lnSpc>
                          <a:spcPct val="100000"/>
                        </a:lnSpc>
                      </a:pPr>
                      <a:endParaRPr sz="1600">
                        <a:solidFill>
                          <a:schemeClr val="tx1"/>
                        </a:solidFill>
                        <a:latin typeface="Times New Roman" panose="02020603050405020304"/>
                        <a:cs typeface="Times New Roman" panose="02020603050405020304"/>
                      </a:endParaRPr>
                    </a:p>
                  </a:txBody>
                  <a:tcPr marL="0" marR="0" marT="0" marB="0">
                    <a:lnL w="9525">
                      <a:solidFill>
                        <a:srgbClr val="9E9E9E"/>
                      </a:solidFill>
                      <a:prstDash val="solid"/>
                    </a:lnL>
                    <a:lnR w="9525">
                      <a:solidFill>
                        <a:srgbClr val="9E9E9E"/>
                      </a:solidFill>
                      <a:prstDash val="solid"/>
                    </a:lnR>
                    <a:lnT w="9525">
                      <a:solidFill>
                        <a:srgbClr val="9E9E9E"/>
                      </a:solidFill>
                      <a:prstDash val="solid"/>
                    </a:lnT>
                    <a:lnB w="9525">
                      <a:solidFill>
                        <a:srgbClr val="9E9E9E"/>
                      </a:solidFill>
                      <a:prstDash val="solid"/>
                    </a:lnB>
                  </a:tcPr>
                </a:tc>
                <a:tc>
                  <a:txBody>
                    <a:bodyPr/>
                    <a:lstStyle/>
                    <a:p>
                      <a:pPr marL="91440" marR="248285">
                        <a:lnSpc>
                          <a:spcPct val="100000"/>
                        </a:lnSpc>
                        <a:spcBef>
                          <a:spcPts val="680"/>
                        </a:spcBef>
                      </a:pPr>
                      <a:r>
                        <a:rPr sz="1600" dirty="0">
                          <a:solidFill>
                            <a:schemeClr val="tx1"/>
                          </a:solidFill>
                          <a:latin typeface="Arial" panose="020B0604020202020204"/>
                          <a:cs typeface="Arial" panose="020B0604020202020204"/>
                        </a:rPr>
                        <a:t>Predicted</a:t>
                      </a:r>
                      <a:r>
                        <a:rPr sz="1600" spc="-120" dirty="0">
                          <a:solidFill>
                            <a:schemeClr val="tx1"/>
                          </a:solidFill>
                          <a:latin typeface="Arial" panose="020B0604020202020204"/>
                          <a:cs typeface="Arial" panose="020B0604020202020204"/>
                        </a:rPr>
                        <a:t> </a:t>
                      </a:r>
                      <a:r>
                        <a:rPr sz="1600" dirty="0">
                          <a:solidFill>
                            <a:schemeClr val="tx1"/>
                          </a:solidFill>
                          <a:latin typeface="Arial" panose="020B0604020202020204"/>
                          <a:cs typeface="Arial" panose="020B0604020202020204"/>
                        </a:rPr>
                        <a:t>as  </a:t>
                      </a:r>
                      <a:r>
                        <a:rPr sz="1600" spc="-5" dirty="0">
                          <a:solidFill>
                            <a:schemeClr val="tx1"/>
                          </a:solidFill>
                          <a:latin typeface="Arial" panose="020B0604020202020204"/>
                          <a:cs typeface="Arial" panose="020B0604020202020204"/>
                        </a:rPr>
                        <a:t>Negative</a:t>
                      </a:r>
                      <a:endParaRPr sz="1600">
                        <a:solidFill>
                          <a:schemeClr val="tx1"/>
                        </a:solidFill>
                        <a:latin typeface="Arial" panose="020B0604020202020204"/>
                        <a:cs typeface="Arial" panose="020B0604020202020204"/>
                      </a:endParaRPr>
                    </a:p>
                  </a:txBody>
                  <a:tcPr marL="0" marR="0" marT="115147" marB="0">
                    <a:lnL w="9525">
                      <a:solidFill>
                        <a:srgbClr val="9E9E9E"/>
                      </a:solidFill>
                      <a:prstDash val="solid"/>
                    </a:lnL>
                    <a:lnR w="9525">
                      <a:solidFill>
                        <a:srgbClr val="9E9E9E"/>
                      </a:solidFill>
                      <a:prstDash val="solid"/>
                    </a:lnR>
                    <a:lnT w="9525">
                      <a:solidFill>
                        <a:srgbClr val="9E9E9E"/>
                      </a:solidFill>
                      <a:prstDash val="solid"/>
                    </a:lnT>
                    <a:lnB w="9525">
                      <a:solidFill>
                        <a:srgbClr val="9E9E9E"/>
                      </a:solidFill>
                      <a:prstDash val="solid"/>
                    </a:lnB>
                  </a:tcPr>
                </a:tc>
                <a:tc>
                  <a:txBody>
                    <a:bodyPr/>
                    <a:lstStyle/>
                    <a:p>
                      <a:pPr marL="91440" marR="248285">
                        <a:lnSpc>
                          <a:spcPct val="100000"/>
                        </a:lnSpc>
                        <a:spcBef>
                          <a:spcPts val="680"/>
                        </a:spcBef>
                      </a:pPr>
                      <a:r>
                        <a:rPr sz="1600" dirty="0">
                          <a:solidFill>
                            <a:schemeClr val="tx1"/>
                          </a:solidFill>
                          <a:latin typeface="Arial" panose="020B0604020202020204"/>
                          <a:cs typeface="Arial" panose="020B0604020202020204"/>
                        </a:rPr>
                        <a:t>Predicted</a:t>
                      </a:r>
                      <a:r>
                        <a:rPr sz="1600" spc="-120" dirty="0">
                          <a:solidFill>
                            <a:schemeClr val="tx1"/>
                          </a:solidFill>
                          <a:latin typeface="Arial" panose="020B0604020202020204"/>
                          <a:cs typeface="Arial" panose="020B0604020202020204"/>
                        </a:rPr>
                        <a:t> </a:t>
                      </a:r>
                      <a:r>
                        <a:rPr sz="1600" dirty="0">
                          <a:solidFill>
                            <a:schemeClr val="tx1"/>
                          </a:solidFill>
                          <a:latin typeface="Arial" panose="020B0604020202020204"/>
                          <a:cs typeface="Arial" panose="020B0604020202020204"/>
                        </a:rPr>
                        <a:t>as  </a:t>
                      </a:r>
                      <a:r>
                        <a:rPr sz="1600" spc="-5" dirty="0">
                          <a:solidFill>
                            <a:schemeClr val="tx1"/>
                          </a:solidFill>
                          <a:latin typeface="Arial" panose="020B0604020202020204"/>
                          <a:cs typeface="Arial" panose="020B0604020202020204"/>
                        </a:rPr>
                        <a:t>Positive</a:t>
                      </a:r>
                      <a:endParaRPr sz="1600">
                        <a:solidFill>
                          <a:schemeClr val="tx1"/>
                        </a:solidFill>
                        <a:latin typeface="Arial" panose="020B0604020202020204"/>
                        <a:cs typeface="Arial" panose="020B0604020202020204"/>
                      </a:endParaRPr>
                    </a:p>
                  </a:txBody>
                  <a:tcPr marL="0" marR="0" marT="115147" marB="0">
                    <a:lnL w="9525">
                      <a:solidFill>
                        <a:srgbClr val="9E9E9E"/>
                      </a:solidFill>
                      <a:prstDash val="solid"/>
                    </a:lnL>
                    <a:lnR w="9525">
                      <a:solidFill>
                        <a:srgbClr val="9E9E9E"/>
                      </a:solidFill>
                      <a:prstDash val="solid"/>
                    </a:lnR>
                    <a:lnT w="9525">
                      <a:solidFill>
                        <a:srgbClr val="9E9E9E"/>
                      </a:solidFill>
                      <a:prstDash val="solid"/>
                    </a:lnT>
                    <a:lnB w="9525">
                      <a:solidFill>
                        <a:srgbClr val="9E9E9E"/>
                      </a:solidFill>
                      <a:prstDash val="solid"/>
                    </a:lnB>
                  </a:tcPr>
                </a:tc>
                <a:extLst>
                  <a:ext uri="{0D108BD9-81ED-4DB2-BD59-A6C34878D82A}">
                    <a16:rowId xmlns:a16="http://schemas.microsoft.com/office/drawing/2014/main" val="10000"/>
                  </a:ext>
                </a:extLst>
              </a:tr>
              <a:tr h="467190">
                <a:tc>
                  <a:txBody>
                    <a:bodyPr/>
                    <a:lstStyle/>
                    <a:p>
                      <a:pPr marL="91440" marR="534035">
                        <a:lnSpc>
                          <a:spcPct val="100000"/>
                        </a:lnSpc>
                        <a:spcBef>
                          <a:spcPts val="680"/>
                        </a:spcBef>
                      </a:pPr>
                      <a:r>
                        <a:rPr sz="1600" dirty="0">
                          <a:solidFill>
                            <a:schemeClr val="tx1"/>
                          </a:solidFill>
                          <a:latin typeface="Arial" panose="020B0604020202020204"/>
                          <a:cs typeface="Arial" panose="020B0604020202020204"/>
                        </a:rPr>
                        <a:t>Actual  </a:t>
                      </a:r>
                      <a:r>
                        <a:rPr sz="1600" spc="-10" dirty="0">
                          <a:solidFill>
                            <a:schemeClr val="tx1"/>
                          </a:solidFill>
                          <a:latin typeface="Arial" panose="020B0604020202020204"/>
                          <a:cs typeface="Arial" panose="020B0604020202020204"/>
                        </a:rPr>
                        <a:t>N</a:t>
                      </a:r>
                      <a:r>
                        <a:rPr sz="1600" dirty="0">
                          <a:solidFill>
                            <a:schemeClr val="tx1"/>
                          </a:solidFill>
                          <a:latin typeface="Arial" panose="020B0604020202020204"/>
                          <a:cs typeface="Arial" panose="020B0604020202020204"/>
                        </a:rPr>
                        <a:t>egati</a:t>
                      </a:r>
                      <a:r>
                        <a:rPr sz="1600" spc="-15" dirty="0">
                          <a:solidFill>
                            <a:schemeClr val="tx1"/>
                          </a:solidFill>
                          <a:latin typeface="Arial" panose="020B0604020202020204"/>
                          <a:cs typeface="Arial" panose="020B0604020202020204"/>
                        </a:rPr>
                        <a:t>v</a:t>
                      </a:r>
                      <a:r>
                        <a:rPr sz="1600" dirty="0">
                          <a:solidFill>
                            <a:schemeClr val="tx1"/>
                          </a:solidFill>
                          <a:latin typeface="Arial" panose="020B0604020202020204"/>
                          <a:cs typeface="Arial" panose="020B0604020202020204"/>
                        </a:rPr>
                        <a:t>e</a:t>
                      </a:r>
                    </a:p>
                  </a:txBody>
                  <a:tcPr marL="0" marR="0" marT="115147" marB="0">
                    <a:lnL w="9525">
                      <a:solidFill>
                        <a:srgbClr val="9E9E9E"/>
                      </a:solidFill>
                      <a:prstDash val="solid"/>
                    </a:lnL>
                    <a:lnR w="9525">
                      <a:solidFill>
                        <a:srgbClr val="9E9E9E"/>
                      </a:solidFill>
                      <a:prstDash val="solid"/>
                    </a:lnR>
                    <a:lnT w="9525">
                      <a:solidFill>
                        <a:srgbClr val="9E9E9E"/>
                      </a:solidFill>
                      <a:prstDash val="solid"/>
                    </a:lnT>
                    <a:lnB w="9525">
                      <a:solidFill>
                        <a:srgbClr val="9E9E9E"/>
                      </a:solidFill>
                      <a:prstDash val="solid"/>
                    </a:lnB>
                  </a:tcPr>
                </a:tc>
                <a:tc>
                  <a:txBody>
                    <a:bodyPr/>
                    <a:lstStyle/>
                    <a:p>
                      <a:pPr marL="91440">
                        <a:lnSpc>
                          <a:spcPct val="100000"/>
                        </a:lnSpc>
                        <a:spcBef>
                          <a:spcPts val="680"/>
                        </a:spcBef>
                      </a:pPr>
                      <a:r>
                        <a:rPr sz="1600" dirty="0">
                          <a:solidFill>
                            <a:schemeClr val="tx1"/>
                          </a:solidFill>
                          <a:latin typeface="Arial" panose="020B0604020202020204"/>
                          <a:cs typeface="Arial" panose="020B0604020202020204"/>
                        </a:rPr>
                        <a:t>9760</a:t>
                      </a:r>
                      <a:r>
                        <a:rPr sz="1600" spc="-30" dirty="0">
                          <a:solidFill>
                            <a:schemeClr val="tx1"/>
                          </a:solidFill>
                          <a:latin typeface="Arial" panose="020B0604020202020204"/>
                          <a:cs typeface="Arial" panose="020B0604020202020204"/>
                        </a:rPr>
                        <a:t> </a:t>
                      </a:r>
                      <a:r>
                        <a:rPr sz="1600" spc="-5" dirty="0">
                          <a:solidFill>
                            <a:schemeClr val="tx1"/>
                          </a:solidFill>
                          <a:latin typeface="Arial" panose="020B0604020202020204"/>
                          <a:cs typeface="Arial" panose="020B0604020202020204"/>
                        </a:rPr>
                        <a:t>(TN)</a:t>
                      </a:r>
                      <a:endParaRPr sz="1600" dirty="0">
                        <a:solidFill>
                          <a:schemeClr val="tx1"/>
                        </a:solidFill>
                        <a:latin typeface="Arial" panose="020B0604020202020204"/>
                        <a:cs typeface="Arial" panose="020B0604020202020204"/>
                      </a:endParaRPr>
                    </a:p>
                  </a:txBody>
                  <a:tcPr marL="0" marR="0" marT="115147" marB="0">
                    <a:lnL w="9525">
                      <a:solidFill>
                        <a:srgbClr val="9E9E9E"/>
                      </a:solidFill>
                      <a:prstDash val="solid"/>
                    </a:lnL>
                    <a:lnR w="9525">
                      <a:solidFill>
                        <a:srgbClr val="9E9E9E"/>
                      </a:solidFill>
                      <a:prstDash val="solid"/>
                    </a:lnR>
                    <a:lnT w="9525">
                      <a:solidFill>
                        <a:srgbClr val="9E9E9E"/>
                      </a:solidFill>
                      <a:prstDash val="solid"/>
                    </a:lnT>
                    <a:lnB w="9525">
                      <a:solidFill>
                        <a:srgbClr val="9E9E9E"/>
                      </a:solidFill>
                      <a:prstDash val="solid"/>
                    </a:lnB>
                  </a:tcPr>
                </a:tc>
                <a:tc>
                  <a:txBody>
                    <a:bodyPr/>
                    <a:lstStyle/>
                    <a:p>
                      <a:pPr marL="91440">
                        <a:lnSpc>
                          <a:spcPct val="100000"/>
                        </a:lnSpc>
                        <a:spcBef>
                          <a:spcPts val="680"/>
                        </a:spcBef>
                      </a:pPr>
                      <a:r>
                        <a:rPr sz="1600" dirty="0">
                          <a:solidFill>
                            <a:schemeClr val="tx1"/>
                          </a:solidFill>
                          <a:latin typeface="Arial" panose="020B0604020202020204"/>
                          <a:cs typeface="Arial" panose="020B0604020202020204"/>
                        </a:rPr>
                        <a:t>140</a:t>
                      </a:r>
                      <a:r>
                        <a:rPr sz="1600" spc="-30" dirty="0">
                          <a:solidFill>
                            <a:schemeClr val="tx1"/>
                          </a:solidFill>
                          <a:latin typeface="Arial" panose="020B0604020202020204"/>
                          <a:cs typeface="Arial" panose="020B0604020202020204"/>
                        </a:rPr>
                        <a:t> </a:t>
                      </a:r>
                      <a:r>
                        <a:rPr sz="1600" spc="-5" dirty="0">
                          <a:solidFill>
                            <a:schemeClr val="tx1"/>
                          </a:solidFill>
                          <a:latin typeface="Arial" panose="020B0604020202020204"/>
                          <a:cs typeface="Arial" panose="020B0604020202020204"/>
                        </a:rPr>
                        <a:t>(FP)</a:t>
                      </a:r>
                      <a:endParaRPr sz="1600">
                        <a:solidFill>
                          <a:schemeClr val="tx1"/>
                        </a:solidFill>
                        <a:latin typeface="Arial" panose="020B0604020202020204"/>
                        <a:cs typeface="Arial" panose="020B0604020202020204"/>
                      </a:endParaRPr>
                    </a:p>
                  </a:txBody>
                  <a:tcPr marL="0" marR="0" marT="115147" marB="0">
                    <a:lnL w="9525">
                      <a:solidFill>
                        <a:srgbClr val="9E9E9E"/>
                      </a:solidFill>
                      <a:prstDash val="solid"/>
                    </a:lnL>
                    <a:lnR w="9525">
                      <a:solidFill>
                        <a:srgbClr val="9E9E9E"/>
                      </a:solidFill>
                      <a:prstDash val="solid"/>
                    </a:lnR>
                    <a:lnT w="9525">
                      <a:solidFill>
                        <a:srgbClr val="9E9E9E"/>
                      </a:solidFill>
                      <a:prstDash val="solid"/>
                    </a:lnT>
                    <a:lnB w="9525">
                      <a:solidFill>
                        <a:srgbClr val="9E9E9E"/>
                      </a:solidFill>
                      <a:prstDash val="solid"/>
                    </a:lnB>
                  </a:tcPr>
                </a:tc>
                <a:extLst>
                  <a:ext uri="{0D108BD9-81ED-4DB2-BD59-A6C34878D82A}">
                    <a16:rowId xmlns:a16="http://schemas.microsoft.com/office/drawing/2014/main" val="10001"/>
                  </a:ext>
                </a:extLst>
              </a:tr>
              <a:tr h="467287">
                <a:tc>
                  <a:txBody>
                    <a:bodyPr/>
                    <a:lstStyle/>
                    <a:p>
                      <a:pPr marL="91440">
                        <a:lnSpc>
                          <a:spcPct val="100000"/>
                        </a:lnSpc>
                        <a:spcBef>
                          <a:spcPts val="680"/>
                        </a:spcBef>
                      </a:pPr>
                      <a:r>
                        <a:rPr sz="1600" dirty="0">
                          <a:solidFill>
                            <a:schemeClr val="tx1"/>
                          </a:solidFill>
                          <a:latin typeface="Arial" panose="020B0604020202020204"/>
                          <a:cs typeface="Arial" panose="020B0604020202020204"/>
                        </a:rPr>
                        <a:t>Actual</a:t>
                      </a:r>
                      <a:endParaRPr sz="1600">
                        <a:solidFill>
                          <a:schemeClr val="tx1"/>
                        </a:solidFill>
                        <a:latin typeface="Arial" panose="020B0604020202020204"/>
                        <a:cs typeface="Arial" panose="020B0604020202020204"/>
                      </a:endParaRPr>
                    </a:p>
                    <a:p>
                      <a:pPr marL="91440">
                        <a:lnSpc>
                          <a:spcPct val="100000"/>
                        </a:lnSpc>
                        <a:spcBef>
                          <a:spcPts val="5"/>
                        </a:spcBef>
                      </a:pPr>
                      <a:r>
                        <a:rPr sz="1600" spc="-5" dirty="0">
                          <a:solidFill>
                            <a:schemeClr val="tx1"/>
                          </a:solidFill>
                          <a:latin typeface="Arial" panose="020B0604020202020204"/>
                          <a:cs typeface="Arial" panose="020B0604020202020204"/>
                        </a:rPr>
                        <a:t>Positive</a:t>
                      </a:r>
                      <a:endParaRPr sz="1600">
                        <a:solidFill>
                          <a:schemeClr val="tx1"/>
                        </a:solidFill>
                        <a:latin typeface="Arial" panose="020B0604020202020204"/>
                        <a:cs typeface="Arial" panose="020B0604020202020204"/>
                      </a:endParaRPr>
                    </a:p>
                  </a:txBody>
                  <a:tcPr marL="0" marR="0" marT="115147" marB="0">
                    <a:lnL w="9525">
                      <a:solidFill>
                        <a:srgbClr val="9E9E9E"/>
                      </a:solidFill>
                      <a:prstDash val="solid"/>
                    </a:lnL>
                    <a:lnR w="9525">
                      <a:solidFill>
                        <a:srgbClr val="9E9E9E"/>
                      </a:solidFill>
                      <a:prstDash val="solid"/>
                    </a:lnR>
                    <a:lnT w="9525">
                      <a:solidFill>
                        <a:srgbClr val="9E9E9E"/>
                      </a:solidFill>
                      <a:prstDash val="solid"/>
                    </a:lnT>
                    <a:lnB w="9525">
                      <a:solidFill>
                        <a:srgbClr val="9E9E9E"/>
                      </a:solidFill>
                      <a:prstDash val="solid"/>
                    </a:lnB>
                  </a:tcPr>
                </a:tc>
                <a:tc>
                  <a:txBody>
                    <a:bodyPr/>
                    <a:lstStyle/>
                    <a:p>
                      <a:pPr marL="91440">
                        <a:lnSpc>
                          <a:spcPct val="100000"/>
                        </a:lnSpc>
                        <a:spcBef>
                          <a:spcPts val="680"/>
                        </a:spcBef>
                      </a:pPr>
                      <a:r>
                        <a:rPr sz="1600" dirty="0">
                          <a:solidFill>
                            <a:schemeClr val="tx1"/>
                          </a:solidFill>
                          <a:latin typeface="Arial" panose="020B0604020202020204"/>
                          <a:cs typeface="Arial" panose="020B0604020202020204"/>
                        </a:rPr>
                        <a:t>40</a:t>
                      </a:r>
                      <a:r>
                        <a:rPr sz="1600" spc="-35" dirty="0">
                          <a:solidFill>
                            <a:schemeClr val="tx1"/>
                          </a:solidFill>
                          <a:latin typeface="Arial" panose="020B0604020202020204"/>
                          <a:cs typeface="Arial" panose="020B0604020202020204"/>
                        </a:rPr>
                        <a:t> </a:t>
                      </a:r>
                      <a:r>
                        <a:rPr sz="1600" spc="-5" dirty="0">
                          <a:solidFill>
                            <a:schemeClr val="tx1"/>
                          </a:solidFill>
                          <a:latin typeface="Arial" panose="020B0604020202020204"/>
                          <a:cs typeface="Arial" panose="020B0604020202020204"/>
                        </a:rPr>
                        <a:t>(FN)</a:t>
                      </a:r>
                      <a:endParaRPr sz="1600">
                        <a:solidFill>
                          <a:schemeClr val="tx1"/>
                        </a:solidFill>
                        <a:latin typeface="Arial" panose="020B0604020202020204"/>
                        <a:cs typeface="Arial" panose="020B0604020202020204"/>
                      </a:endParaRPr>
                    </a:p>
                  </a:txBody>
                  <a:tcPr marL="0" marR="0" marT="115147" marB="0">
                    <a:lnL w="9525">
                      <a:solidFill>
                        <a:srgbClr val="9E9E9E"/>
                      </a:solidFill>
                      <a:prstDash val="solid"/>
                    </a:lnL>
                    <a:lnR w="9525">
                      <a:solidFill>
                        <a:srgbClr val="9E9E9E"/>
                      </a:solidFill>
                      <a:prstDash val="solid"/>
                    </a:lnR>
                    <a:lnT w="9525">
                      <a:solidFill>
                        <a:srgbClr val="9E9E9E"/>
                      </a:solidFill>
                      <a:prstDash val="solid"/>
                    </a:lnT>
                    <a:lnB w="9525">
                      <a:solidFill>
                        <a:srgbClr val="9E9E9E"/>
                      </a:solidFill>
                      <a:prstDash val="solid"/>
                    </a:lnB>
                  </a:tcPr>
                </a:tc>
                <a:tc>
                  <a:txBody>
                    <a:bodyPr/>
                    <a:lstStyle/>
                    <a:p>
                      <a:pPr marL="91440">
                        <a:lnSpc>
                          <a:spcPct val="100000"/>
                        </a:lnSpc>
                        <a:spcBef>
                          <a:spcPts val="680"/>
                        </a:spcBef>
                      </a:pPr>
                      <a:r>
                        <a:rPr sz="1600" dirty="0">
                          <a:solidFill>
                            <a:schemeClr val="tx1"/>
                          </a:solidFill>
                          <a:latin typeface="Arial" panose="020B0604020202020204"/>
                          <a:cs typeface="Arial" panose="020B0604020202020204"/>
                        </a:rPr>
                        <a:t>60</a:t>
                      </a:r>
                      <a:r>
                        <a:rPr sz="1600" spc="-35" dirty="0">
                          <a:solidFill>
                            <a:schemeClr val="tx1"/>
                          </a:solidFill>
                          <a:latin typeface="Arial" panose="020B0604020202020204"/>
                          <a:cs typeface="Arial" panose="020B0604020202020204"/>
                        </a:rPr>
                        <a:t> </a:t>
                      </a:r>
                      <a:r>
                        <a:rPr sz="1600" dirty="0">
                          <a:solidFill>
                            <a:schemeClr val="tx1"/>
                          </a:solidFill>
                          <a:latin typeface="Arial" panose="020B0604020202020204"/>
                          <a:cs typeface="Arial" panose="020B0604020202020204"/>
                        </a:rPr>
                        <a:t>(TP)</a:t>
                      </a:r>
                    </a:p>
                  </a:txBody>
                  <a:tcPr marL="0" marR="0" marT="115147" marB="0">
                    <a:lnL w="9525">
                      <a:solidFill>
                        <a:srgbClr val="9E9E9E"/>
                      </a:solidFill>
                      <a:prstDash val="solid"/>
                    </a:lnL>
                    <a:lnR w="9525">
                      <a:solidFill>
                        <a:srgbClr val="9E9E9E"/>
                      </a:solidFill>
                      <a:prstDash val="solid"/>
                    </a:lnR>
                    <a:lnT w="9525">
                      <a:solidFill>
                        <a:srgbClr val="9E9E9E"/>
                      </a:solidFill>
                      <a:prstDash val="solid"/>
                    </a:lnT>
                    <a:lnB w="9525">
                      <a:solidFill>
                        <a:srgbClr val="9E9E9E"/>
                      </a:solidFill>
                      <a:prstDash val="solid"/>
                    </a:lnB>
                  </a:tcPr>
                </a:tc>
                <a:extLst>
                  <a:ext uri="{0D108BD9-81ED-4DB2-BD59-A6C34878D82A}">
                    <a16:rowId xmlns:a16="http://schemas.microsoft.com/office/drawing/2014/main" val="10002"/>
                  </a:ext>
                </a:extLst>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solidFill>
                  <a:srgbClr val="942D6D"/>
                </a:solidFill>
              </a:rPr>
              <a:t>F- Measure</a:t>
            </a:r>
            <a:endParaRPr lang="en-US" dirty="0">
              <a:solidFill>
                <a:srgbClr val="942D6D"/>
              </a:solidFill>
            </a:endParaRPr>
          </a:p>
        </p:txBody>
      </p:sp>
      <p:sp>
        <p:nvSpPr>
          <p:cNvPr id="3" name="Text Placeholder 2"/>
          <p:cNvSpPr>
            <a:spLocks noGrp="1"/>
          </p:cNvSpPr>
          <p:nvPr>
            <p:ph type="body" sz="quarter" idx="10"/>
          </p:nvPr>
        </p:nvSpPr>
        <p:spPr>
          <a:xfrm>
            <a:off x="877821" y="1521449"/>
            <a:ext cx="10712388" cy="3815101"/>
          </a:xfrm>
        </p:spPr>
        <p:txBody>
          <a:bodyPr/>
          <a:lstStyle/>
          <a:p>
            <a:pPr marL="17145">
              <a:spcBef>
                <a:spcPts val="560"/>
              </a:spcBef>
            </a:pPr>
            <a:r>
              <a:rPr lang="en-GB" dirty="0">
                <a:solidFill>
                  <a:schemeClr val="tx1">
                    <a:lumMod val="75000"/>
                    <a:lumOff val="25000"/>
                  </a:schemeClr>
                </a:solidFill>
                <a:cs typeface="Arial Black" panose="020B0A04020102020204"/>
              </a:rPr>
              <a:t>One measure of performance that takes into account both recall and precision</a:t>
            </a:r>
          </a:p>
          <a:p>
            <a:pPr marL="17145">
              <a:spcBef>
                <a:spcPts val="2580"/>
              </a:spcBef>
            </a:pPr>
            <a:r>
              <a:rPr lang="en-GB" dirty="0">
                <a:solidFill>
                  <a:schemeClr val="tx1">
                    <a:lumMod val="75000"/>
                    <a:lumOff val="25000"/>
                  </a:schemeClr>
                </a:solidFill>
                <a:cs typeface="Arial Black" panose="020B0A04020102020204"/>
              </a:rPr>
              <a:t>Harmonic mean of recall and precision:</a:t>
            </a:r>
          </a:p>
          <a:p>
            <a:pPr marL="17145">
              <a:spcBef>
                <a:spcPts val="2580"/>
              </a:spcBef>
            </a:pPr>
            <a:endParaRPr lang="en-GB" dirty="0">
              <a:solidFill>
                <a:schemeClr val="tx1">
                  <a:lumMod val="75000"/>
                  <a:lumOff val="25000"/>
                </a:schemeClr>
              </a:solidFill>
              <a:cs typeface="Arial Black" panose="020B0A04020102020204"/>
            </a:endParaRPr>
          </a:p>
          <a:p>
            <a:pPr marL="17145">
              <a:spcBef>
                <a:spcPts val="2580"/>
              </a:spcBef>
            </a:pPr>
            <a:endParaRPr lang="en-GB" dirty="0">
              <a:solidFill>
                <a:schemeClr val="tx1">
                  <a:lumMod val="75000"/>
                  <a:lumOff val="25000"/>
                </a:schemeClr>
              </a:solidFill>
              <a:cs typeface="Arial Black" panose="020B0A04020102020204"/>
            </a:endParaRPr>
          </a:p>
          <a:p>
            <a:pPr marL="17145">
              <a:spcBef>
                <a:spcPts val="2580"/>
              </a:spcBef>
            </a:pPr>
            <a:r>
              <a:rPr lang="en-GB" dirty="0">
                <a:solidFill>
                  <a:schemeClr val="tx1">
                    <a:lumMod val="75000"/>
                    <a:lumOff val="25000"/>
                  </a:schemeClr>
                </a:solidFill>
                <a:cs typeface="Arial Black" panose="020B0A04020102020204"/>
              </a:rPr>
              <a:t>Compared to arithmetic mean, both need to be high for harmonic mean to  be high</a:t>
            </a:r>
          </a:p>
          <a:p>
            <a:pPr marL="17145">
              <a:spcBef>
                <a:spcPts val="2580"/>
              </a:spcBef>
            </a:pPr>
            <a:endParaRPr lang="en-GB" dirty="0">
              <a:solidFill>
                <a:schemeClr val="tx1">
                  <a:lumMod val="75000"/>
                  <a:lumOff val="25000"/>
                </a:schemeClr>
              </a:solidFill>
              <a:cs typeface="Arial Black" panose="020B0A04020102020204"/>
            </a:endParaRPr>
          </a:p>
          <a:p>
            <a:pPr marL="17145">
              <a:spcBef>
                <a:spcPts val="2580"/>
              </a:spcBef>
            </a:pPr>
            <a:endParaRPr lang="en-GB" dirty="0">
              <a:solidFill>
                <a:schemeClr val="tx1">
                  <a:lumMod val="75000"/>
                  <a:lumOff val="25000"/>
                </a:schemeClr>
              </a:solidFill>
              <a:cs typeface="Arial Black" panose="020B0A04020102020204"/>
            </a:endParaRPr>
          </a:p>
          <a:p>
            <a:pPr marL="17145">
              <a:spcBef>
                <a:spcPts val="2580"/>
              </a:spcBef>
            </a:pPr>
            <a:endParaRPr lang="en-GB" dirty="0">
              <a:solidFill>
                <a:schemeClr val="tx1">
                  <a:lumMod val="75000"/>
                  <a:lumOff val="25000"/>
                </a:schemeClr>
              </a:solidFill>
              <a:cs typeface="Arial Black" panose="020B0A04020102020204"/>
            </a:endParaRPr>
          </a:p>
          <a:p>
            <a:endParaRPr lang="en-US" dirty="0">
              <a:solidFill>
                <a:schemeClr val="bg2">
                  <a:lumMod val="25000"/>
                </a:schemeClr>
              </a:solidFill>
            </a:endParaRPr>
          </a:p>
        </p:txBody>
      </p:sp>
      <p:cxnSp>
        <p:nvCxnSpPr>
          <p:cNvPr id="4" name="Straight Connector 3"/>
          <p:cNvCxnSpPr/>
          <p:nvPr/>
        </p:nvCxnSpPr>
        <p:spPr>
          <a:xfrm flipH="1">
            <a:off x="601791" y="1070621"/>
            <a:ext cx="8161323" cy="0"/>
          </a:xfrm>
          <a:prstGeom prst="line">
            <a:avLst/>
          </a:prstGeom>
        </p:spPr>
        <p:style>
          <a:lnRef idx="2">
            <a:schemeClr val="dk1"/>
          </a:lnRef>
          <a:fillRef idx="0">
            <a:schemeClr val="dk1"/>
          </a:fillRef>
          <a:effectRef idx="1">
            <a:schemeClr val="dk1"/>
          </a:effectRef>
          <a:fontRef idx="minor">
            <a:schemeClr val="tx1"/>
          </a:fontRef>
        </p:style>
      </p:cxnSp>
      <p:cxnSp>
        <p:nvCxnSpPr>
          <p:cNvPr id="5" name="Straight Connector 4"/>
          <p:cNvCxnSpPr/>
          <p:nvPr/>
        </p:nvCxnSpPr>
        <p:spPr>
          <a:xfrm flipV="1">
            <a:off x="472083" y="423248"/>
            <a:ext cx="0" cy="555277"/>
          </a:xfrm>
          <a:prstGeom prst="line">
            <a:avLst/>
          </a:prstGeom>
        </p:spPr>
        <p:style>
          <a:lnRef idx="2">
            <a:schemeClr val="dk1"/>
          </a:lnRef>
          <a:fillRef idx="0">
            <a:schemeClr val="dk1"/>
          </a:fillRef>
          <a:effectRef idx="1">
            <a:schemeClr val="dk1"/>
          </a:effectRef>
          <a:fontRef idx="minor">
            <a:schemeClr val="tx1"/>
          </a:fontRef>
        </p:style>
      </p:cxnSp>
      <p:cxnSp>
        <p:nvCxnSpPr>
          <p:cNvPr id="6" name="Straight Connector 5"/>
          <p:cNvCxnSpPr/>
          <p:nvPr/>
        </p:nvCxnSpPr>
        <p:spPr>
          <a:xfrm flipH="1" flipV="1">
            <a:off x="470171" y="1089589"/>
            <a:ext cx="1912" cy="4298063"/>
          </a:xfrm>
          <a:prstGeom prst="line">
            <a:avLst/>
          </a:prstGeom>
        </p:spPr>
        <p:style>
          <a:lnRef idx="2">
            <a:schemeClr val="dk1"/>
          </a:lnRef>
          <a:fillRef idx="0">
            <a:schemeClr val="dk1"/>
          </a:fillRef>
          <a:effectRef idx="1">
            <a:schemeClr val="dk1"/>
          </a:effectRef>
          <a:fontRef idx="minor">
            <a:schemeClr val="tx1"/>
          </a:fontRef>
        </p:style>
      </p:cxnSp>
      <p:sp>
        <p:nvSpPr>
          <p:cNvPr id="7" name="object 5"/>
          <p:cNvSpPr/>
          <p:nvPr/>
        </p:nvSpPr>
        <p:spPr>
          <a:xfrm>
            <a:off x="2724911" y="3302000"/>
            <a:ext cx="3490976" cy="1066800"/>
          </a:xfrm>
          <a:prstGeom prst="rect">
            <a:avLst/>
          </a:prstGeom>
          <a:blipFill>
            <a:blip r:embed="rId2" cstate="print"/>
            <a:stretch>
              <a:fillRect/>
            </a:stretch>
          </a:blipFill>
        </p:spPr>
        <p:txBody>
          <a:bodyPr wrap="square" lIns="0" tIns="0" rIns="0" bIns="0" rtlCol="0"/>
          <a:lstStyle/>
          <a:p>
            <a:endParaRPr sz="240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solidFill>
                  <a:srgbClr val="942D6D"/>
                </a:solidFill>
              </a:rPr>
              <a:t>Basics of KNN Classifiers</a:t>
            </a:r>
            <a:endParaRPr lang="en-US" dirty="0">
              <a:solidFill>
                <a:srgbClr val="942D6D"/>
              </a:solidFill>
            </a:endParaRPr>
          </a:p>
        </p:txBody>
      </p:sp>
      <p:cxnSp>
        <p:nvCxnSpPr>
          <p:cNvPr id="4" name="Straight Connector 3"/>
          <p:cNvCxnSpPr/>
          <p:nvPr/>
        </p:nvCxnSpPr>
        <p:spPr>
          <a:xfrm flipH="1">
            <a:off x="601791" y="1070621"/>
            <a:ext cx="8161323" cy="0"/>
          </a:xfrm>
          <a:prstGeom prst="line">
            <a:avLst/>
          </a:prstGeom>
        </p:spPr>
        <p:style>
          <a:lnRef idx="2">
            <a:schemeClr val="dk1"/>
          </a:lnRef>
          <a:fillRef idx="0">
            <a:schemeClr val="dk1"/>
          </a:fillRef>
          <a:effectRef idx="1">
            <a:schemeClr val="dk1"/>
          </a:effectRef>
          <a:fontRef idx="minor">
            <a:schemeClr val="tx1"/>
          </a:fontRef>
        </p:style>
      </p:cxnSp>
      <p:cxnSp>
        <p:nvCxnSpPr>
          <p:cNvPr id="5" name="Straight Connector 4"/>
          <p:cNvCxnSpPr/>
          <p:nvPr/>
        </p:nvCxnSpPr>
        <p:spPr>
          <a:xfrm flipV="1">
            <a:off x="472083" y="423248"/>
            <a:ext cx="0" cy="555277"/>
          </a:xfrm>
          <a:prstGeom prst="line">
            <a:avLst/>
          </a:prstGeom>
        </p:spPr>
        <p:style>
          <a:lnRef idx="2">
            <a:schemeClr val="dk1"/>
          </a:lnRef>
          <a:fillRef idx="0">
            <a:schemeClr val="dk1"/>
          </a:fillRef>
          <a:effectRef idx="1">
            <a:schemeClr val="dk1"/>
          </a:effectRef>
          <a:fontRef idx="minor">
            <a:schemeClr val="tx1"/>
          </a:fontRef>
        </p:style>
      </p:cxnSp>
      <p:cxnSp>
        <p:nvCxnSpPr>
          <p:cNvPr id="6" name="Straight Connector 5"/>
          <p:cNvCxnSpPr/>
          <p:nvPr/>
        </p:nvCxnSpPr>
        <p:spPr>
          <a:xfrm flipH="1" flipV="1">
            <a:off x="470171" y="1089589"/>
            <a:ext cx="1912" cy="4298063"/>
          </a:xfrm>
          <a:prstGeom prst="line">
            <a:avLst/>
          </a:prstGeom>
        </p:spPr>
        <p:style>
          <a:lnRef idx="2">
            <a:schemeClr val="dk1"/>
          </a:lnRef>
          <a:fillRef idx="0">
            <a:schemeClr val="dk1"/>
          </a:fillRef>
          <a:effectRef idx="1">
            <a:schemeClr val="dk1"/>
          </a:effectRef>
          <a:fontRef idx="minor">
            <a:schemeClr val="tx1"/>
          </a:fontRef>
        </p:style>
      </p:cxnSp>
      <p:sp>
        <p:nvSpPr>
          <p:cNvPr id="11" name="TextBox 10"/>
          <p:cNvSpPr txBox="1"/>
          <p:nvPr/>
        </p:nvSpPr>
        <p:spPr>
          <a:xfrm>
            <a:off x="3048000" y="3244334"/>
            <a:ext cx="6096000" cy="369332"/>
          </a:xfrm>
          <a:prstGeom prst="rect">
            <a:avLst/>
          </a:prstGeom>
          <a:noFill/>
        </p:spPr>
        <p:txBody>
          <a:bodyPr wrap="square">
            <a:spAutoFit/>
          </a:bodyPr>
          <a:lstStyle/>
          <a:p>
            <a:r>
              <a:rPr lang="en-GB" dirty="0">
                <a:hlinkClick r:id="rId2"/>
              </a:rPr>
              <a:t>https://www.youtube.com/watch?v=4HKqjENq9OU</a:t>
            </a:r>
            <a:r>
              <a:rPr lang="en-GB" dirty="0"/>
              <a:t> </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Light blue-Cover">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Pearson slid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Light blue-inside slid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With pictur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1_Back cover">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6b1a28a2-5857-4321-9bd8-c602fba5c8bc">
      <Terms xmlns="http://schemas.microsoft.com/office/infopath/2007/PartnerControls"/>
    </lcf76f155ced4ddcb4097134ff3c332f>
    <TaxCatchAll xmlns="5086911d-6e48-4cf3-b087-1eb55996afa6"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E386AD14CB602547BFCB7D842FEF14EE" ma:contentTypeVersion="15" ma:contentTypeDescription="Create a new document." ma:contentTypeScope="" ma:versionID="0a40da80dfba2f26db4fd96ff563ad7b">
  <xsd:schema xmlns:xsd="http://www.w3.org/2001/XMLSchema" xmlns:xs="http://www.w3.org/2001/XMLSchema" xmlns:p="http://schemas.microsoft.com/office/2006/metadata/properties" xmlns:ns2="6b1a28a2-5857-4321-9bd8-c602fba5c8bc" xmlns:ns3="5086911d-6e48-4cf3-b087-1eb55996afa6" targetNamespace="http://schemas.microsoft.com/office/2006/metadata/properties" ma:root="true" ma:fieldsID="11a481746c084991ab5e77ba1922d2a7" ns2:_="" ns3:_="">
    <xsd:import namespace="6b1a28a2-5857-4321-9bd8-c602fba5c8bc"/>
    <xsd:import namespace="5086911d-6e48-4cf3-b087-1eb55996afa6"/>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GenerationTime" minOccurs="0"/>
                <xsd:element ref="ns2:MediaServiceEventHashCode" minOccurs="0"/>
                <xsd:element ref="ns2:MediaServiceAutoKeyPoints" minOccurs="0"/>
                <xsd:element ref="ns2:MediaServiceKeyPoints" minOccurs="0"/>
                <xsd:element ref="ns3:SharedWithUsers" minOccurs="0"/>
                <xsd:element ref="ns3:SharedWithDetails" minOccurs="0"/>
                <xsd:element ref="ns2:MediaServiceDateTaken" minOccurs="0"/>
                <xsd:element ref="ns2:MediaLengthInSeconds" minOccurs="0"/>
                <xsd:element ref="ns2:lcf76f155ced4ddcb4097134ff3c332f" minOccurs="0"/>
                <xsd:element ref="ns3:TaxCatchAll"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b1a28a2-5857-4321-9bd8-c602fba5c8b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Extracted Text" ma:internalName="MediaServiceOCR" ma:readOnly="true">
      <xsd:simpleType>
        <xsd:restriction base="dms:Note">
          <xsd:maxLength value="255"/>
        </xsd:restriction>
      </xsd:simpleType>
    </xsd:element>
    <xsd:element name="MediaServiceGenerationTime" ma:index="11" nillable="true" ma:displayName="MediaServiceGenerationTime" ma:hidden="true" ma:internalName="MediaServiceGenerationTime"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AutoKeyPoints" ma:index="13" nillable="true" ma:displayName="MediaServiceAutoKeyPoints" ma:hidden="true" ma:internalName="MediaServiceAutoKeyPoints" ma:readOnly="true">
      <xsd:simpleType>
        <xsd:restriction base="dms:Note"/>
      </xsd:simpleType>
    </xsd:element>
    <xsd:element name="MediaServiceKeyPoints" ma:index="14" nillable="true" ma:displayName="KeyPoints" ma:internalName="MediaServiceKeyPoints" ma:readOnly="true">
      <xsd:simpleType>
        <xsd:restriction base="dms:Note">
          <xsd:maxLength value="255"/>
        </xsd:restriction>
      </xsd:simpleType>
    </xsd:element>
    <xsd:element name="MediaServiceDateTaken" ma:index="17" nillable="true" ma:displayName="MediaServiceDateTaken" ma:hidden="true" ma:internalName="MediaServiceDateTaken" ma:readOnly="true">
      <xsd:simpleType>
        <xsd:restriction base="dms:Text"/>
      </xsd:simpleType>
    </xsd:element>
    <xsd:element name="MediaLengthInSeconds" ma:index="18" nillable="true" ma:displayName="Length (seconds)" ma:internalName="MediaLengthInSeconds" ma:readOnly="true">
      <xsd:simpleType>
        <xsd:restriction base="dms:Unknown"/>
      </xsd:simpleType>
    </xsd:element>
    <xsd:element name="lcf76f155ced4ddcb4097134ff3c332f" ma:index="20" nillable="true" ma:taxonomy="true" ma:internalName="lcf76f155ced4ddcb4097134ff3c332f" ma:taxonomyFieldName="MediaServiceImageTags" ma:displayName="Image Tags" ma:readOnly="false" ma:fieldId="{5cf76f15-5ced-4ddc-b409-7134ff3c332f}" ma:taxonomyMulti="true" ma:sspId="4247cd83-a7c4-41c3-9ccf-b3de8fb2a78f" ma:termSetId="09814cd3-568e-fe90-9814-8d621ff8fb84" ma:anchorId="fba54fb3-c3e1-fe81-a776-ca4b69148c4d" ma:open="tru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5086911d-6e48-4cf3-b087-1eb55996afa6" elementFormDefault="qualified">
    <xsd:import namespace="http://schemas.microsoft.com/office/2006/documentManagement/types"/>
    <xsd:import namespace="http://schemas.microsoft.com/office/infopath/2007/PartnerControls"/>
    <xsd:element name="SharedWithUsers" ma:index="15"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6" nillable="true" ma:displayName="Shared With Details" ma:internalName="SharedWithDetails" ma:readOnly="true">
      <xsd:simpleType>
        <xsd:restriction base="dms:Note">
          <xsd:maxLength value="255"/>
        </xsd:restriction>
      </xsd:simpleType>
    </xsd:element>
    <xsd:element name="TaxCatchAll" ma:index="21" nillable="true" ma:displayName="Taxonomy Catch All Column" ma:hidden="true" ma:list="{9339b10e-c275-4384-8e68-845348d9a81e}" ma:internalName="TaxCatchAll" ma:showField="CatchAllData" ma:web="5086911d-6e48-4cf3-b087-1eb55996afa6">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AF866452-3E52-40D8-AFEC-60FD0BA1FEC7}">
  <ds:schemaRefs/>
</ds:datastoreItem>
</file>

<file path=customXml/itemProps2.xml><?xml version="1.0" encoding="utf-8"?>
<ds:datastoreItem xmlns:ds="http://schemas.openxmlformats.org/officeDocument/2006/customXml" ds:itemID="{F140C189-3974-493C-BB55-5026C2A0AFF5}">
  <ds:schemaRefs/>
</ds:datastoreItem>
</file>

<file path=customXml/itemProps3.xml><?xml version="1.0" encoding="utf-8"?>
<ds:datastoreItem xmlns:ds="http://schemas.openxmlformats.org/officeDocument/2006/customXml" ds:itemID="{04A235E8-BC2D-4234-9DE9-624D020E17B9}">
  <ds:schemaRefs/>
</ds:datastoreItem>
</file>

<file path=docProps/app.xml><?xml version="1.0" encoding="utf-8"?>
<Properties xmlns="http://schemas.openxmlformats.org/officeDocument/2006/extended-properties" xmlns:vt="http://schemas.openxmlformats.org/officeDocument/2006/docPropsVTypes">
  <Template>Light blue-Cover</Template>
  <TotalTime>0</TotalTime>
  <Words>567</Words>
  <Application>Microsoft Office PowerPoint</Application>
  <PresentationFormat>Widescreen</PresentationFormat>
  <Paragraphs>94</Paragraphs>
  <Slides>17</Slides>
  <Notes>2</Notes>
  <HiddenSlides>0</HiddenSlides>
  <MMClips>0</MMClips>
  <ScaleCrop>false</ScaleCrop>
  <HeadingPairs>
    <vt:vector size="6" baseType="variant">
      <vt:variant>
        <vt:lpstr>Fonts Used</vt:lpstr>
      </vt:variant>
      <vt:variant>
        <vt:i4>5</vt:i4>
      </vt:variant>
      <vt:variant>
        <vt:lpstr>Theme</vt:lpstr>
      </vt:variant>
      <vt:variant>
        <vt:i4>5</vt:i4>
      </vt:variant>
      <vt:variant>
        <vt:lpstr>Slide Titles</vt:lpstr>
      </vt:variant>
      <vt:variant>
        <vt:i4>17</vt:i4>
      </vt:variant>
    </vt:vector>
  </HeadingPairs>
  <TitlesOfParts>
    <vt:vector size="27" baseType="lpstr">
      <vt:lpstr>Arial</vt:lpstr>
      <vt:lpstr>Arial Black</vt:lpstr>
      <vt:lpstr>Calibri</vt:lpstr>
      <vt:lpstr>Tahoma</vt:lpstr>
      <vt:lpstr>Times New Roman</vt:lpstr>
      <vt:lpstr>Light blue-Cover</vt:lpstr>
      <vt:lpstr>Pearson slide</vt:lpstr>
      <vt:lpstr>Light blue-inside slide</vt:lpstr>
      <vt:lpstr>With picture</vt:lpstr>
      <vt:lpstr>1_Back cover</vt:lpstr>
      <vt:lpstr>Applied Machine learning</vt:lpstr>
      <vt:lpstr>Applied Machine learning </vt:lpstr>
      <vt:lpstr>Machine learning</vt:lpstr>
      <vt:lpstr>PowerPoint Presentation</vt:lpstr>
      <vt:lpstr>Learning objectives</vt:lpstr>
      <vt:lpstr>ML evaluation metrices</vt:lpstr>
      <vt:lpstr>Accuracy </vt:lpstr>
      <vt:lpstr>ML model validation Techniques</vt:lpstr>
      <vt:lpstr>Confusion matrix </vt:lpstr>
      <vt:lpstr>Confusion matrix </vt:lpstr>
      <vt:lpstr>AUC – Area under curve</vt:lpstr>
      <vt:lpstr>Auc- (Contd..)</vt:lpstr>
      <vt:lpstr>Ranking metrics</vt:lpstr>
      <vt:lpstr>Calculation example of Precision - recall</vt:lpstr>
      <vt:lpstr>F- Measure</vt:lpstr>
      <vt:lpstr>Basics of KNN Classifiers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Bachelor’s degree</dc:title>
  <dc:creator>Nalinda Somasiri</dc:creator>
  <cp:lastModifiedBy>Somdip Dey</cp:lastModifiedBy>
  <cp:revision>73</cp:revision>
  <dcterms:created xsi:type="dcterms:W3CDTF">2021-07-24T10:34:00Z</dcterms:created>
  <dcterms:modified xsi:type="dcterms:W3CDTF">2026-01-30T12:42:42Z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0x010100E386AD14CB602547BFCB7D842FEF14EE</vt:lpwstr>
  </property>
  <property fmtid="{D5CDD505-2E9C-101B-9397-08002B2CF9AE}" pid="3" name="MediaServiceImageTags">
    <vt:lpwstr/>
  </property>
  <property fmtid="{D5CDD505-2E9C-101B-9397-08002B2CF9AE}" pid="4" name="ICV">
    <vt:lpwstr>BC58DCF56ECF4677BC2CF08390B40A7A_13</vt:lpwstr>
  </property>
  <property fmtid="{D5CDD505-2E9C-101B-9397-08002B2CF9AE}" pid="5" name="KSOProductBuildVer">
    <vt:lpwstr>1033-12.2.0.22549</vt:lpwstr>
  </property>
</Properties>
</file>