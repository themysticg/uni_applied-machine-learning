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  <p:sldMasterId id="2147483732" r:id="rId5"/>
    <p:sldMasterId id="2147483658" r:id="rId6"/>
    <p:sldMasterId id="2147483710" r:id="rId7"/>
    <p:sldMasterId id="2147483706" r:id="rId8"/>
  </p:sldMasterIdLst>
  <p:notesMasterIdLst>
    <p:notesMasterId r:id="rId38"/>
  </p:notesMasterIdLst>
  <p:sldIdLst>
    <p:sldId id="261" r:id="rId9"/>
    <p:sldId id="257" r:id="rId10"/>
    <p:sldId id="265" r:id="rId11"/>
    <p:sldId id="306" r:id="rId12"/>
    <p:sldId id="311" r:id="rId13"/>
    <p:sldId id="313" r:id="rId14"/>
    <p:sldId id="314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15" r:id="rId25"/>
    <p:sldId id="316" r:id="rId26"/>
    <p:sldId id="317" r:id="rId27"/>
    <p:sldId id="318" r:id="rId28"/>
    <p:sldId id="319" r:id="rId29"/>
    <p:sldId id="320" r:id="rId30"/>
    <p:sldId id="331" r:id="rId31"/>
    <p:sldId id="312" r:id="rId32"/>
    <p:sldId id="330" r:id="rId33"/>
    <p:sldId id="332" r:id="rId34"/>
    <p:sldId id="333" r:id="rId35"/>
    <p:sldId id="335" r:id="rId36"/>
    <p:sldId id="26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54" autoAdjust="0"/>
    <p:restoredTop sz="73061" autoAdjust="0"/>
  </p:normalViewPr>
  <p:slideViewPr>
    <p:cSldViewPr snapToGrid="0">
      <p:cViewPr varScale="1">
        <p:scale>
          <a:sx n="63" d="100"/>
          <a:sy n="63" d="100"/>
        </p:scale>
        <p:origin x="96" y="23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commentAuthors" Target="commentAuthors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083436-33F3-2547-9F6F-1E5EAC8F1F4F}" type="doc">
      <dgm:prSet loTypeId="urn:microsoft.com/office/officeart/2008/layout/AlternatingHexagon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BB5DF66-EEBB-2E46-9656-42D9591B8E5D}">
      <dgm:prSet phldrT="[Text]" custT="1"/>
      <dgm:spPr/>
      <dgm:t>
        <a:bodyPr/>
        <a:lstStyle/>
        <a:p>
          <a:r>
            <a:rPr lang="en-GB" sz="1800" dirty="0"/>
            <a:t>Numerical</a:t>
          </a:r>
        </a:p>
      </dgm:t>
    </dgm:pt>
    <dgm:pt modelId="{998D5E60-4F8F-124F-A135-C66D410AC038}" type="parTrans" cxnId="{C3861286-51E6-9843-AF5C-ECB5BCD72023}">
      <dgm:prSet/>
      <dgm:spPr/>
      <dgm:t>
        <a:bodyPr/>
        <a:lstStyle/>
        <a:p>
          <a:endParaRPr lang="en-GB"/>
        </a:p>
      </dgm:t>
    </dgm:pt>
    <dgm:pt modelId="{AFC4F0A0-148E-184E-88DC-D6689FB938F8}" type="sibTrans" cxnId="{C3861286-51E6-9843-AF5C-ECB5BCD72023}">
      <dgm:prSet/>
      <dgm:spPr/>
      <dgm:t>
        <a:bodyPr/>
        <a:lstStyle/>
        <a:p>
          <a:endParaRPr lang="en-GB"/>
        </a:p>
      </dgm:t>
    </dgm:pt>
    <dgm:pt modelId="{48675225-F4D4-774E-806B-CCDD1A2B6F49}">
      <dgm:prSet phldrT="[Text]"/>
      <dgm:spPr/>
      <dgm:t>
        <a:bodyPr/>
        <a:lstStyle/>
        <a:p>
          <a:r>
            <a:rPr lang="en-GB" dirty="0"/>
            <a:t>Categorical</a:t>
          </a:r>
        </a:p>
      </dgm:t>
    </dgm:pt>
    <dgm:pt modelId="{35F9BB6E-D0D7-6646-8C70-791D6E10928E}" type="parTrans" cxnId="{1FF73F14-8D6D-314A-AE28-2B9796D1EA75}">
      <dgm:prSet/>
      <dgm:spPr/>
      <dgm:t>
        <a:bodyPr/>
        <a:lstStyle/>
        <a:p>
          <a:endParaRPr lang="en-GB"/>
        </a:p>
      </dgm:t>
    </dgm:pt>
    <dgm:pt modelId="{664DBA59-95C4-1649-9C9D-D04918AA41AE}" type="sibTrans" cxnId="{1FF73F14-8D6D-314A-AE28-2B9796D1EA75}">
      <dgm:prSet/>
      <dgm:spPr/>
      <dgm:t>
        <a:bodyPr/>
        <a:lstStyle/>
        <a:p>
          <a:endParaRPr lang="en-GB"/>
        </a:p>
      </dgm:t>
    </dgm:pt>
    <dgm:pt modelId="{939B99DC-410B-6F45-A34A-F2B5ECF1C710}">
      <dgm:prSet phldrT="[Text]"/>
      <dgm:spPr/>
      <dgm:t>
        <a:bodyPr/>
        <a:lstStyle/>
        <a:p>
          <a:r>
            <a:rPr lang="en-GB" dirty="0"/>
            <a:t>Ordinal</a:t>
          </a:r>
        </a:p>
      </dgm:t>
    </dgm:pt>
    <dgm:pt modelId="{4F67DB8A-A29E-9648-BE36-F6172B6A280E}" type="parTrans" cxnId="{3636EE2E-F75F-424A-B7B3-9324B76364E8}">
      <dgm:prSet/>
      <dgm:spPr/>
      <dgm:t>
        <a:bodyPr/>
        <a:lstStyle/>
        <a:p>
          <a:endParaRPr lang="en-GB"/>
        </a:p>
      </dgm:t>
    </dgm:pt>
    <dgm:pt modelId="{63662C0D-B1C4-1D47-B75C-53728840BF4E}" type="sibTrans" cxnId="{3636EE2E-F75F-424A-B7B3-9324B76364E8}">
      <dgm:prSet/>
      <dgm:spPr/>
      <dgm:t>
        <a:bodyPr/>
        <a:lstStyle/>
        <a:p>
          <a:endParaRPr lang="en-GB"/>
        </a:p>
      </dgm:t>
    </dgm:pt>
    <dgm:pt modelId="{C8EC1A74-54F9-7843-A62D-2E0C4FBEF1EE}" type="pres">
      <dgm:prSet presAssocID="{D5083436-33F3-2547-9F6F-1E5EAC8F1F4F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485949E4-F26B-BA45-8470-9DF28A24E935}" type="pres">
      <dgm:prSet presAssocID="{3BB5DF66-EEBB-2E46-9656-42D9591B8E5D}" presName="composite" presStyleCnt="0"/>
      <dgm:spPr/>
    </dgm:pt>
    <dgm:pt modelId="{AC15E908-F51F-C94C-B6E9-81D01F31C8FC}" type="pres">
      <dgm:prSet presAssocID="{3BB5DF66-EEBB-2E46-9656-42D9591B8E5D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27CC5B-0024-E04E-9499-0F786B5C10EC}" type="pres">
      <dgm:prSet presAssocID="{3BB5DF66-EEBB-2E46-9656-42D9591B8E5D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FC2093C1-2942-4944-B77C-18A231586D5E}" type="pres">
      <dgm:prSet presAssocID="{3BB5DF66-EEBB-2E46-9656-42D9591B8E5D}" presName="BalanceSpacing" presStyleCnt="0"/>
      <dgm:spPr/>
    </dgm:pt>
    <dgm:pt modelId="{814DF83D-7571-0247-98DA-E82CD54EAC38}" type="pres">
      <dgm:prSet presAssocID="{3BB5DF66-EEBB-2E46-9656-42D9591B8E5D}" presName="BalanceSpacing1" presStyleCnt="0"/>
      <dgm:spPr/>
    </dgm:pt>
    <dgm:pt modelId="{66047157-BCC8-0243-A390-BC73913DE20E}" type="pres">
      <dgm:prSet presAssocID="{AFC4F0A0-148E-184E-88DC-D6689FB938F8}" presName="Accent1Text" presStyleLbl="node1" presStyleIdx="1" presStyleCnt="6"/>
      <dgm:spPr/>
      <dgm:t>
        <a:bodyPr/>
        <a:lstStyle/>
        <a:p>
          <a:endParaRPr lang="en-US"/>
        </a:p>
      </dgm:t>
    </dgm:pt>
    <dgm:pt modelId="{4BAEEA3D-78CA-2144-9A83-795D5A574C50}" type="pres">
      <dgm:prSet presAssocID="{AFC4F0A0-148E-184E-88DC-D6689FB938F8}" presName="spaceBetweenRectangles" presStyleCnt="0"/>
      <dgm:spPr/>
    </dgm:pt>
    <dgm:pt modelId="{A529CB8E-FBD2-C249-8C5B-5DCA9399AAA0}" type="pres">
      <dgm:prSet presAssocID="{48675225-F4D4-774E-806B-CCDD1A2B6F49}" presName="composite" presStyleCnt="0"/>
      <dgm:spPr/>
    </dgm:pt>
    <dgm:pt modelId="{DEED03A4-03D2-E149-938A-4A86541247C2}" type="pres">
      <dgm:prSet presAssocID="{48675225-F4D4-774E-806B-CCDD1A2B6F49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95DF7B-92D8-F843-A24F-249669AFFBC4}" type="pres">
      <dgm:prSet presAssocID="{48675225-F4D4-774E-806B-CCDD1A2B6F49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81E2085-3E92-904D-9D09-D712DE192EA0}" type="pres">
      <dgm:prSet presAssocID="{48675225-F4D4-774E-806B-CCDD1A2B6F49}" presName="BalanceSpacing" presStyleCnt="0"/>
      <dgm:spPr/>
    </dgm:pt>
    <dgm:pt modelId="{DA0889EC-DFB9-CA4B-95DF-338E82103A18}" type="pres">
      <dgm:prSet presAssocID="{48675225-F4D4-774E-806B-CCDD1A2B6F49}" presName="BalanceSpacing1" presStyleCnt="0"/>
      <dgm:spPr/>
    </dgm:pt>
    <dgm:pt modelId="{297DDFB9-709A-284D-8F08-AC06AD6893E5}" type="pres">
      <dgm:prSet presAssocID="{664DBA59-95C4-1649-9C9D-D04918AA41AE}" presName="Accent1Text" presStyleLbl="node1" presStyleIdx="3" presStyleCnt="6" custLinFactNeighborX="-6343" custLinFactNeighborY="0"/>
      <dgm:spPr/>
      <dgm:t>
        <a:bodyPr/>
        <a:lstStyle/>
        <a:p>
          <a:endParaRPr lang="en-US"/>
        </a:p>
      </dgm:t>
    </dgm:pt>
    <dgm:pt modelId="{685487C4-68E5-F64A-82A0-15FE6C9B87C6}" type="pres">
      <dgm:prSet presAssocID="{664DBA59-95C4-1649-9C9D-D04918AA41AE}" presName="spaceBetweenRectangles" presStyleCnt="0"/>
      <dgm:spPr/>
    </dgm:pt>
    <dgm:pt modelId="{D82DA1ED-1CF1-194C-B79F-38E1208C470F}" type="pres">
      <dgm:prSet presAssocID="{939B99DC-410B-6F45-A34A-F2B5ECF1C710}" presName="composite" presStyleCnt="0"/>
      <dgm:spPr/>
    </dgm:pt>
    <dgm:pt modelId="{CC4468C1-3EED-F04C-9704-61B5DE14C359}" type="pres">
      <dgm:prSet presAssocID="{939B99DC-410B-6F45-A34A-F2B5ECF1C710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3D4F33-77B1-6C42-AA05-C126AA8D2440}" type="pres">
      <dgm:prSet presAssocID="{939B99DC-410B-6F45-A34A-F2B5ECF1C710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1DDCB897-6E65-794B-879C-520DC78AFAC3}" type="pres">
      <dgm:prSet presAssocID="{939B99DC-410B-6F45-A34A-F2B5ECF1C710}" presName="BalanceSpacing" presStyleCnt="0"/>
      <dgm:spPr/>
    </dgm:pt>
    <dgm:pt modelId="{3FD6EEB7-E70C-DB40-A66F-11BE1C4B914C}" type="pres">
      <dgm:prSet presAssocID="{939B99DC-410B-6F45-A34A-F2B5ECF1C710}" presName="BalanceSpacing1" presStyleCnt="0"/>
      <dgm:spPr/>
    </dgm:pt>
    <dgm:pt modelId="{7D2B51E0-ECBB-D942-B4E8-7A422829FCB6}" type="pres">
      <dgm:prSet presAssocID="{63662C0D-B1C4-1D47-B75C-53728840BF4E}" presName="Accent1Text" presStyleLbl="node1" presStyleIdx="5" presStyleCnt="6"/>
      <dgm:spPr/>
      <dgm:t>
        <a:bodyPr/>
        <a:lstStyle/>
        <a:p>
          <a:endParaRPr lang="en-US"/>
        </a:p>
      </dgm:t>
    </dgm:pt>
  </dgm:ptLst>
  <dgm:cxnLst>
    <dgm:cxn modelId="{1AAC29A1-44E9-B047-8733-AF0613CC44AF}" type="presOf" srcId="{D5083436-33F3-2547-9F6F-1E5EAC8F1F4F}" destId="{C8EC1A74-54F9-7843-A62D-2E0C4FBEF1EE}" srcOrd="0" destOrd="0" presId="urn:microsoft.com/office/officeart/2008/layout/AlternatingHexagons"/>
    <dgm:cxn modelId="{3612DEF8-F17E-3F4B-976D-96F8FB465D49}" type="presOf" srcId="{AFC4F0A0-148E-184E-88DC-D6689FB938F8}" destId="{66047157-BCC8-0243-A390-BC73913DE20E}" srcOrd="0" destOrd="0" presId="urn:microsoft.com/office/officeart/2008/layout/AlternatingHexagons"/>
    <dgm:cxn modelId="{DE93F990-DA71-1F4E-9C54-37F4696139E4}" type="presOf" srcId="{63662C0D-B1C4-1D47-B75C-53728840BF4E}" destId="{7D2B51E0-ECBB-D942-B4E8-7A422829FCB6}" srcOrd="0" destOrd="0" presId="urn:microsoft.com/office/officeart/2008/layout/AlternatingHexagons"/>
    <dgm:cxn modelId="{7FC0ED5D-E8E0-2341-AD29-7AD2CBFEAB38}" type="presOf" srcId="{939B99DC-410B-6F45-A34A-F2B5ECF1C710}" destId="{CC4468C1-3EED-F04C-9704-61B5DE14C359}" srcOrd="0" destOrd="0" presId="urn:microsoft.com/office/officeart/2008/layout/AlternatingHexagons"/>
    <dgm:cxn modelId="{C3861286-51E6-9843-AF5C-ECB5BCD72023}" srcId="{D5083436-33F3-2547-9F6F-1E5EAC8F1F4F}" destId="{3BB5DF66-EEBB-2E46-9656-42D9591B8E5D}" srcOrd="0" destOrd="0" parTransId="{998D5E60-4F8F-124F-A135-C66D410AC038}" sibTransId="{AFC4F0A0-148E-184E-88DC-D6689FB938F8}"/>
    <dgm:cxn modelId="{F5B14DDE-E616-A44D-B478-9D715EA08F97}" type="presOf" srcId="{664DBA59-95C4-1649-9C9D-D04918AA41AE}" destId="{297DDFB9-709A-284D-8F08-AC06AD6893E5}" srcOrd="0" destOrd="0" presId="urn:microsoft.com/office/officeart/2008/layout/AlternatingHexagons"/>
    <dgm:cxn modelId="{1FF73F14-8D6D-314A-AE28-2B9796D1EA75}" srcId="{D5083436-33F3-2547-9F6F-1E5EAC8F1F4F}" destId="{48675225-F4D4-774E-806B-CCDD1A2B6F49}" srcOrd="1" destOrd="0" parTransId="{35F9BB6E-D0D7-6646-8C70-791D6E10928E}" sibTransId="{664DBA59-95C4-1649-9C9D-D04918AA41AE}"/>
    <dgm:cxn modelId="{B06FA800-056E-1348-B7C1-5CDF1367BF4A}" type="presOf" srcId="{3BB5DF66-EEBB-2E46-9656-42D9591B8E5D}" destId="{AC15E908-F51F-C94C-B6E9-81D01F31C8FC}" srcOrd="0" destOrd="0" presId="urn:microsoft.com/office/officeart/2008/layout/AlternatingHexagons"/>
    <dgm:cxn modelId="{019653FC-7F87-8747-8706-F2F4845130E1}" type="presOf" srcId="{48675225-F4D4-774E-806B-CCDD1A2B6F49}" destId="{DEED03A4-03D2-E149-938A-4A86541247C2}" srcOrd="0" destOrd="0" presId="urn:microsoft.com/office/officeart/2008/layout/AlternatingHexagons"/>
    <dgm:cxn modelId="{3636EE2E-F75F-424A-B7B3-9324B76364E8}" srcId="{D5083436-33F3-2547-9F6F-1E5EAC8F1F4F}" destId="{939B99DC-410B-6F45-A34A-F2B5ECF1C710}" srcOrd="2" destOrd="0" parTransId="{4F67DB8A-A29E-9648-BE36-F6172B6A280E}" sibTransId="{63662C0D-B1C4-1D47-B75C-53728840BF4E}"/>
    <dgm:cxn modelId="{7A456A02-2DA0-D841-A200-A0E1F8BA9CAD}" type="presParOf" srcId="{C8EC1A74-54F9-7843-A62D-2E0C4FBEF1EE}" destId="{485949E4-F26B-BA45-8470-9DF28A24E935}" srcOrd="0" destOrd="0" presId="urn:microsoft.com/office/officeart/2008/layout/AlternatingHexagons"/>
    <dgm:cxn modelId="{CA210E91-0F62-1C4B-AB5E-58698C92B65B}" type="presParOf" srcId="{485949E4-F26B-BA45-8470-9DF28A24E935}" destId="{AC15E908-F51F-C94C-B6E9-81D01F31C8FC}" srcOrd="0" destOrd="0" presId="urn:microsoft.com/office/officeart/2008/layout/AlternatingHexagons"/>
    <dgm:cxn modelId="{C58C49B4-E521-5B47-B64B-563D22871309}" type="presParOf" srcId="{485949E4-F26B-BA45-8470-9DF28A24E935}" destId="{AE27CC5B-0024-E04E-9499-0F786B5C10EC}" srcOrd="1" destOrd="0" presId="urn:microsoft.com/office/officeart/2008/layout/AlternatingHexagons"/>
    <dgm:cxn modelId="{F793E216-2180-3441-90DE-5F7CBE36C222}" type="presParOf" srcId="{485949E4-F26B-BA45-8470-9DF28A24E935}" destId="{FC2093C1-2942-4944-B77C-18A231586D5E}" srcOrd="2" destOrd="0" presId="urn:microsoft.com/office/officeart/2008/layout/AlternatingHexagons"/>
    <dgm:cxn modelId="{466D8E09-1912-6843-A4FA-7B0204A5AD37}" type="presParOf" srcId="{485949E4-F26B-BA45-8470-9DF28A24E935}" destId="{814DF83D-7571-0247-98DA-E82CD54EAC38}" srcOrd="3" destOrd="0" presId="urn:microsoft.com/office/officeart/2008/layout/AlternatingHexagons"/>
    <dgm:cxn modelId="{451B2DFF-F194-2F4B-9FBA-4B7BE0BAB5DC}" type="presParOf" srcId="{485949E4-F26B-BA45-8470-9DF28A24E935}" destId="{66047157-BCC8-0243-A390-BC73913DE20E}" srcOrd="4" destOrd="0" presId="urn:microsoft.com/office/officeart/2008/layout/AlternatingHexagons"/>
    <dgm:cxn modelId="{8854B41D-BFB6-A548-B77F-CF44D3C29784}" type="presParOf" srcId="{C8EC1A74-54F9-7843-A62D-2E0C4FBEF1EE}" destId="{4BAEEA3D-78CA-2144-9A83-795D5A574C50}" srcOrd="1" destOrd="0" presId="urn:microsoft.com/office/officeart/2008/layout/AlternatingHexagons"/>
    <dgm:cxn modelId="{814EAE27-0394-B04D-AA7D-ED942F7D2FFC}" type="presParOf" srcId="{C8EC1A74-54F9-7843-A62D-2E0C4FBEF1EE}" destId="{A529CB8E-FBD2-C249-8C5B-5DCA9399AAA0}" srcOrd="2" destOrd="0" presId="urn:microsoft.com/office/officeart/2008/layout/AlternatingHexagons"/>
    <dgm:cxn modelId="{85129490-CDFB-C84F-8577-97823D9A0F61}" type="presParOf" srcId="{A529CB8E-FBD2-C249-8C5B-5DCA9399AAA0}" destId="{DEED03A4-03D2-E149-938A-4A86541247C2}" srcOrd="0" destOrd="0" presId="urn:microsoft.com/office/officeart/2008/layout/AlternatingHexagons"/>
    <dgm:cxn modelId="{5907AA71-F589-6B4F-802C-C7732E8314A0}" type="presParOf" srcId="{A529CB8E-FBD2-C249-8C5B-5DCA9399AAA0}" destId="{0F95DF7B-92D8-F843-A24F-249669AFFBC4}" srcOrd="1" destOrd="0" presId="urn:microsoft.com/office/officeart/2008/layout/AlternatingHexagons"/>
    <dgm:cxn modelId="{8862D22F-8A21-C840-8FEA-064725406719}" type="presParOf" srcId="{A529CB8E-FBD2-C249-8C5B-5DCA9399AAA0}" destId="{C81E2085-3E92-904D-9D09-D712DE192EA0}" srcOrd="2" destOrd="0" presId="urn:microsoft.com/office/officeart/2008/layout/AlternatingHexagons"/>
    <dgm:cxn modelId="{5A2D9579-534A-A647-A738-A65085462030}" type="presParOf" srcId="{A529CB8E-FBD2-C249-8C5B-5DCA9399AAA0}" destId="{DA0889EC-DFB9-CA4B-95DF-338E82103A18}" srcOrd="3" destOrd="0" presId="urn:microsoft.com/office/officeart/2008/layout/AlternatingHexagons"/>
    <dgm:cxn modelId="{F7548914-2D58-F145-AE55-4EF9B593AE3C}" type="presParOf" srcId="{A529CB8E-FBD2-C249-8C5B-5DCA9399AAA0}" destId="{297DDFB9-709A-284D-8F08-AC06AD6893E5}" srcOrd="4" destOrd="0" presId="urn:microsoft.com/office/officeart/2008/layout/AlternatingHexagons"/>
    <dgm:cxn modelId="{63919D07-F260-1342-8AE8-BEDB6E3E2519}" type="presParOf" srcId="{C8EC1A74-54F9-7843-A62D-2E0C4FBEF1EE}" destId="{685487C4-68E5-F64A-82A0-15FE6C9B87C6}" srcOrd="3" destOrd="0" presId="urn:microsoft.com/office/officeart/2008/layout/AlternatingHexagons"/>
    <dgm:cxn modelId="{DDE1E76A-A6A0-2A45-8490-6A9242AA0160}" type="presParOf" srcId="{C8EC1A74-54F9-7843-A62D-2E0C4FBEF1EE}" destId="{D82DA1ED-1CF1-194C-B79F-38E1208C470F}" srcOrd="4" destOrd="0" presId="urn:microsoft.com/office/officeart/2008/layout/AlternatingHexagons"/>
    <dgm:cxn modelId="{F2148FA7-561B-4B43-B9EF-8AF691DD191F}" type="presParOf" srcId="{D82DA1ED-1CF1-194C-B79F-38E1208C470F}" destId="{CC4468C1-3EED-F04C-9704-61B5DE14C359}" srcOrd="0" destOrd="0" presId="urn:microsoft.com/office/officeart/2008/layout/AlternatingHexagons"/>
    <dgm:cxn modelId="{9887CD62-7776-2042-BE60-00EC9A397FF0}" type="presParOf" srcId="{D82DA1ED-1CF1-194C-B79F-38E1208C470F}" destId="{323D4F33-77B1-6C42-AA05-C126AA8D2440}" srcOrd="1" destOrd="0" presId="urn:microsoft.com/office/officeart/2008/layout/AlternatingHexagons"/>
    <dgm:cxn modelId="{EC0F3DEF-78BE-C44A-97C6-B35BAA8D3E7C}" type="presParOf" srcId="{D82DA1ED-1CF1-194C-B79F-38E1208C470F}" destId="{1DDCB897-6E65-794B-879C-520DC78AFAC3}" srcOrd="2" destOrd="0" presId="urn:microsoft.com/office/officeart/2008/layout/AlternatingHexagons"/>
    <dgm:cxn modelId="{57546C5C-692B-AC44-A424-CA94C69E8813}" type="presParOf" srcId="{D82DA1ED-1CF1-194C-B79F-38E1208C470F}" destId="{3FD6EEB7-E70C-DB40-A66F-11BE1C4B914C}" srcOrd="3" destOrd="0" presId="urn:microsoft.com/office/officeart/2008/layout/AlternatingHexagons"/>
    <dgm:cxn modelId="{779321AD-ED05-CC46-9B83-E5084286F87E}" type="presParOf" srcId="{D82DA1ED-1CF1-194C-B79F-38E1208C470F}" destId="{7D2B51E0-ECBB-D942-B4E8-7A422829FCB6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15E908-F51F-C94C-B6E9-81D01F31C8FC}">
      <dsp:nvSpPr>
        <dsp:cNvPr id="0" name=""/>
        <dsp:cNvSpPr/>
      </dsp:nvSpPr>
      <dsp:spPr>
        <a:xfrm rot="5400000">
          <a:off x="3506806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/>
            <a:t>Numerical</a:t>
          </a:r>
        </a:p>
      </dsp:txBody>
      <dsp:txXfrm rot="-5400000">
        <a:off x="3909687" y="313106"/>
        <a:ext cx="1202866" cy="1382606"/>
      </dsp:txXfrm>
    </dsp:sp>
    <dsp:sp modelId="{AE27CC5B-0024-E04E-9499-0F786B5C10EC}">
      <dsp:nvSpPr>
        <dsp:cNvPr id="0" name=""/>
        <dsp:cNvSpPr/>
      </dsp:nvSpPr>
      <dsp:spPr>
        <a:xfrm>
          <a:off x="5437901" y="401821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047157-BCC8-0243-A390-BC73913DE20E}">
      <dsp:nvSpPr>
        <dsp:cNvPr id="0" name=""/>
        <dsp:cNvSpPr/>
      </dsp:nvSpPr>
      <dsp:spPr>
        <a:xfrm rot="5400000">
          <a:off x="1619499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3600" kern="1200"/>
        </a:p>
      </dsp:txBody>
      <dsp:txXfrm rot="-5400000">
        <a:off x="2022380" y="313106"/>
        <a:ext cx="1202866" cy="1382606"/>
      </dsp:txXfrm>
    </dsp:sp>
    <dsp:sp modelId="{DEED03A4-03D2-E149-938A-4A86541247C2}">
      <dsp:nvSpPr>
        <dsp:cNvPr id="0" name=""/>
        <dsp:cNvSpPr/>
      </dsp:nvSpPr>
      <dsp:spPr>
        <a:xfrm rot="5400000">
          <a:off x="2559537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/>
            <a:t>Categorical</a:t>
          </a:r>
        </a:p>
      </dsp:txBody>
      <dsp:txXfrm rot="-5400000">
        <a:off x="2962418" y="2018030"/>
        <a:ext cx="1202866" cy="1382606"/>
      </dsp:txXfrm>
    </dsp:sp>
    <dsp:sp modelId="{0F95DF7B-92D8-F843-A24F-249669AFFBC4}">
      <dsp:nvSpPr>
        <dsp:cNvPr id="0" name=""/>
        <dsp:cNvSpPr/>
      </dsp:nvSpPr>
      <dsp:spPr>
        <a:xfrm>
          <a:off x="448468" y="2106744"/>
          <a:ext cx="2169318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7DDFB9-709A-284D-8F08-AC06AD6893E5}">
      <dsp:nvSpPr>
        <dsp:cNvPr id="0" name=""/>
        <dsp:cNvSpPr/>
      </dsp:nvSpPr>
      <dsp:spPr>
        <a:xfrm rot="5400000">
          <a:off x="4336000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3600" kern="1200"/>
        </a:p>
      </dsp:txBody>
      <dsp:txXfrm rot="-5400000">
        <a:off x="4738881" y="2018030"/>
        <a:ext cx="1202866" cy="1382606"/>
      </dsp:txXfrm>
    </dsp:sp>
    <dsp:sp modelId="{CC4468C1-3EED-F04C-9704-61B5DE14C359}">
      <dsp:nvSpPr>
        <dsp:cNvPr id="0" name=""/>
        <dsp:cNvSpPr/>
      </dsp:nvSpPr>
      <dsp:spPr>
        <a:xfrm rot="5400000">
          <a:off x="3506806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/>
            <a:t>Ordinal</a:t>
          </a:r>
        </a:p>
      </dsp:txBody>
      <dsp:txXfrm rot="-5400000">
        <a:off x="3909687" y="3722953"/>
        <a:ext cx="1202866" cy="1382606"/>
      </dsp:txXfrm>
    </dsp:sp>
    <dsp:sp modelId="{323D4F33-77B1-6C42-AA05-C126AA8D2440}">
      <dsp:nvSpPr>
        <dsp:cNvPr id="0" name=""/>
        <dsp:cNvSpPr/>
      </dsp:nvSpPr>
      <dsp:spPr>
        <a:xfrm>
          <a:off x="5437901" y="3811668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2B51E0-ECBB-D942-B4E8-7A422829FCB6}">
      <dsp:nvSpPr>
        <dsp:cNvPr id="0" name=""/>
        <dsp:cNvSpPr/>
      </dsp:nvSpPr>
      <dsp:spPr>
        <a:xfrm rot="5400000">
          <a:off x="1619499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3600" kern="1200"/>
        </a:p>
      </dsp:txBody>
      <dsp:txXfrm rot="-5400000">
        <a:off x="2022380" y="3722953"/>
        <a:ext cx="1202866" cy="1382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1/25/2024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759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178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30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45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0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3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0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3868" y="839558"/>
            <a:ext cx="2149506" cy="1065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8" y="789413"/>
            <a:ext cx="3468947" cy="1619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00" y="5835495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02" y="788182"/>
            <a:ext cx="3466926" cy="162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456" y="843742"/>
            <a:ext cx="2149506" cy="1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30" y="536045"/>
            <a:ext cx="1605949" cy="720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982061"/>
            <a:ext cx="12192000" cy="875939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3239" y="6092032"/>
            <a:ext cx="1253879" cy="6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64" y="5569783"/>
            <a:ext cx="1433004" cy="71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1" y="5568969"/>
            <a:ext cx="160595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/>
          <a:stretch/>
        </p:blipFill>
        <p:spPr>
          <a:xfrm>
            <a:off x="1814513" y="3016664"/>
            <a:ext cx="8562975" cy="3841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60" y="1067668"/>
            <a:ext cx="3854386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9792" y="4898051"/>
            <a:ext cx="1433004" cy="7106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7" y="5412938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glJSIp6n7M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xObCUytIVMo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eIQeQzPK08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qOyy_NjflU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Fvi9A_tEmXQ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Ngyt8Q5tWkU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syTQNUvqH0" TargetMode="Externa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NeUBWrrRsQ" TargetMode="Externa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/>
              <a:t>Introduction to Data Science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68" y="1704061"/>
            <a:ext cx="6551188" cy="3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Introduction to Data Science 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type of data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Mean, Medium &amp; Mode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basic data science techniques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Type of data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8B9BB18-9AC2-294E-99CA-EC754FE8C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6410083"/>
              </p:ext>
            </p:extLst>
          </p:nvPr>
        </p:nvGraphicFramePr>
        <p:xfrm>
          <a:off x="2032000" y="119072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755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Numerical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962" y="1331069"/>
            <a:ext cx="10648544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Represents some sort of quantitative measurement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Heights of people, page load times, stock prices, etc.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Discrete Data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Integer based; of ten counts of some event.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 How many purchases did a customer make in a year? 			 How many times did I flip “heads”?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Continuous Data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Has an infinite number of possible values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How much time did it take for a user to check out? How much 	rain fell on a given day?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51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Categorical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/>
              <a:t>Qualitative data that has no inherent mathematical meaning </a:t>
            </a:r>
          </a:p>
          <a:p>
            <a:pPr marL="0" indent="0">
              <a:buNone/>
            </a:pPr>
            <a:r>
              <a:rPr lang="en-GB" dirty="0"/>
              <a:t>	Gender, Yes/no (binary data), Race, State of Residence, Product 	Category, Political Party, etc. </a:t>
            </a:r>
          </a:p>
          <a:p>
            <a:r>
              <a:rPr lang="en-GB" dirty="0"/>
              <a:t>You can assign numbers to categories in order to represent them more compactly, but the numbers don’t have mathematical meaning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29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ordinal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791" y="1647530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mixture of numerical and categorical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Categorical data that has mathematical meaning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Example: movie ratings on a 1-5 scale.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Ratings must be 1, 2, 3, 4, or 5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But these values have mathematical meaning; 1 means it’s a 	worse movie than a 2.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437B0F0-FA52-5143-8F16-21FDD1ADF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082" y="1395369"/>
            <a:ext cx="39751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157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mean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9275" y="1521449"/>
            <a:ext cx="11173722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AKA Average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 / number of samples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Number of children in each house on my street: 0, 2, 3, 2, 1, 0, 0, 2, 0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The MEAN is (0+2+3+2+1+0+0+2+0) / 9 =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1.11 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801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Median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B794C3D4-BE3E-D44B-B710-7EC580C36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6182" y="1585765"/>
            <a:ext cx="8181022" cy="3077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42F6D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Sort the values, and take the value at the midpoint.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42F6D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Example: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42F6D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42F6D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900" b="0" i="0" u="none" strike="noStrike" cap="none" normalizeH="0" baseline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0, 2, 4, 2, 1, 0, 0, 2, 0 Sort it:</a:t>
            </a:r>
            <a:b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</a:b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0, 0, 0, 0, 1, 2, 2, 2, 4 </a:t>
            </a:r>
            <a:endParaRPr kumimoji="0" lang="en-US" altLang="en-US" sz="900" b="0" i="0" u="none" strike="noStrike" cap="none" normalizeH="0" baseline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en-US" altLang="en-US" sz="3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  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26" name="Picture 2" descr="page15image2960640">
            <a:extLst>
              <a:ext uri="{FF2B5EF4-FFF2-40B4-BE49-F238E27FC236}">
                <a16:creationId xmlns:a16="http://schemas.microsoft.com/office/drawing/2014/main" id="{552028E4-8E6E-EB4A-B262-401EB0497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728" y="4066631"/>
            <a:ext cx="381000" cy="59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977502" y="4809342"/>
            <a:ext cx="4911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3"/>
              </a:rPr>
              <a:t>https://</a:t>
            </a:r>
            <a:r>
              <a:rPr lang="en-GB" dirty="0" smtClean="0">
                <a:hlinkClick r:id="rId3"/>
              </a:rPr>
              <a:t>www.youtube.com/watch?v=qglJSIp6n7M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2650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median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 have an even number of samples, take the average of the two in the middle.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Median is less susceptible to outliers than the mean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Example: mean household income in the US is $72,891, but the 	median is only $51,234 – because the mean is skewed by a 	handful of billionaires</a:t>
            </a:r>
            <a:r>
              <a:rPr lang="en-GB" dirty="0"/>
              <a:t>. 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276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Mode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most common value in a data set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Not relevant to continuous numerical data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 to our number of kids in each house example: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0, 2, 3, 2, 1, 0, 0, 2, 0,0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How many of each value are there?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0: 5, 1: 1, 2: 3, 3: 1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The MODE is 0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652514" y="4967218"/>
            <a:ext cx="5049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www.youtube.com/watch?v=xObCUytIVMo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6354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Histogram-normal distribution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E0FBDE8-7B0A-6447-83B7-B6E2AC310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1441450"/>
            <a:ext cx="6934200" cy="39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17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variance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Variance measures how “spread-out” the data is.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Variance (𝜎2) is simply the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average of the squared differences from the mean 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Example: What is the variance of the data set (1, 4, 5, 4, 8)?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First find the mean: (1+4+5+4+8)/5 = 4.4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Now find the differences from the mean: (-3.4, -0.4, 0.6, -0.4, 3.6) 	 Find the squared differences: (11.56, 0.16, 0.36, 0.16, 12.96)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 Find the average of the squared differences: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𝜎</a:t>
            </a:r>
            <a:r>
              <a:rPr lang="en-GB" baseline="30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(11.56 + 0.16 + 0.36 + 0.16 + 12.96) / 5 = 5.04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104342" y="5418045"/>
            <a:ext cx="4999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www.youtube.com/watch?v=deIQeQzPK08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5322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Standard deviation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𝜎</a:t>
            </a:r>
            <a:r>
              <a:rPr lang="en-GB" baseline="30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5.04</a:t>
            </a:r>
            <a:b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𝜎 =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Sq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(5.04) = 2.24 </a:t>
            </a:r>
          </a:p>
          <a:p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usually used as a way to identify outliers. Data points that lie more than one standard deviation from the mean can be considered unusual. 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talk about how extreme a data point is by talking about “how many </a:t>
            </a:r>
            <a:r>
              <a:rPr lang="en-GB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sigmas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away from the mean it is. 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baseline="3000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058010" y="5336550"/>
            <a:ext cx="4909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www.youtube.com/watch?v=qqOyy_NjflU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7104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Population vs sample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790" y="1521449"/>
            <a:ext cx="11240552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you’re working with a sample of data instead of an entire data set (the entire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population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)...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Then you want to use the “sample variance” instead of the “population variance”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N samples, you just divide the squared variances by N-1 instead of N.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So, in our example, we computed the population variance like this: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𝜎2= (11.56 + 0.16 + 0.36 + 0.16 + 12.96) / 5 = 5.04 ▫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But the sample variance would be: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𝑆2= (11.56 + 0.16 + 0.36 + 0.16 + 12.96) / 4 = 6.3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781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Population vs sample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E46A1A7C-9406-024A-A457-5FC77C01D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123" y="2440770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2DCA3A-40F7-3F47-8ADC-1B7D0B9CA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718" y="1623701"/>
            <a:ext cx="56642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343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Probability density function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13749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probability that a random variable X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takes a value in the (open or closed) interval [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a,b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 is given by the integral of a function called the 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probability density function </a:t>
            </a:r>
            <a:r>
              <a:rPr lang="en-GB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</a:t>
            </a:r>
            <a:r>
              <a:rPr lang="en-GB" b="1" baseline="-25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(x) :</a:t>
            </a:r>
          </a:p>
          <a:p>
            <a:endParaRPr lang="en-GB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C4F6356-4DD9-0746-85F9-CB4FCEF7A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954" y="2978149"/>
            <a:ext cx="3378200" cy="901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429543-F817-B44C-BAA4-30084D912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374" y="2589672"/>
            <a:ext cx="7555713" cy="32755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943ABC-6205-5647-AAFB-6E9E369DD7DD}"/>
              </a:ext>
            </a:extLst>
          </p:cNvPr>
          <p:cNvSpPr txBox="1"/>
          <p:nvPr/>
        </p:nvSpPr>
        <p:spPr>
          <a:xfrm>
            <a:off x="1161049" y="6081607"/>
            <a:ext cx="8538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Gives you the probability of a data point falling within some given range of a given value.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1791" y="5549239"/>
            <a:ext cx="49854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4"/>
              </a:rPr>
              <a:t>https://</a:t>
            </a:r>
            <a:r>
              <a:rPr lang="en-GB" dirty="0" smtClean="0">
                <a:hlinkClick r:id="rId4"/>
              </a:rPr>
              <a:t>www.youtube.com/watch?v=Fvi9A_tEmXQ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9191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percentile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percentile (or a centile) is a measure used in statistics indicating the value 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below which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a given percentage of observations in a group of observations fall.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example, the 20th percentile is the value (or score) below which 20% of the observations may be found.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339613" y="4539734"/>
            <a:ext cx="50779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www.youtube.com/watch?v=Ngyt8Q5tWkU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1500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91" y="166774"/>
            <a:ext cx="9097686" cy="1068223"/>
          </a:xfrm>
        </p:spPr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Percentile in a normal distribution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A0E5222-4CEE-1D4B-9D67-901B773E4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805" y="1136715"/>
            <a:ext cx="5759104" cy="538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326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moments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Quantitative measures of the shape of a probability density function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Mathematically they are a bit hard to wrap your head around: </a:t>
            </a: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But intuitively, it’s a lot simpler in statistics. </a:t>
            </a:r>
          </a:p>
          <a:p>
            <a:r>
              <a:rPr lang="en-GB" dirty="0"/>
              <a:t>The first moment is the mean. </a:t>
            </a:r>
          </a:p>
          <a:p>
            <a:r>
              <a:rPr lang="en-GB" dirty="0"/>
              <a:t>The second moment is the variance. </a:t>
            </a:r>
          </a:p>
          <a:p>
            <a:endParaRPr lang="en-GB" dirty="0"/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6688C0A-E248-0940-A7A6-B4E57B16B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447756"/>
            <a:ext cx="105664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86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Third Moment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9806" y="1150820"/>
            <a:ext cx="10712388" cy="1498842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“lopsided” is the distribution?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distribution with a longer tail on the left will be skewed left, and have a negative skew.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7B486EE-F20F-994E-A8C9-F68CED475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804" y="2649662"/>
            <a:ext cx="7972673" cy="301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47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Fourth moment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123111"/>
            <a:ext cx="10712388" cy="1554260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fourth moment is “kurtosis”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How thick is the tail, and how sharp is the peak, compared to a normal distribution?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Example: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higher peaks have higher kurtosis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250A9CF-0172-BF41-878D-E31F8201D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076" y="2123974"/>
            <a:ext cx="5246871" cy="365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23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Correlation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Correlation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is a term that is a measure of the strength of a linear relationship between two quantitative variables (e.g., height, weight). 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Correlation of -1 means a perfect inverse correlation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Correlation of 0: no correlation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Correlation 1: perfect correlation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68061" y="4707374"/>
            <a:ext cx="5068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www.youtube.com/watch?v=dsyTQNUvqH0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4278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Conditional </a:t>
            </a:r>
            <a:r>
              <a:rPr lang="en-GB" dirty="0" err="1">
                <a:solidFill>
                  <a:srgbClr val="942D6D"/>
                </a:solidFill>
              </a:rPr>
              <a:t>probabilty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I have two events that depend on each other, what’s the probability that both will occur?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Notation: P(A,B) is the probability of A and B both occurring • P(B|A) : Probability of B given that A has occurred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know: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5152F43-0C71-1245-A8D8-839E0F627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324" y="3768859"/>
            <a:ext cx="5583382" cy="161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26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example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 give my students two tests. 60% of my students passed both tests, but the first test was easier – 80% passed that one. What percentage of students who passed the first test also passed the second?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= passing the first test, B = passing the second test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 we are asking for P(B|A) – the probability of B given A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P(B|A) = P(A,B) = 0.6 = 0.75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P(A) 0.8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75% of students who passed the first test passed the second.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533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91" y="555478"/>
            <a:ext cx="7612569" cy="1501922"/>
          </a:xfrm>
        </p:spPr>
        <p:txBody>
          <a:bodyPr/>
          <a:lstStyle/>
          <a:p>
            <a:r>
              <a:rPr lang="en-US" dirty="0" smtClean="0">
                <a:solidFill>
                  <a:srgbClr val="942D6D"/>
                </a:solidFill>
              </a:rPr>
              <a:t>Data science for beginners with python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49734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06376" y="3244334"/>
            <a:ext cx="5032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www.youtube.com/watch?v=jNeUBWrrRsQ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90419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2778" y="1121436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info@rcl.ac.uk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626083B1-0830-460F-AA05-F809A184AD55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2DF3C6F-D641-4496-AE49-B1B2B2E63DA0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4F60302-919A-40C2-AA8C-08C631E4BB03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1A762B6E-1460-46E8-A288-DB6DA20E3E72}"/>
    </a:ext>
  </a:extLst>
</a:theme>
</file>

<file path=ppt/theme/theme5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848B4BB2-990F-4FF4-835D-66EEAC45A0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5ef6c9-0060-4440-9efa-3aae0a8a23a8">
      <Terms xmlns="http://schemas.microsoft.com/office/infopath/2007/PartnerControls"/>
    </lcf76f155ced4ddcb4097134ff3c332f>
    <TaxCatchAll xmlns="9d301abb-ba59-43ab-9a75-408870ab3cc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DB369FD76D0546996D1DC1AD8E7EDB" ma:contentTypeVersion="14" ma:contentTypeDescription="Create a new document." ma:contentTypeScope="" ma:versionID="a8a246a838d298cff2420937b2d1f928">
  <xsd:schema xmlns:xsd="http://www.w3.org/2001/XMLSchema" xmlns:xs="http://www.w3.org/2001/XMLSchema" xmlns:p="http://schemas.microsoft.com/office/2006/metadata/properties" xmlns:ns2="175ef6c9-0060-4440-9efa-3aae0a8a23a8" xmlns:ns3="9d301abb-ba59-43ab-9a75-408870ab3cc0" targetNamespace="http://schemas.microsoft.com/office/2006/metadata/properties" ma:root="true" ma:fieldsID="2dd389673d4a76d7545e311e243f8361" ns2:_="" ns3:_="">
    <xsd:import namespace="175ef6c9-0060-4440-9efa-3aae0a8a23a8"/>
    <xsd:import namespace="9d301abb-ba59-43ab-9a75-408870ab3c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5ef6c9-0060-4440-9efa-3aae0a8a23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4247cd83-a7c4-41c3-9ccf-b3de8fb2a7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301abb-ba59-43ab-9a75-408870ab3cc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b33bba8-9c31-41b7-9cc8-b10a3e474c41}" ma:internalName="TaxCatchAll" ma:showField="CatchAllData" ma:web="9d301abb-ba59-43ab-9a75-408870ab3c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2DD5A7-A4C3-4402-B37F-DD1845CD5537}">
  <ds:schemaRefs>
    <ds:schemaRef ds:uri="http://schemas.microsoft.com/office/2006/metadata/properties"/>
    <ds:schemaRef ds:uri="http://schemas.microsoft.com/office/infopath/2007/PartnerControls"/>
    <ds:schemaRef ds:uri="175ef6c9-0060-4440-9efa-3aae0a8a23a8"/>
    <ds:schemaRef ds:uri="9d301abb-ba59-43ab-9a75-408870ab3cc0"/>
  </ds:schemaRefs>
</ds:datastoreItem>
</file>

<file path=customXml/itemProps2.xml><?xml version="1.0" encoding="utf-8"?>
<ds:datastoreItem xmlns:ds="http://schemas.openxmlformats.org/officeDocument/2006/customXml" ds:itemID="{762B2D3C-25D4-464F-BCA1-AFB62F1621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22D590-2836-4E54-8F29-6401E3F577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5ef6c9-0060-4440-9efa-3aae0a8a23a8"/>
    <ds:schemaRef ds:uri="9d301abb-ba59-43ab-9a75-408870ab3c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352</TotalTime>
  <Words>625</Words>
  <Application>Microsoft Office PowerPoint</Application>
  <PresentationFormat>Widescreen</PresentationFormat>
  <Paragraphs>127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Light blue-Cover</vt:lpstr>
      <vt:lpstr>Pearson slide</vt:lpstr>
      <vt:lpstr>Light blue-inside slide</vt:lpstr>
      <vt:lpstr>With picture</vt:lpstr>
      <vt:lpstr>Back cover</vt:lpstr>
      <vt:lpstr>Machine learning</vt:lpstr>
      <vt:lpstr>Machine learning </vt:lpstr>
      <vt:lpstr>Machine learning</vt:lpstr>
      <vt:lpstr>PowerPoint Presentation</vt:lpstr>
      <vt:lpstr>Learning objectives</vt:lpstr>
      <vt:lpstr>Type of data</vt:lpstr>
      <vt:lpstr>Numerical</vt:lpstr>
      <vt:lpstr>Categorical</vt:lpstr>
      <vt:lpstr>ordinal</vt:lpstr>
      <vt:lpstr>mean</vt:lpstr>
      <vt:lpstr>Median</vt:lpstr>
      <vt:lpstr>median</vt:lpstr>
      <vt:lpstr>Mode</vt:lpstr>
      <vt:lpstr>Histogram-normal distribution</vt:lpstr>
      <vt:lpstr>variance</vt:lpstr>
      <vt:lpstr>Standard deviation</vt:lpstr>
      <vt:lpstr>Population vs sample</vt:lpstr>
      <vt:lpstr>Population vs sample</vt:lpstr>
      <vt:lpstr>Probability density function</vt:lpstr>
      <vt:lpstr>percentile</vt:lpstr>
      <vt:lpstr>Percentile in a normal distribution</vt:lpstr>
      <vt:lpstr>moments</vt:lpstr>
      <vt:lpstr>Third Moment</vt:lpstr>
      <vt:lpstr>Fourth moment</vt:lpstr>
      <vt:lpstr>Correlation</vt:lpstr>
      <vt:lpstr>Conditional probabilty</vt:lpstr>
      <vt:lpstr>example</vt:lpstr>
      <vt:lpstr>Data science for beginners with python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Maksud</cp:lastModifiedBy>
  <cp:revision>58</cp:revision>
  <dcterms:created xsi:type="dcterms:W3CDTF">2021-07-24T10:34:01Z</dcterms:created>
  <dcterms:modified xsi:type="dcterms:W3CDTF">2024-01-25T12:21:55Z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0x01010064DB369FD76D0546996D1DC1AD8E7EDB</vt:lpwstr>
  </property>
  <property fmtid="{D5CDD505-2E9C-101B-9397-08002B2CF9AE}" pid="3" name="MediaServiceImageTags">
    <vt:lpwstr/>
  </property>
</Properties>
</file>