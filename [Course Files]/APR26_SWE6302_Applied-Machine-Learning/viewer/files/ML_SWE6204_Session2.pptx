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17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21" r:id="rId13"/>
    <p:sldId id="322" r:id="rId14"/>
    <p:sldId id="323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F6D"/>
    <a:srgbClr val="656768"/>
    <a:srgbClr val="0D3E63"/>
    <a:srgbClr val="942D6D"/>
    <a:srgbClr val="232C58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12/2/21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1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istributio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791" y="1760537"/>
            <a:ext cx="4588977" cy="3845503"/>
          </a:xfrm>
        </p:spPr>
        <p:txBody>
          <a:bodyPr/>
          <a:lstStyle/>
          <a:p>
            <a:endParaRPr lang="en-US" dirty="0"/>
          </a:p>
          <a:p>
            <a:r>
              <a:rPr lang="en-GB" dirty="0"/>
              <a:t>Introduction on Python and Anaconda Navigator configuration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 Introduction on Python and Anaconda Navigator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Download and install anaconda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456565" indent="-456565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Calibri"/>
              </a:rPr>
              <a:t>Open the website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https://www.anaconda.com/distribution/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456565" indent="-456565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Select your operating system and download the Python 3.x version.</a:t>
            </a:r>
          </a:p>
          <a:p>
            <a:pPr marL="456565" indent="-456565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Install the package as instructed on the website.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Tutorial &amp; labs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456565" indent="-456565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Please enter the Tutorial  folder and open "Tutorial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xxxxxx.ipynb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"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cs typeface="Calibri"/>
            </a:endParaRPr>
          </a:p>
          <a:p>
            <a:pPr marL="456565" indent="-456565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cs typeface="Calibri"/>
              </a:rPr>
              <a:t>Read the tutorial using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cs typeface="Calibri"/>
              </a:rPr>
              <a:t>Jupyter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cs typeface="Calibri"/>
              </a:rPr>
              <a:t> notebook and complete the exercises provided. Instructions are in the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cs typeface="Calibri"/>
              </a:rPr>
              <a:t>Jupyter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cs typeface="Calibri"/>
              </a:rPr>
              <a:t> notebook with the sample code.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Using the </a:t>
            </a:r>
            <a:r>
              <a:rPr lang="en-GB" dirty="0" err="1">
                <a:solidFill>
                  <a:srgbClr val="942D6D"/>
                </a:solidFill>
              </a:rPr>
              <a:t>jupyter</a:t>
            </a:r>
            <a:r>
              <a:rPr lang="en-GB" dirty="0">
                <a:solidFill>
                  <a:srgbClr val="942D6D"/>
                </a:solidFill>
              </a:rPr>
              <a:t> notebook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edit the content of a cell by selecting it and entering edit mode by pressing </a:t>
            </a:r>
            <a:r>
              <a:rPr lang="en-GB" dirty="0">
                <a:solidFill>
                  <a:srgbClr val="942F6D"/>
                </a:solidFill>
              </a:rPr>
              <a:t>ENTER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exit edit mode by pressing </a:t>
            </a:r>
            <a:r>
              <a:rPr lang="en-GB" dirty="0">
                <a:solidFill>
                  <a:srgbClr val="942F6D"/>
                </a:solidFill>
              </a:rPr>
              <a:t>ESC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execute the content of a cell by pressing </a:t>
            </a:r>
            <a:r>
              <a:rPr lang="en-GB" dirty="0">
                <a:solidFill>
                  <a:srgbClr val="942F6D"/>
                </a:solidFill>
              </a:rPr>
              <a:t>ALT+ENTER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create a new cell you can use </a:t>
            </a:r>
            <a:r>
              <a:rPr lang="en-GB" dirty="0">
                <a:solidFill>
                  <a:srgbClr val="942F6D"/>
                </a:solidFill>
              </a:rPr>
              <a:t>A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(cell create above) or</a:t>
            </a:r>
            <a:r>
              <a:rPr lang="en-GB" dirty="0">
                <a:solidFill>
                  <a:srgbClr val="942F6D"/>
                </a:solidFill>
              </a:rPr>
              <a:t> B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(cell created below)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Press </a:t>
            </a:r>
            <a:r>
              <a:rPr lang="en-GB" dirty="0">
                <a:solidFill>
                  <a:srgbClr val="942F6D"/>
                </a:solidFill>
              </a:rPr>
              <a:t>D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twice to delete a cell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Installing python on your pc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You can install Python and the required dependencies in your own computer by following the instructions on the next slides.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cs typeface="Calibri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41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Using anaconda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the Anaconda Navigator</a:t>
            </a:r>
          </a:p>
          <a:p>
            <a:pPr marL="514350" indent="-514350">
              <a:buAutoNum type="arabicPeriod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 the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Jupyter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Notebook 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the online notebook app (open within the browser) to navigate to the desktop folder where the files were extracted.</a:t>
            </a:r>
          </a:p>
          <a:p>
            <a:pPr marL="514350" indent="-514350">
              <a:buFont typeface="+mj-lt"/>
              <a:buAutoNum type="arabicPeriod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6039A86-70B3-B54E-A6D1-78A45793DB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68" r="47289" b="55704"/>
          <a:stretch/>
        </p:blipFill>
        <p:spPr>
          <a:xfrm>
            <a:off x="5873022" y="1761116"/>
            <a:ext cx="5780183" cy="23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Introduction to python coding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Please open the session2 .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ipynb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file in Anaconda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283</TotalTime>
  <Words>264</Words>
  <Application>Microsoft Macintosh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Download and install anaconda</vt:lpstr>
      <vt:lpstr>Tutorial &amp; labs</vt:lpstr>
      <vt:lpstr>Using the jupyter notebook</vt:lpstr>
      <vt:lpstr>Installing python on your pc</vt:lpstr>
      <vt:lpstr>Using anaconda</vt:lpstr>
      <vt:lpstr>Introduction to python coding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44</cp:revision>
  <dcterms:created xsi:type="dcterms:W3CDTF">2021-07-24T10:34:01Z</dcterms:created>
  <dcterms:modified xsi:type="dcterms:W3CDTF">2021-12-02T17:29:36Z</dcterms:modified>
</cp:coreProperties>
</file>