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20" r:id="rId4"/>
    <p:sldMasterId id="2147483732" r:id="rId5"/>
    <p:sldMasterId id="2147483658" r:id="rId6"/>
    <p:sldMasterId id="2147483710" r:id="rId7"/>
    <p:sldMasterId id="2147483706" r:id="rId8"/>
  </p:sldMasterIdLst>
  <p:notesMasterIdLst>
    <p:notesMasterId r:id="rId31"/>
  </p:notesMasterIdLst>
  <p:sldIdLst>
    <p:sldId id="261" r:id="rId9"/>
    <p:sldId id="265" r:id="rId10"/>
    <p:sldId id="311" r:id="rId11"/>
    <p:sldId id="333" r:id="rId12"/>
    <p:sldId id="335" r:id="rId13"/>
    <p:sldId id="336" r:id="rId14"/>
    <p:sldId id="337" r:id="rId15"/>
    <p:sldId id="347" r:id="rId16"/>
    <p:sldId id="339" r:id="rId17"/>
    <p:sldId id="331" r:id="rId18"/>
    <p:sldId id="317" r:id="rId19"/>
    <p:sldId id="341" r:id="rId20"/>
    <p:sldId id="318" r:id="rId21"/>
    <p:sldId id="343" r:id="rId22"/>
    <p:sldId id="346" r:id="rId23"/>
    <p:sldId id="344" r:id="rId24"/>
    <p:sldId id="345" r:id="rId25"/>
    <p:sldId id="321" r:id="rId26"/>
    <p:sldId id="322" r:id="rId27"/>
    <p:sldId id="320" r:id="rId28"/>
    <p:sldId id="330" r:id="rId29"/>
    <p:sldId id="26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FC8C6-C6A5-4C12-8224-C67F240BAF29}" v="47" dt="2023-03-14T13:18:47.866"/>
    <p1510:client id="{BA1B2936-8689-4E87-A644-7FE013685A2B}" v="42" dt="2023-03-15T11:43:55.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91588" autoAdjust="0"/>
  </p:normalViewPr>
  <p:slideViewPr>
    <p:cSldViewPr snapToGrid="0">
      <p:cViewPr varScale="1">
        <p:scale>
          <a:sx n="102" d="100"/>
          <a:sy n="102" d="100"/>
        </p:scale>
        <p:origin x="642"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mlata Sheoran" userId="622bcd2c-7b88-482c-87fa-3fb3dcfc9337" providerId="ADAL" clId="{293FC8C6-C6A5-4C12-8224-C67F240BAF29}"/>
    <pc:docChg chg="undo custSel addSld delSld modSld sldOrd">
      <pc:chgData name="Kusmlata Sheoran" userId="622bcd2c-7b88-482c-87fa-3fb3dcfc9337" providerId="ADAL" clId="{293FC8C6-C6A5-4C12-8224-C67F240BAF29}" dt="2023-03-14T13:22:54.229" v="1186" actId="47"/>
      <pc:docMkLst>
        <pc:docMk/>
      </pc:docMkLst>
      <pc:sldChg chg="del">
        <pc:chgData name="Kusmlata Sheoran" userId="622bcd2c-7b88-482c-87fa-3fb3dcfc9337" providerId="ADAL" clId="{293FC8C6-C6A5-4C12-8224-C67F240BAF29}" dt="2023-03-14T10:27:04.753" v="563" actId="47"/>
        <pc:sldMkLst>
          <pc:docMk/>
          <pc:sldMk cId="2365191649" sldId="257"/>
        </pc:sldMkLst>
      </pc:sldChg>
      <pc:sldChg chg="del">
        <pc:chgData name="Kusmlata Sheoran" userId="622bcd2c-7b88-482c-87fa-3fb3dcfc9337" providerId="ADAL" clId="{293FC8C6-C6A5-4C12-8224-C67F240BAF29}" dt="2023-03-14T10:27:16.519" v="564" actId="47"/>
        <pc:sldMkLst>
          <pc:docMk/>
          <pc:sldMk cId="1741829112" sldId="306"/>
        </pc:sldMkLst>
      </pc:sldChg>
      <pc:sldChg chg="modSp mod">
        <pc:chgData name="Kusmlata Sheoran" userId="622bcd2c-7b88-482c-87fa-3fb3dcfc9337" providerId="ADAL" clId="{293FC8C6-C6A5-4C12-8224-C67F240BAF29}" dt="2023-03-14T11:56:08.858" v="1031" actId="20577"/>
        <pc:sldMkLst>
          <pc:docMk/>
          <pc:sldMk cId="1752993917" sldId="311"/>
        </pc:sldMkLst>
        <pc:spChg chg="mod">
          <ac:chgData name="Kusmlata Sheoran" userId="622bcd2c-7b88-482c-87fa-3fb3dcfc9337" providerId="ADAL" clId="{293FC8C6-C6A5-4C12-8224-C67F240BAF29}" dt="2023-03-14T11:56:08.858" v="1031" actId="20577"/>
          <ac:spMkLst>
            <pc:docMk/>
            <pc:sldMk cId="1752993917" sldId="311"/>
            <ac:spMk id="3" creationId="{03912611-42E7-6849-885B-99D97037DE6F}"/>
          </ac:spMkLst>
        </pc:spChg>
      </pc:sldChg>
      <pc:sldChg chg="modSp mod">
        <pc:chgData name="Kusmlata Sheoran" userId="622bcd2c-7b88-482c-87fa-3fb3dcfc9337" providerId="ADAL" clId="{293FC8C6-C6A5-4C12-8224-C67F240BAF29}" dt="2023-03-14T10:27:39.554" v="580" actId="20577"/>
        <pc:sldMkLst>
          <pc:docMk/>
          <pc:sldMk cId="1794686017" sldId="320"/>
        </pc:sldMkLst>
        <pc:spChg chg="mod">
          <ac:chgData name="Kusmlata Sheoran" userId="622bcd2c-7b88-482c-87fa-3fb3dcfc9337" providerId="ADAL" clId="{293FC8C6-C6A5-4C12-8224-C67F240BAF29}" dt="2023-03-14T10:27:39.554" v="580" actId="20577"/>
          <ac:spMkLst>
            <pc:docMk/>
            <pc:sldMk cId="1794686017" sldId="320"/>
            <ac:spMk id="2" creationId="{50608F55-98AD-8544-9EDC-97F2BF248277}"/>
          </ac:spMkLst>
        </pc:spChg>
      </pc:sldChg>
      <pc:sldChg chg="modSp mod">
        <pc:chgData name="Kusmlata Sheoran" userId="622bcd2c-7b88-482c-87fa-3fb3dcfc9337" providerId="ADAL" clId="{293FC8C6-C6A5-4C12-8224-C67F240BAF29}" dt="2023-03-14T10:28:45.873" v="594" actId="20577"/>
        <pc:sldMkLst>
          <pc:docMk/>
          <pc:sldMk cId="3564796917" sldId="321"/>
        </pc:sldMkLst>
        <pc:spChg chg="mod">
          <ac:chgData name="Kusmlata Sheoran" userId="622bcd2c-7b88-482c-87fa-3fb3dcfc9337" providerId="ADAL" clId="{293FC8C6-C6A5-4C12-8224-C67F240BAF29}" dt="2023-03-14T10:28:45.873" v="594" actId="20577"/>
          <ac:spMkLst>
            <pc:docMk/>
            <pc:sldMk cId="3564796917" sldId="321"/>
            <ac:spMk id="2" creationId="{0C135F3B-DBB6-56AE-9254-7F0260B5EAFD}"/>
          </ac:spMkLst>
        </pc:spChg>
      </pc:sldChg>
      <pc:sldChg chg="addSp delSp modSp mod">
        <pc:chgData name="Kusmlata Sheoran" userId="622bcd2c-7b88-482c-87fa-3fb3dcfc9337" providerId="ADAL" clId="{293FC8C6-C6A5-4C12-8224-C67F240BAF29}" dt="2023-03-14T11:54:46.137" v="863" actId="14100"/>
        <pc:sldMkLst>
          <pc:docMk/>
          <pc:sldMk cId="2885407099" sldId="322"/>
        </pc:sldMkLst>
        <pc:spChg chg="mod">
          <ac:chgData name="Kusmlata Sheoran" userId="622bcd2c-7b88-482c-87fa-3fb3dcfc9337" providerId="ADAL" clId="{293FC8C6-C6A5-4C12-8224-C67F240BAF29}" dt="2023-03-14T10:29:01.240" v="605" actId="20577"/>
          <ac:spMkLst>
            <pc:docMk/>
            <pc:sldMk cId="2885407099" sldId="322"/>
            <ac:spMk id="2" creationId="{CF499849-EE05-74FD-C6BF-52091D958842}"/>
          </ac:spMkLst>
        </pc:spChg>
        <pc:spChg chg="del mod">
          <ac:chgData name="Kusmlata Sheoran" userId="622bcd2c-7b88-482c-87fa-3fb3dcfc9337" providerId="ADAL" clId="{293FC8C6-C6A5-4C12-8224-C67F240BAF29}" dt="2023-03-14T10:42:53.360" v="659" actId="478"/>
          <ac:spMkLst>
            <pc:docMk/>
            <pc:sldMk cId="2885407099" sldId="322"/>
            <ac:spMk id="3" creationId="{523CAD84-402A-54EE-DB0F-B54C13895F1B}"/>
          </ac:spMkLst>
        </pc:spChg>
        <pc:spChg chg="add mod">
          <ac:chgData name="Kusmlata Sheoran" userId="622bcd2c-7b88-482c-87fa-3fb3dcfc9337" providerId="ADAL" clId="{293FC8C6-C6A5-4C12-8224-C67F240BAF29}" dt="2023-03-14T11:54:41.478" v="862" actId="14100"/>
          <ac:spMkLst>
            <pc:docMk/>
            <pc:sldMk cId="2885407099" sldId="322"/>
            <ac:spMk id="4" creationId="{A68DF2C8-3A53-6A1A-7B00-A44166659DD0}"/>
          </ac:spMkLst>
        </pc:spChg>
        <pc:spChg chg="add mod">
          <ac:chgData name="Kusmlata Sheoran" userId="622bcd2c-7b88-482c-87fa-3fb3dcfc9337" providerId="ADAL" clId="{293FC8C6-C6A5-4C12-8224-C67F240BAF29}" dt="2023-03-14T11:54:46.137" v="863" actId="14100"/>
          <ac:spMkLst>
            <pc:docMk/>
            <pc:sldMk cId="2885407099" sldId="322"/>
            <ac:spMk id="5" creationId="{D802F92F-0C1A-4EF6-4A29-5C1E0E45AE8E}"/>
          </ac:spMkLst>
        </pc:spChg>
        <pc:spChg chg="add mod">
          <ac:chgData name="Kusmlata Sheoran" userId="622bcd2c-7b88-482c-87fa-3fb3dcfc9337" providerId="ADAL" clId="{293FC8C6-C6A5-4C12-8224-C67F240BAF29}" dt="2023-03-14T11:54:10.228" v="861" actId="20577"/>
          <ac:spMkLst>
            <pc:docMk/>
            <pc:sldMk cId="2885407099" sldId="322"/>
            <ac:spMk id="6" creationId="{0092019C-C307-5B4D-6769-93E8D30AE856}"/>
          </ac:spMkLst>
        </pc:spChg>
        <pc:spChg chg="add del mod">
          <ac:chgData name="Kusmlata Sheoran" userId="622bcd2c-7b88-482c-87fa-3fb3dcfc9337" providerId="ADAL" clId="{293FC8C6-C6A5-4C12-8224-C67F240BAF29}" dt="2023-03-14T10:43:16.856" v="662" actId="478"/>
          <ac:spMkLst>
            <pc:docMk/>
            <pc:sldMk cId="2885407099" sldId="322"/>
            <ac:spMk id="7" creationId="{09CEA505-0F12-C47F-9B6D-891E41C0A55D}"/>
          </ac:spMkLst>
        </pc:spChg>
        <pc:spChg chg="add del mod">
          <ac:chgData name="Kusmlata Sheoran" userId="622bcd2c-7b88-482c-87fa-3fb3dcfc9337" providerId="ADAL" clId="{293FC8C6-C6A5-4C12-8224-C67F240BAF29}" dt="2023-03-14T10:42:57.111" v="660" actId="478"/>
          <ac:spMkLst>
            <pc:docMk/>
            <pc:sldMk cId="2885407099" sldId="322"/>
            <ac:spMk id="9" creationId="{F874C565-D8E5-0437-701D-052794E98C22}"/>
          </ac:spMkLst>
        </pc:spChg>
        <pc:spChg chg="add mod">
          <ac:chgData name="Kusmlata Sheoran" userId="622bcd2c-7b88-482c-87fa-3fb3dcfc9337" providerId="ADAL" clId="{293FC8C6-C6A5-4C12-8224-C67F240BAF29}" dt="2023-03-14T10:45:25.434" v="686" actId="14100"/>
          <ac:spMkLst>
            <pc:docMk/>
            <pc:sldMk cId="2885407099" sldId="322"/>
            <ac:spMk id="10" creationId="{FB4D6ADD-6A07-3C61-4040-29065FDD03EA}"/>
          </ac:spMkLst>
        </pc:spChg>
      </pc:sldChg>
      <pc:sldChg chg="del">
        <pc:chgData name="Kusmlata Sheoran" userId="622bcd2c-7b88-482c-87fa-3fb3dcfc9337" providerId="ADAL" clId="{293FC8C6-C6A5-4C12-8224-C67F240BAF29}" dt="2023-03-14T10:35:44.043" v="618" actId="47"/>
        <pc:sldMkLst>
          <pc:docMk/>
          <pc:sldMk cId="3464567409" sldId="323"/>
        </pc:sldMkLst>
      </pc:sldChg>
      <pc:sldChg chg="modSp del mod">
        <pc:chgData name="Kusmlata Sheoran" userId="622bcd2c-7b88-482c-87fa-3fb3dcfc9337" providerId="ADAL" clId="{293FC8C6-C6A5-4C12-8224-C67F240BAF29}" dt="2023-03-14T10:36:18.595" v="624" actId="47"/>
        <pc:sldMkLst>
          <pc:docMk/>
          <pc:sldMk cId="1751798014" sldId="324"/>
        </pc:sldMkLst>
        <pc:spChg chg="mod">
          <ac:chgData name="Kusmlata Sheoran" userId="622bcd2c-7b88-482c-87fa-3fb3dcfc9337" providerId="ADAL" clId="{293FC8C6-C6A5-4C12-8224-C67F240BAF29}" dt="2023-03-14T10:35:52.701" v="619" actId="14100"/>
          <ac:spMkLst>
            <pc:docMk/>
            <pc:sldMk cId="1751798014" sldId="324"/>
            <ac:spMk id="3" creationId="{3466DB70-5581-5CAC-4888-6E90B60DBC2B}"/>
          </ac:spMkLst>
        </pc:spChg>
      </pc:sldChg>
      <pc:sldChg chg="del">
        <pc:chgData name="Kusmlata Sheoran" userId="622bcd2c-7b88-482c-87fa-3fb3dcfc9337" providerId="ADAL" clId="{293FC8C6-C6A5-4C12-8224-C67F240BAF29}" dt="2023-03-14T10:45:51.293" v="687" actId="47"/>
        <pc:sldMkLst>
          <pc:docMk/>
          <pc:sldMk cId="3140688127" sldId="325"/>
        </pc:sldMkLst>
      </pc:sldChg>
      <pc:sldChg chg="modSp mod">
        <pc:chgData name="Kusmlata Sheoran" userId="622bcd2c-7b88-482c-87fa-3fb3dcfc9337" providerId="ADAL" clId="{293FC8C6-C6A5-4C12-8224-C67F240BAF29}" dt="2023-03-14T10:46:51.003" v="708" actId="20577"/>
        <pc:sldMkLst>
          <pc:docMk/>
          <pc:sldMk cId="953405551" sldId="326"/>
        </pc:sldMkLst>
        <pc:spChg chg="mod">
          <ac:chgData name="Kusmlata Sheoran" userId="622bcd2c-7b88-482c-87fa-3fb3dcfc9337" providerId="ADAL" clId="{293FC8C6-C6A5-4C12-8224-C67F240BAF29}" dt="2023-03-14T10:46:27.306" v="704" actId="14100"/>
          <ac:spMkLst>
            <pc:docMk/>
            <pc:sldMk cId="953405551" sldId="326"/>
            <ac:spMk id="2" creationId="{DF4AA98F-8146-A767-05DA-BB004771D67D}"/>
          </ac:spMkLst>
        </pc:spChg>
        <pc:spChg chg="mod">
          <ac:chgData name="Kusmlata Sheoran" userId="622bcd2c-7b88-482c-87fa-3fb3dcfc9337" providerId="ADAL" clId="{293FC8C6-C6A5-4C12-8224-C67F240BAF29}" dt="2023-03-14T10:46:51.003" v="708" actId="20577"/>
          <ac:spMkLst>
            <pc:docMk/>
            <pc:sldMk cId="953405551" sldId="326"/>
            <ac:spMk id="3" creationId="{7189BE57-9559-FDEE-4093-8043B749A879}"/>
          </ac:spMkLst>
        </pc:spChg>
      </pc:sldChg>
      <pc:sldChg chg="del">
        <pc:chgData name="Kusmlata Sheoran" userId="622bcd2c-7b88-482c-87fa-3fb3dcfc9337" providerId="ADAL" clId="{293FC8C6-C6A5-4C12-8224-C67F240BAF29}" dt="2023-03-14T13:22:54.229" v="1186" actId="47"/>
        <pc:sldMkLst>
          <pc:docMk/>
          <pc:sldMk cId="3706403999" sldId="328"/>
        </pc:sldMkLst>
      </pc:sldChg>
      <pc:sldChg chg="modSp mod">
        <pc:chgData name="Kusmlata Sheoran" userId="622bcd2c-7b88-482c-87fa-3fb3dcfc9337" providerId="ADAL" clId="{293FC8C6-C6A5-4C12-8224-C67F240BAF29}" dt="2023-03-14T11:26:20.533" v="857" actId="1076"/>
        <pc:sldMkLst>
          <pc:docMk/>
          <pc:sldMk cId="3946271456" sldId="329"/>
        </pc:sldMkLst>
        <pc:picChg chg="mod">
          <ac:chgData name="Kusmlata Sheoran" userId="622bcd2c-7b88-482c-87fa-3fb3dcfc9337" providerId="ADAL" clId="{293FC8C6-C6A5-4C12-8224-C67F240BAF29}" dt="2023-03-14T11:26:20.533" v="857" actId="1076"/>
          <ac:picMkLst>
            <pc:docMk/>
            <pc:sldMk cId="3946271456" sldId="329"/>
            <ac:picMk id="4" creationId="{A6E2DC02-E1FE-CA34-D78E-9EA19309D6FA}"/>
          </ac:picMkLst>
        </pc:picChg>
      </pc:sldChg>
      <pc:sldChg chg="modSp mod modNotesTx">
        <pc:chgData name="Kusmlata Sheoran" userId="622bcd2c-7b88-482c-87fa-3fb3dcfc9337" providerId="ADAL" clId="{293FC8C6-C6A5-4C12-8224-C67F240BAF29}" dt="2023-03-14T13:22:03.340" v="1184" actId="255"/>
        <pc:sldMkLst>
          <pc:docMk/>
          <pc:sldMk cId="1986314751" sldId="330"/>
        </pc:sldMkLst>
        <pc:spChg chg="mod">
          <ac:chgData name="Kusmlata Sheoran" userId="622bcd2c-7b88-482c-87fa-3fb3dcfc9337" providerId="ADAL" clId="{293FC8C6-C6A5-4C12-8224-C67F240BAF29}" dt="2023-03-14T11:12:40.976" v="824" actId="14100"/>
          <ac:spMkLst>
            <pc:docMk/>
            <pc:sldMk cId="1986314751" sldId="330"/>
            <ac:spMk id="2" creationId="{D3593032-C875-513C-51D6-D29721077B65}"/>
          </ac:spMkLst>
        </pc:spChg>
        <pc:spChg chg="mod">
          <ac:chgData name="Kusmlata Sheoran" userId="622bcd2c-7b88-482c-87fa-3fb3dcfc9337" providerId="ADAL" clId="{293FC8C6-C6A5-4C12-8224-C67F240BAF29}" dt="2023-03-14T13:22:03.340" v="1184" actId="255"/>
          <ac:spMkLst>
            <pc:docMk/>
            <pc:sldMk cId="1986314751" sldId="330"/>
            <ac:spMk id="3" creationId="{1A38922C-29DA-A191-870B-1F75B694DFAA}"/>
          </ac:spMkLst>
        </pc:spChg>
      </pc:sldChg>
      <pc:sldChg chg="modSp mod">
        <pc:chgData name="Kusmlata Sheoran" userId="622bcd2c-7b88-482c-87fa-3fb3dcfc9337" providerId="ADAL" clId="{293FC8C6-C6A5-4C12-8224-C67F240BAF29}" dt="2023-03-14T10:26:43.374" v="562" actId="6549"/>
        <pc:sldMkLst>
          <pc:docMk/>
          <pc:sldMk cId="165873943" sldId="331"/>
        </pc:sldMkLst>
        <pc:spChg chg="mod">
          <ac:chgData name="Kusmlata Sheoran" userId="622bcd2c-7b88-482c-87fa-3fb3dcfc9337" providerId="ADAL" clId="{293FC8C6-C6A5-4C12-8224-C67F240BAF29}" dt="2023-03-14T10:26:43.374" v="562" actId="6549"/>
          <ac:spMkLst>
            <pc:docMk/>
            <pc:sldMk cId="165873943" sldId="331"/>
            <ac:spMk id="3" creationId="{D7E24ED3-78AD-B517-2445-534237FC6617}"/>
          </ac:spMkLst>
        </pc:spChg>
      </pc:sldChg>
      <pc:sldChg chg="modNotesTx">
        <pc:chgData name="Kusmlata Sheoran" userId="622bcd2c-7b88-482c-87fa-3fb3dcfc9337" providerId="ADAL" clId="{293FC8C6-C6A5-4C12-8224-C67F240BAF29}" dt="2023-03-14T13:22:33.781" v="1185" actId="20577"/>
        <pc:sldMkLst>
          <pc:docMk/>
          <pc:sldMk cId="3716544355" sldId="332"/>
        </pc:sldMkLst>
      </pc:sldChg>
      <pc:sldChg chg="modSp mod">
        <pc:chgData name="Kusmlata Sheoran" userId="622bcd2c-7b88-482c-87fa-3fb3dcfc9337" providerId="ADAL" clId="{293FC8C6-C6A5-4C12-8224-C67F240BAF29}" dt="2023-03-14T10:08:31.394" v="184" actId="255"/>
        <pc:sldMkLst>
          <pc:docMk/>
          <pc:sldMk cId="3319394539" sldId="333"/>
        </pc:sldMkLst>
        <pc:spChg chg="mod">
          <ac:chgData name="Kusmlata Sheoran" userId="622bcd2c-7b88-482c-87fa-3fb3dcfc9337" providerId="ADAL" clId="{293FC8C6-C6A5-4C12-8224-C67F240BAF29}" dt="2023-03-14T10:08:31.394" v="184" actId="255"/>
          <ac:spMkLst>
            <pc:docMk/>
            <pc:sldMk cId="3319394539" sldId="333"/>
            <ac:spMk id="3" creationId="{970DF14B-9C28-2D57-DEDB-D1EB00181A9F}"/>
          </ac:spMkLst>
        </pc:spChg>
      </pc:sldChg>
      <pc:sldChg chg="del">
        <pc:chgData name="Kusmlata Sheoran" userId="622bcd2c-7b88-482c-87fa-3fb3dcfc9337" providerId="ADAL" clId="{293FC8C6-C6A5-4C12-8224-C67F240BAF29}" dt="2023-03-14T10:08:37.508" v="185" actId="47"/>
        <pc:sldMkLst>
          <pc:docMk/>
          <pc:sldMk cId="1524772160" sldId="334"/>
        </pc:sldMkLst>
      </pc:sldChg>
      <pc:sldChg chg="modSp mod">
        <pc:chgData name="Kusmlata Sheoran" userId="622bcd2c-7b88-482c-87fa-3fb3dcfc9337" providerId="ADAL" clId="{293FC8C6-C6A5-4C12-8224-C67F240BAF29}" dt="2023-03-14T10:12:38.679" v="267" actId="20577"/>
        <pc:sldMkLst>
          <pc:docMk/>
          <pc:sldMk cId="2159614886" sldId="335"/>
        </pc:sldMkLst>
        <pc:spChg chg="mod">
          <ac:chgData name="Kusmlata Sheoran" userId="622bcd2c-7b88-482c-87fa-3fb3dcfc9337" providerId="ADAL" clId="{293FC8C6-C6A5-4C12-8224-C67F240BAF29}" dt="2023-03-14T10:11:10.788" v="193" actId="20577"/>
          <ac:spMkLst>
            <pc:docMk/>
            <pc:sldMk cId="2159614886" sldId="335"/>
            <ac:spMk id="2" creationId="{5878D7CC-FE1C-7812-F898-908CE2FE82E7}"/>
          </ac:spMkLst>
        </pc:spChg>
        <pc:spChg chg="mod">
          <ac:chgData name="Kusmlata Sheoran" userId="622bcd2c-7b88-482c-87fa-3fb3dcfc9337" providerId="ADAL" clId="{293FC8C6-C6A5-4C12-8224-C67F240BAF29}" dt="2023-03-14T10:12:38.679" v="267" actId="20577"/>
          <ac:spMkLst>
            <pc:docMk/>
            <pc:sldMk cId="2159614886" sldId="335"/>
            <ac:spMk id="3" creationId="{11D5C644-8FB1-836B-CE80-027E090A2FAC}"/>
          </ac:spMkLst>
        </pc:spChg>
      </pc:sldChg>
      <pc:sldChg chg="modSp mod">
        <pc:chgData name="Kusmlata Sheoran" userId="622bcd2c-7b88-482c-87fa-3fb3dcfc9337" providerId="ADAL" clId="{293FC8C6-C6A5-4C12-8224-C67F240BAF29}" dt="2023-03-14T10:13:31.721" v="300" actId="20577"/>
        <pc:sldMkLst>
          <pc:docMk/>
          <pc:sldMk cId="3458908673" sldId="336"/>
        </pc:sldMkLst>
        <pc:spChg chg="mod">
          <ac:chgData name="Kusmlata Sheoran" userId="622bcd2c-7b88-482c-87fa-3fb3dcfc9337" providerId="ADAL" clId="{293FC8C6-C6A5-4C12-8224-C67F240BAF29}" dt="2023-03-14T10:12:58.065" v="290" actId="20577"/>
          <ac:spMkLst>
            <pc:docMk/>
            <pc:sldMk cId="3458908673" sldId="336"/>
            <ac:spMk id="2" creationId="{C590684E-1CD7-1425-1D63-796302C8B493}"/>
          </ac:spMkLst>
        </pc:spChg>
        <pc:spChg chg="mod">
          <ac:chgData name="Kusmlata Sheoran" userId="622bcd2c-7b88-482c-87fa-3fb3dcfc9337" providerId="ADAL" clId="{293FC8C6-C6A5-4C12-8224-C67F240BAF29}" dt="2023-03-14T10:13:31.721" v="300" actId="20577"/>
          <ac:spMkLst>
            <pc:docMk/>
            <pc:sldMk cId="3458908673" sldId="336"/>
            <ac:spMk id="3" creationId="{B97EAC73-4F75-3281-987E-75054BEEE3BD}"/>
          </ac:spMkLst>
        </pc:spChg>
      </pc:sldChg>
      <pc:sldChg chg="addSp modSp mod modNotesTx">
        <pc:chgData name="Kusmlata Sheoran" userId="622bcd2c-7b88-482c-87fa-3fb3dcfc9337" providerId="ADAL" clId="{293FC8C6-C6A5-4C12-8224-C67F240BAF29}" dt="2023-03-14T11:58:55.845" v="1034"/>
        <pc:sldMkLst>
          <pc:docMk/>
          <pc:sldMk cId="874661198" sldId="337"/>
        </pc:sldMkLst>
        <pc:spChg chg="mod">
          <ac:chgData name="Kusmlata Sheoran" userId="622bcd2c-7b88-482c-87fa-3fb3dcfc9337" providerId="ADAL" clId="{293FC8C6-C6A5-4C12-8224-C67F240BAF29}" dt="2023-03-14T10:13:56.325" v="342" actId="14100"/>
          <ac:spMkLst>
            <pc:docMk/>
            <pc:sldMk cId="874661198" sldId="337"/>
            <ac:spMk id="2" creationId="{02C1870F-BCD8-8E81-FD45-8B76E32B0CDF}"/>
          </ac:spMkLst>
        </pc:spChg>
        <pc:spChg chg="mod">
          <ac:chgData name="Kusmlata Sheoran" userId="622bcd2c-7b88-482c-87fa-3fb3dcfc9337" providerId="ADAL" clId="{293FC8C6-C6A5-4C12-8224-C67F240BAF29}" dt="2023-03-14T10:18:33.422" v="415" actId="6549"/>
          <ac:spMkLst>
            <pc:docMk/>
            <pc:sldMk cId="874661198" sldId="337"/>
            <ac:spMk id="3" creationId="{0C1A1AAC-2F71-F8AF-1711-2B9850CF80EF}"/>
          </ac:spMkLst>
        </pc:spChg>
        <pc:spChg chg="add mod">
          <ac:chgData name="Kusmlata Sheoran" userId="622bcd2c-7b88-482c-87fa-3fb3dcfc9337" providerId="ADAL" clId="{293FC8C6-C6A5-4C12-8224-C67F240BAF29}" dt="2023-03-14T10:18:49.969" v="416" actId="6549"/>
          <ac:spMkLst>
            <pc:docMk/>
            <pc:sldMk cId="874661198" sldId="337"/>
            <ac:spMk id="4" creationId="{0B3D2DEC-0192-B8A5-2DF9-CD49779641A1}"/>
          </ac:spMkLst>
        </pc:spChg>
      </pc:sldChg>
      <pc:sldChg chg="modSp mod">
        <pc:chgData name="Kusmlata Sheoran" userId="622bcd2c-7b88-482c-87fa-3fb3dcfc9337" providerId="ADAL" clId="{293FC8C6-C6A5-4C12-8224-C67F240BAF29}" dt="2023-03-14T10:20:02.456" v="449" actId="255"/>
        <pc:sldMkLst>
          <pc:docMk/>
          <pc:sldMk cId="866725785" sldId="338"/>
        </pc:sldMkLst>
        <pc:spChg chg="mod">
          <ac:chgData name="Kusmlata Sheoran" userId="622bcd2c-7b88-482c-87fa-3fb3dcfc9337" providerId="ADAL" clId="{293FC8C6-C6A5-4C12-8224-C67F240BAF29}" dt="2023-03-14T10:19:18.969" v="444" actId="20577"/>
          <ac:spMkLst>
            <pc:docMk/>
            <pc:sldMk cId="866725785" sldId="338"/>
            <ac:spMk id="2" creationId="{68FAF46B-E259-72C6-A5D9-411516DD138A}"/>
          </ac:spMkLst>
        </pc:spChg>
        <pc:spChg chg="mod">
          <ac:chgData name="Kusmlata Sheoran" userId="622bcd2c-7b88-482c-87fa-3fb3dcfc9337" providerId="ADAL" clId="{293FC8C6-C6A5-4C12-8224-C67F240BAF29}" dt="2023-03-14T10:20:02.456" v="449" actId="255"/>
          <ac:spMkLst>
            <pc:docMk/>
            <pc:sldMk cId="866725785" sldId="338"/>
            <ac:spMk id="3" creationId="{08540405-7051-0C6A-C0A0-6255DA4A3FF5}"/>
          </ac:spMkLst>
        </pc:spChg>
      </pc:sldChg>
      <pc:sldChg chg="addSp modSp mod">
        <pc:chgData name="Kusmlata Sheoran" userId="622bcd2c-7b88-482c-87fa-3fb3dcfc9337" providerId="ADAL" clId="{293FC8C6-C6A5-4C12-8224-C67F240BAF29}" dt="2023-03-14T10:25:14.340" v="556" actId="14100"/>
        <pc:sldMkLst>
          <pc:docMk/>
          <pc:sldMk cId="2861371742" sldId="339"/>
        </pc:sldMkLst>
        <pc:spChg chg="mod">
          <ac:chgData name="Kusmlata Sheoran" userId="622bcd2c-7b88-482c-87fa-3fb3dcfc9337" providerId="ADAL" clId="{293FC8C6-C6A5-4C12-8224-C67F240BAF29}" dt="2023-03-14T10:20:39.260" v="491" actId="14100"/>
          <ac:spMkLst>
            <pc:docMk/>
            <pc:sldMk cId="2861371742" sldId="339"/>
            <ac:spMk id="2" creationId="{4F2AC058-6B6F-8DBA-3235-BD1B12DD0C51}"/>
          </ac:spMkLst>
        </pc:spChg>
        <pc:spChg chg="mod">
          <ac:chgData name="Kusmlata Sheoran" userId="622bcd2c-7b88-482c-87fa-3fb3dcfc9337" providerId="ADAL" clId="{293FC8C6-C6A5-4C12-8224-C67F240BAF29}" dt="2023-03-14T10:24:35.352" v="541" actId="255"/>
          <ac:spMkLst>
            <pc:docMk/>
            <pc:sldMk cId="2861371742" sldId="339"/>
            <ac:spMk id="3" creationId="{D96F002E-89AF-0F6B-E994-14FF0F9ECD18}"/>
          </ac:spMkLst>
        </pc:spChg>
        <pc:spChg chg="add mod">
          <ac:chgData name="Kusmlata Sheoran" userId="622bcd2c-7b88-482c-87fa-3fb3dcfc9337" providerId="ADAL" clId="{293FC8C6-C6A5-4C12-8224-C67F240BAF29}" dt="2023-03-14T10:24:39.734" v="542" actId="255"/>
          <ac:spMkLst>
            <pc:docMk/>
            <pc:sldMk cId="2861371742" sldId="339"/>
            <ac:spMk id="4" creationId="{9CC809C3-547F-66E4-7A19-D36E0F65DE37}"/>
          </ac:spMkLst>
        </pc:spChg>
        <pc:spChg chg="add mod">
          <ac:chgData name="Kusmlata Sheoran" userId="622bcd2c-7b88-482c-87fa-3fb3dcfc9337" providerId="ADAL" clId="{293FC8C6-C6A5-4C12-8224-C67F240BAF29}" dt="2023-03-14T10:25:14.340" v="556" actId="14100"/>
          <ac:spMkLst>
            <pc:docMk/>
            <pc:sldMk cId="2861371742" sldId="339"/>
            <ac:spMk id="5" creationId="{7C13A690-EAC5-C450-7665-D40A083AE6FC}"/>
          </ac:spMkLst>
        </pc:spChg>
      </pc:sldChg>
      <pc:sldChg chg="modSp del mod">
        <pc:chgData name="Kusmlata Sheoran" userId="622bcd2c-7b88-482c-87fa-3fb3dcfc9337" providerId="ADAL" clId="{293FC8C6-C6A5-4C12-8224-C67F240BAF29}" dt="2023-03-14T10:25:25.650" v="557" actId="47"/>
        <pc:sldMkLst>
          <pc:docMk/>
          <pc:sldMk cId="2299242439" sldId="340"/>
        </pc:sldMkLst>
        <pc:spChg chg="mod">
          <ac:chgData name="Kusmlata Sheoran" userId="622bcd2c-7b88-482c-87fa-3fb3dcfc9337" providerId="ADAL" clId="{293FC8C6-C6A5-4C12-8224-C67F240BAF29}" dt="2023-03-14T10:23:09.985" v="527" actId="6549"/>
          <ac:spMkLst>
            <pc:docMk/>
            <pc:sldMk cId="2299242439" sldId="340"/>
            <ac:spMk id="3" creationId="{A55F4017-C617-9968-A1A5-57C4C25EBB36}"/>
          </ac:spMkLst>
        </pc:spChg>
      </pc:sldChg>
      <pc:sldChg chg="modSp del mod modNotesTx">
        <pc:chgData name="Kusmlata Sheoran" userId="622bcd2c-7b88-482c-87fa-3fb3dcfc9337" providerId="ADAL" clId="{293FC8C6-C6A5-4C12-8224-C67F240BAF29}" dt="2023-03-14T13:18:31.550" v="1178" actId="2696"/>
        <pc:sldMkLst>
          <pc:docMk/>
          <pc:sldMk cId="2759112445" sldId="341"/>
        </pc:sldMkLst>
        <pc:spChg chg="mod">
          <ac:chgData name="Kusmlata Sheoran" userId="622bcd2c-7b88-482c-87fa-3fb3dcfc9337" providerId="ADAL" clId="{293FC8C6-C6A5-4C12-8224-C67F240BAF29}" dt="2023-03-14T10:49:51.974" v="776" actId="1076"/>
          <ac:spMkLst>
            <pc:docMk/>
            <pc:sldMk cId="2759112445" sldId="341"/>
            <ac:spMk id="2" creationId="{C6B9FECB-E0A5-35E6-964C-4E3FF4E8F0E7}"/>
          </ac:spMkLst>
        </pc:spChg>
        <pc:spChg chg="mod">
          <ac:chgData name="Kusmlata Sheoran" userId="622bcd2c-7b88-482c-87fa-3fb3dcfc9337" providerId="ADAL" clId="{293FC8C6-C6A5-4C12-8224-C67F240BAF29}" dt="2023-03-14T10:49:26.889" v="768" actId="255"/>
          <ac:spMkLst>
            <pc:docMk/>
            <pc:sldMk cId="2759112445" sldId="341"/>
            <ac:spMk id="3" creationId="{628AA1B7-C5E7-AE2B-48EE-FD30BCA2648F}"/>
          </ac:spMkLst>
        </pc:spChg>
      </pc:sldChg>
      <pc:sldChg chg="add">
        <pc:chgData name="Kusmlata Sheoran" userId="622bcd2c-7b88-482c-87fa-3fb3dcfc9337" providerId="ADAL" clId="{293FC8C6-C6A5-4C12-8224-C67F240BAF29}" dt="2023-03-14T13:18:47.866" v="1179"/>
        <pc:sldMkLst>
          <pc:docMk/>
          <pc:sldMk cId="3380147200" sldId="341"/>
        </pc:sldMkLst>
      </pc:sldChg>
      <pc:sldChg chg="addSp delSp modSp add mod">
        <pc:chgData name="Kusmlata Sheoran" userId="622bcd2c-7b88-482c-87fa-3fb3dcfc9337" providerId="ADAL" clId="{293FC8C6-C6A5-4C12-8224-C67F240BAF29}" dt="2023-03-14T10:42:24.145" v="656" actId="6549"/>
        <pc:sldMkLst>
          <pc:docMk/>
          <pc:sldMk cId="2345100050" sldId="342"/>
        </pc:sldMkLst>
        <pc:spChg chg="mod">
          <ac:chgData name="Kusmlata Sheoran" userId="622bcd2c-7b88-482c-87fa-3fb3dcfc9337" providerId="ADAL" clId="{293FC8C6-C6A5-4C12-8224-C67F240BAF29}" dt="2023-03-14T10:41:34.673" v="638" actId="6549"/>
          <ac:spMkLst>
            <pc:docMk/>
            <pc:sldMk cId="2345100050" sldId="342"/>
            <ac:spMk id="2" creationId="{CF499849-EE05-74FD-C6BF-52091D958842}"/>
          </ac:spMkLst>
        </pc:spChg>
        <pc:spChg chg="del">
          <ac:chgData name="Kusmlata Sheoran" userId="622bcd2c-7b88-482c-87fa-3fb3dcfc9337" providerId="ADAL" clId="{293FC8C6-C6A5-4C12-8224-C67F240BAF29}" dt="2023-03-14T10:41:51.827" v="643" actId="478"/>
          <ac:spMkLst>
            <pc:docMk/>
            <pc:sldMk cId="2345100050" sldId="342"/>
            <ac:spMk id="3" creationId="{523CAD84-402A-54EE-DB0F-B54C13895F1B}"/>
          </ac:spMkLst>
        </pc:spChg>
        <pc:spChg chg="del">
          <ac:chgData name="Kusmlata Sheoran" userId="622bcd2c-7b88-482c-87fa-3fb3dcfc9337" providerId="ADAL" clId="{293FC8C6-C6A5-4C12-8224-C67F240BAF29}" dt="2023-03-14T10:41:39.067" v="639" actId="478"/>
          <ac:spMkLst>
            <pc:docMk/>
            <pc:sldMk cId="2345100050" sldId="342"/>
            <ac:spMk id="4" creationId="{A68DF2C8-3A53-6A1A-7B00-A44166659DD0}"/>
          </ac:spMkLst>
        </pc:spChg>
        <pc:spChg chg="del">
          <ac:chgData name="Kusmlata Sheoran" userId="622bcd2c-7b88-482c-87fa-3fb3dcfc9337" providerId="ADAL" clId="{293FC8C6-C6A5-4C12-8224-C67F240BAF29}" dt="2023-03-14T10:41:44.358" v="641" actId="478"/>
          <ac:spMkLst>
            <pc:docMk/>
            <pc:sldMk cId="2345100050" sldId="342"/>
            <ac:spMk id="5" creationId="{D802F92F-0C1A-4EF6-4A29-5C1E0E45AE8E}"/>
          </ac:spMkLst>
        </pc:spChg>
        <pc:spChg chg="mod">
          <ac:chgData name="Kusmlata Sheoran" userId="622bcd2c-7b88-482c-87fa-3fb3dcfc9337" providerId="ADAL" clId="{293FC8C6-C6A5-4C12-8224-C67F240BAF29}" dt="2023-03-14T10:42:24.145" v="656" actId="6549"/>
          <ac:spMkLst>
            <pc:docMk/>
            <pc:sldMk cId="2345100050" sldId="342"/>
            <ac:spMk id="6" creationId="{0092019C-C307-5B4D-6769-93E8D30AE856}"/>
          </ac:spMkLst>
        </pc:spChg>
        <pc:spChg chg="del">
          <ac:chgData name="Kusmlata Sheoran" userId="622bcd2c-7b88-482c-87fa-3fb3dcfc9337" providerId="ADAL" clId="{293FC8C6-C6A5-4C12-8224-C67F240BAF29}" dt="2023-03-14T10:41:41.305" v="640" actId="478"/>
          <ac:spMkLst>
            <pc:docMk/>
            <pc:sldMk cId="2345100050" sldId="342"/>
            <ac:spMk id="7" creationId="{09CEA505-0F12-C47F-9B6D-891E41C0A55D}"/>
          </ac:spMkLst>
        </pc:spChg>
        <pc:spChg chg="add mod">
          <ac:chgData name="Kusmlata Sheoran" userId="622bcd2c-7b88-482c-87fa-3fb3dcfc9337" providerId="ADAL" clId="{293FC8C6-C6A5-4C12-8224-C67F240BAF29}" dt="2023-03-14T10:42:18.602" v="655" actId="20577"/>
          <ac:spMkLst>
            <pc:docMk/>
            <pc:sldMk cId="2345100050" sldId="342"/>
            <ac:spMk id="9" creationId="{04004266-3C77-F1D4-744E-28C3B8F3C012}"/>
          </ac:spMkLst>
        </pc:spChg>
      </pc:sldChg>
      <pc:sldChg chg="addSp modSp new mod modNotesTx">
        <pc:chgData name="Kusmlata Sheoran" userId="622bcd2c-7b88-482c-87fa-3fb3dcfc9337" providerId="ADAL" clId="{293FC8C6-C6A5-4C12-8224-C67F240BAF29}" dt="2023-03-14T12:12:19.656" v="1104" actId="21"/>
        <pc:sldMkLst>
          <pc:docMk/>
          <pc:sldMk cId="3995157458" sldId="343"/>
        </pc:sldMkLst>
        <pc:spChg chg="mod">
          <ac:chgData name="Kusmlata Sheoran" userId="622bcd2c-7b88-482c-87fa-3fb3dcfc9337" providerId="ADAL" clId="{293FC8C6-C6A5-4C12-8224-C67F240BAF29}" dt="2023-03-14T12:10:02.836" v="1064" actId="20577"/>
          <ac:spMkLst>
            <pc:docMk/>
            <pc:sldMk cId="3995157458" sldId="343"/>
            <ac:spMk id="2" creationId="{8F02DB5F-328F-10D1-8E05-E8CC7059F16B}"/>
          </ac:spMkLst>
        </pc:spChg>
        <pc:spChg chg="mod">
          <ac:chgData name="Kusmlata Sheoran" userId="622bcd2c-7b88-482c-87fa-3fb3dcfc9337" providerId="ADAL" clId="{293FC8C6-C6A5-4C12-8224-C67F240BAF29}" dt="2023-03-14T12:12:19.656" v="1104" actId="21"/>
          <ac:spMkLst>
            <pc:docMk/>
            <pc:sldMk cId="3995157458" sldId="343"/>
            <ac:spMk id="3" creationId="{BA0EDD8A-6C60-61E3-50FD-47ECE8EA0C16}"/>
          </ac:spMkLst>
        </pc:spChg>
        <pc:picChg chg="add mod">
          <ac:chgData name="Kusmlata Sheoran" userId="622bcd2c-7b88-482c-87fa-3fb3dcfc9337" providerId="ADAL" clId="{293FC8C6-C6A5-4C12-8224-C67F240BAF29}" dt="2023-03-14T12:11:31.821" v="1102" actId="1076"/>
          <ac:picMkLst>
            <pc:docMk/>
            <pc:sldMk cId="3995157458" sldId="343"/>
            <ac:picMk id="4" creationId="{B7B0DE9A-8AC8-C5BC-5B2C-69F3653EDDA6}"/>
          </ac:picMkLst>
        </pc:picChg>
      </pc:sldChg>
      <pc:sldChg chg="addSp delSp modSp new mod modNotesTx">
        <pc:chgData name="Kusmlata Sheoran" userId="622bcd2c-7b88-482c-87fa-3fb3dcfc9337" providerId="ADAL" clId="{293FC8C6-C6A5-4C12-8224-C67F240BAF29}" dt="2023-03-14T12:13:43.764" v="1129" actId="14100"/>
        <pc:sldMkLst>
          <pc:docMk/>
          <pc:sldMk cId="924609110" sldId="344"/>
        </pc:sldMkLst>
        <pc:spChg chg="mod">
          <ac:chgData name="Kusmlata Sheoran" userId="622bcd2c-7b88-482c-87fa-3fb3dcfc9337" providerId="ADAL" clId="{293FC8C6-C6A5-4C12-8224-C67F240BAF29}" dt="2023-03-14T12:12:33.907" v="1115" actId="20577"/>
          <ac:spMkLst>
            <pc:docMk/>
            <pc:sldMk cId="924609110" sldId="344"/>
            <ac:spMk id="2" creationId="{D3A77EC1-C6D2-F709-5A6E-2FCB210A9EC5}"/>
          </ac:spMkLst>
        </pc:spChg>
        <pc:spChg chg="del mod">
          <ac:chgData name="Kusmlata Sheoran" userId="622bcd2c-7b88-482c-87fa-3fb3dcfc9337" providerId="ADAL" clId="{293FC8C6-C6A5-4C12-8224-C67F240BAF29}" dt="2023-03-14T12:09:11.304" v="1045" actId="478"/>
          <ac:spMkLst>
            <pc:docMk/>
            <pc:sldMk cId="924609110" sldId="344"/>
            <ac:spMk id="3" creationId="{54B647C1-4D70-74D9-F4D0-46FA6D4A6200}"/>
          </ac:spMkLst>
        </pc:spChg>
        <pc:spChg chg="add mod">
          <ac:chgData name="Kusmlata Sheoran" userId="622bcd2c-7b88-482c-87fa-3fb3dcfc9337" providerId="ADAL" clId="{293FC8C6-C6A5-4C12-8224-C67F240BAF29}" dt="2023-03-14T12:13:15.564" v="1127" actId="1076"/>
          <ac:spMkLst>
            <pc:docMk/>
            <pc:sldMk cId="924609110" sldId="344"/>
            <ac:spMk id="5" creationId="{BB780AA0-C9F7-55E5-F0C3-91411F407EC8}"/>
          </ac:spMkLst>
        </pc:spChg>
        <pc:picChg chg="add del mod">
          <ac:chgData name="Kusmlata Sheoran" userId="622bcd2c-7b88-482c-87fa-3fb3dcfc9337" providerId="ADAL" clId="{293FC8C6-C6A5-4C12-8224-C67F240BAF29}" dt="2023-03-14T12:12:26.492" v="1106" actId="478"/>
          <ac:picMkLst>
            <pc:docMk/>
            <pc:sldMk cId="924609110" sldId="344"/>
            <ac:picMk id="1026" creationId="{EC12DB37-D5FB-D6F6-6C80-6175D01DA4EC}"/>
          </ac:picMkLst>
        </pc:picChg>
        <pc:picChg chg="add mod">
          <ac:chgData name="Kusmlata Sheoran" userId="622bcd2c-7b88-482c-87fa-3fb3dcfc9337" providerId="ADAL" clId="{293FC8C6-C6A5-4C12-8224-C67F240BAF29}" dt="2023-03-14T12:13:43.764" v="1129" actId="14100"/>
          <ac:picMkLst>
            <pc:docMk/>
            <pc:sldMk cId="924609110" sldId="344"/>
            <ac:picMk id="1028" creationId="{C67D2D69-D776-C37E-99A0-D6090AC661CB}"/>
          </ac:picMkLst>
        </pc:picChg>
      </pc:sldChg>
      <pc:sldChg chg="addSp delSp modSp new mod modNotesTx">
        <pc:chgData name="Kusmlata Sheoran" userId="622bcd2c-7b88-482c-87fa-3fb3dcfc9337" providerId="ADAL" clId="{293FC8C6-C6A5-4C12-8224-C67F240BAF29}" dt="2023-03-14T13:11:33.238" v="1170" actId="14100"/>
        <pc:sldMkLst>
          <pc:docMk/>
          <pc:sldMk cId="2925666348" sldId="345"/>
        </pc:sldMkLst>
        <pc:spChg chg="add del mod">
          <ac:chgData name="Kusmlata Sheoran" userId="622bcd2c-7b88-482c-87fa-3fb3dcfc9337" providerId="ADAL" clId="{293FC8C6-C6A5-4C12-8224-C67F240BAF29}" dt="2023-03-14T13:11:21.359" v="1166" actId="14100"/>
          <ac:spMkLst>
            <pc:docMk/>
            <pc:sldMk cId="2925666348" sldId="345"/>
            <ac:spMk id="3" creationId="{34B7ECCC-8CAB-2A7C-B62D-E6BEA5EBFAB5}"/>
          </ac:spMkLst>
        </pc:spChg>
        <pc:spChg chg="add del mod">
          <ac:chgData name="Kusmlata Sheoran" userId="622bcd2c-7b88-482c-87fa-3fb3dcfc9337" providerId="ADAL" clId="{293FC8C6-C6A5-4C12-8224-C67F240BAF29}" dt="2023-03-14T12:22:41.435" v="1132"/>
          <ac:spMkLst>
            <pc:docMk/>
            <pc:sldMk cId="2925666348" sldId="345"/>
            <ac:spMk id="4" creationId="{B0D05644-A249-8CA1-4A35-A8CF68D7112B}"/>
          </ac:spMkLst>
        </pc:spChg>
        <pc:picChg chg="add mod">
          <ac:chgData name="Kusmlata Sheoran" userId="622bcd2c-7b88-482c-87fa-3fb3dcfc9337" providerId="ADAL" clId="{293FC8C6-C6A5-4C12-8224-C67F240BAF29}" dt="2023-03-14T13:11:33.238" v="1170" actId="14100"/>
          <ac:picMkLst>
            <pc:docMk/>
            <pc:sldMk cId="2925666348" sldId="345"/>
            <ac:picMk id="5" creationId="{2C0F2F4C-F514-B5B1-3F0E-7A63A90D43D0}"/>
          </ac:picMkLst>
        </pc:picChg>
      </pc:sldChg>
      <pc:sldChg chg="addSp modSp new del ord">
        <pc:chgData name="Kusmlata Sheoran" userId="622bcd2c-7b88-482c-87fa-3fb3dcfc9337" providerId="ADAL" clId="{293FC8C6-C6A5-4C12-8224-C67F240BAF29}" dt="2023-03-14T13:11:01.493" v="1164" actId="2696"/>
        <pc:sldMkLst>
          <pc:docMk/>
          <pc:sldMk cId="142765673" sldId="346"/>
        </pc:sldMkLst>
        <pc:picChg chg="add mod">
          <ac:chgData name="Kusmlata Sheoran" userId="622bcd2c-7b88-482c-87fa-3fb3dcfc9337" providerId="ADAL" clId="{293FC8C6-C6A5-4C12-8224-C67F240BAF29}" dt="2023-03-14T13:10:28.809" v="1161" actId="1076"/>
          <ac:picMkLst>
            <pc:docMk/>
            <pc:sldMk cId="142765673" sldId="346"/>
            <ac:picMk id="4098" creationId="{37A9C7E6-0FFC-84BC-F05C-CC8D81DC963F}"/>
          </ac:picMkLst>
        </pc:picChg>
      </pc:sldChg>
      <pc:sldChg chg="add del">
        <pc:chgData name="Kusmlata Sheoran" userId="622bcd2c-7b88-482c-87fa-3fb3dcfc9337" providerId="ADAL" clId="{293FC8C6-C6A5-4C12-8224-C67F240BAF29}" dt="2023-03-14T13:11:39.295" v="1172" actId="47"/>
        <pc:sldMkLst>
          <pc:docMk/>
          <pc:sldMk cId="1123808856" sldId="346"/>
        </pc:sldMkLst>
      </pc:sldChg>
      <pc:sldChg chg="add del">
        <pc:chgData name="Kusmlata Sheoran" userId="622bcd2c-7b88-482c-87fa-3fb3dcfc9337" providerId="ADAL" clId="{293FC8C6-C6A5-4C12-8224-C67F240BAF29}" dt="2023-03-14T13:11:36.256" v="1171" actId="47"/>
        <pc:sldMkLst>
          <pc:docMk/>
          <pc:sldMk cId="4238809531" sldId="347"/>
        </pc:sldMkLst>
      </pc:sldChg>
    </pc:docChg>
  </pc:docChgLst>
  <pc:docChgLst>
    <pc:chgData name="Kusmlata Sheoran" userId="622bcd2c-7b88-482c-87fa-3fb3dcfc9337" providerId="ADAL" clId="{BA1B2936-8689-4E87-A644-7FE013685A2B}"/>
    <pc:docChg chg="undo custSel addSld delSld modSld">
      <pc:chgData name="Kusmlata Sheoran" userId="622bcd2c-7b88-482c-87fa-3fb3dcfc9337" providerId="ADAL" clId="{BA1B2936-8689-4E87-A644-7FE013685A2B}" dt="2023-03-15T12:07:28.021" v="449" actId="20577"/>
      <pc:docMkLst>
        <pc:docMk/>
      </pc:docMkLst>
      <pc:sldChg chg="modSp mod">
        <pc:chgData name="Kusmlata Sheoran" userId="622bcd2c-7b88-482c-87fa-3fb3dcfc9337" providerId="ADAL" clId="{BA1B2936-8689-4E87-A644-7FE013685A2B}" dt="2023-03-15T11:34:12.222" v="272" actId="5793"/>
        <pc:sldMkLst>
          <pc:docMk/>
          <pc:sldMk cId="2621500235" sldId="318"/>
        </pc:sldMkLst>
        <pc:spChg chg="mod">
          <ac:chgData name="Kusmlata Sheoran" userId="622bcd2c-7b88-482c-87fa-3fb3dcfc9337" providerId="ADAL" clId="{BA1B2936-8689-4E87-A644-7FE013685A2B}" dt="2023-03-15T11:34:12.222" v="272" actId="5793"/>
          <ac:spMkLst>
            <pc:docMk/>
            <pc:sldMk cId="2621500235" sldId="318"/>
            <ac:spMk id="3" creationId="{03912611-42E7-6849-885B-99D97037DE6F}"/>
          </ac:spMkLst>
        </pc:spChg>
      </pc:sldChg>
      <pc:sldChg chg="modSp add mod">
        <pc:chgData name="Kusmlata Sheoran" userId="622bcd2c-7b88-482c-87fa-3fb3dcfc9337" providerId="ADAL" clId="{BA1B2936-8689-4E87-A644-7FE013685A2B}" dt="2023-03-15T12:07:28.021" v="449" actId="20577"/>
        <pc:sldMkLst>
          <pc:docMk/>
          <pc:sldMk cId="1556512774" sldId="319"/>
        </pc:sldMkLst>
        <pc:spChg chg="mod">
          <ac:chgData name="Kusmlata Sheoran" userId="622bcd2c-7b88-482c-87fa-3fb3dcfc9337" providerId="ADAL" clId="{BA1B2936-8689-4E87-A644-7FE013685A2B}" dt="2023-03-15T12:07:28.021" v="449" actId="20577"/>
          <ac:spMkLst>
            <pc:docMk/>
            <pc:sldMk cId="1556512774" sldId="319"/>
            <ac:spMk id="7" creationId="{174ADD3A-36BD-8F47-AF28-6A832631A246}"/>
          </ac:spMkLst>
        </pc:spChg>
      </pc:sldChg>
      <pc:sldChg chg="del">
        <pc:chgData name="Kusmlata Sheoran" userId="622bcd2c-7b88-482c-87fa-3fb3dcfc9337" providerId="ADAL" clId="{BA1B2936-8689-4E87-A644-7FE013685A2B}" dt="2023-03-14T23:09:34.857" v="266" actId="2696"/>
        <pc:sldMkLst>
          <pc:docMk/>
          <pc:sldMk cId="2002326226" sldId="319"/>
        </pc:sldMkLst>
      </pc:sldChg>
      <pc:sldChg chg="add">
        <pc:chgData name="Kusmlata Sheoran" userId="622bcd2c-7b88-482c-87fa-3fb3dcfc9337" providerId="ADAL" clId="{BA1B2936-8689-4E87-A644-7FE013685A2B}" dt="2023-03-14T23:09:39.826" v="267"/>
        <pc:sldMkLst>
          <pc:docMk/>
          <pc:sldMk cId="116893226" sldId="320"/>
        </pc:sldMkLst>
      </pc:sldChg>
      <pc:sldChg chg="del">
        <pc:chgData name="Kusmlata Sheoran" userId="622bcd2c-7b88-482c-87fa-3fb3dcfc9337" providerId="ADAL" clId="{BA1B2936-8689-4E87-A644-7FE013685A2B}" dt="2023-03-14T23:09:34.857" v="266" actId="2696"/>
        <pc:sldMkLst>
          <pc:docMk/>
          <pc:sldMk cId="1794686017" sldId="320"/>
        </pc:sldMkLst>
      </pc:sldChg>
      <pc:sldChg chg="addSp modSp new mod">
        <pc:chgData name="Kusmlata Sheoran" userId="622bcd2c-7b88-482c-87fa-3fb3dcfc9337" providerId="ADAL" clId="{BA1B2936-8689-4E87-A644-7FE013685A2B}" dt="2023-03-15T11:40:42.327" v="322" actId="20577"/>
        <pc:sldMkLst>
          <pc:docMk/>
          <pc:sldMk cId="3564796917" sldId="321"/>
        </pc:sldMkLst>
        <pc:spChg chg="mod">
          <ac:chgData name="Kusmlata Sheoran" userId="622bcd2c-7b88-482c-87fa-3fb3dcfc9337" providerId="ADAL" clId="{BA1B2936-8689-4E87-A644-7FE013685A2B}" dt="2023-03-15T11:40:42.327" v="322" actId="20577"/>
          <ac:spMkLst>
            <pc:docMk/>
            <pc:sldMk cId="3564796917" sldId="321"/>
            <ac:spMk id="3" creationId="{FF04342F-FF8F-3762-6157-637541735159}"/>
          </ac:spMkLst>
        </pc:spChg>
        <pc:picChg chg="add mod">
          <ac:chgData name="Kusmlata Sheoran" userId="622bcd2c-7b88-482c-87fa-3fb3dcfc9337" providerId="ADAL" clId="{BA1B2936-8689-4E87-A644-7FE013685A2B}" dt="2023-03-13T12:12:11.322" v="5" actId="1076"/>
          <ac:picMkLst>
            <pc:docMk/>
            <pc:sldMk cId="3564796917" sldId="321"/>
            <ac:picMk id="4" creationId="{D9A02B58-7CFB-39F3-FA8B-A7ACF927537B}"/>
          </ac:picMkLst>
        </pc:picChg>
      </pc:sldChg>
      <pc:sldChg chg="addSp delSp modSp new mod modNotesTx">
        <pc:chgData name="Kusmlata Sheoran" userId="622bcd2c-7b88-482c-87fa-3fb3dcfc9337" providerId="ADAL" clId="{BA1B2936-8689-4E87-A644-7FE013685A2B}" dt="2023-03-15T11:42:39.333" v="403" actId="20577"/>
        <pc:sldMkLst>
          <pc:docMk/>
          <pc:sldMk cId="2885407099" sldId="322"/>
        </pc:sldMkLst>
        <pc:spChg chg="mod">
          <ac:chgData name="Kusmlata Sheoran" userId="622bcd2c-7b88-482c-87fa-3fb3dcfc9337" providerId="ADAL" clId="{BA1B2936-8689-4E87-A644-7FE013685A2B}" dt="2023-03-15T11:42:11.935" v="386" actId="20577"/>
          <ac:spMkLst>
            <pc:docMk/>
            <pc:sldMk cId="2885407099" sldId="322"/>
            <ac:spMk id="2" creationId="{CF499849-EE05-74FD-C6BF-52091D958842}"/>
          </ac:spMkLst>
        </pc:spChg>
        <pc:spChg chg="mod">
          <ac:chgData name="Kusmlata Sheoran" userId="622bcd2c-7b88-482c-87fa-3fb3dcfc9337" providerId="ADAL" clId="{BA1B2936-8689-4E87-A644-7FE013685A2B}" dt="2023-03-13T12:13:00.138" v="11"/>
          <ac:spMkLst>
            <pc:docMk/>
            <pc:sldMk cId="2885407099" sldId="322"/>
            <ac:spMk id="3" creationId="{523CAD84-402A-54EE-DB0F-B54C13895F1B}"/>
          </ac:spMkLst>
        </pc:spChg>
        <pc:spChg chg="add mod">
          <ac:chgData name="Kusmlata Sheoran" userId="622bcd2c-7b88-482c-87fa-3fb3dcfc9337" providerId="ADAL" clId="{BA1B2936-8689-4E87-A644-7FE013685A2B}" dt="2023-03-15T11:42:39.333" v="403" actId="20577"/>
          <ac:spMkLst>
            <pc:docMk/>
            <pc:sldMk cId="2885407099" sldId="322"/>
            <ac:spMk id="3" creationId="{BF66B04D-1F1C-1F9B-69CF-8004005379A9}"/>
          </ac:spMkLst>
        </pc:spChg>
        <pc:spChg chg="mod">
          <ac:chgData name="Kusmlata Sheoran" userId="622bcd2c-7b88-482c-87fa-3fb3dcfc9337" providerId="ADAL" clId="{BA1B2936-8689-4E87-A644-7FE013685A2B}" dt="2023-03-15T11:42:17.400" v="387" actId="1076"/>
          <ac:spMkLst>
            <pc:docMk/>
            <pc:sldMk cId="2885407099" sldId="322"/>
            <ac:spMk id="4" creationId="{A68DF2C8-3A53-6A1A-7B00-A44166659DD0}"/>
          </ac:spMkLst>
        </pc:spChg>
        <pc:spChg chg="add del">
          <ac:chgData name="Kusmlata Sheoran" userId="622bcd2c-7b88-482c-87fa-3fb3dcfc9337" providerId="ADAL" clId="{BA1B2936-8689-4E87-A644-7FE013685A2B}" dt="2023-03-13T12:12:55.281" v="9"/>
          <ac:spMkLst>
            <pc:docMk/>
            <pc:sldMk cId="2885407099" sldId="322"/>
            <ac:spMk id="4" creationId="{FB2F006F-27C7-FF59-E46E-B2FC3BFC7D04}"/>
          </ac:spMkLst>
        </pc:spChg>
        <pc:spChg chg="mod">
          <ac:chgData name="Kusmlata Sheoran" userId="622bcd2c-7b88-482c-87fa-3fb3dcfc9337" providerId="ADAL" clId="{BA1B2936-8689-4E87-A644-7FE013685A2B}" dt="2023-03-15T11:42:19.594" v="388" actId="1076"/>
          <ac:spMkLst>
            <pc:docMk/>
            <pc:sldMk cId="2885407099" sldId="322"/>
            <ac:spMk id="5" creationId="{D802F92F-0C1A-4EF6-4A29-5C1E0E45AE8E}"/>
          </ac:spMkLst>
        </pc:spChg>
        <pc:spChg chg="mod">
          <ac:chgData name="Kusmlata Sheoran" userId="622bcd2c-7b88-482c-87fa-3fb3dcfc9337" providerId="ADAL" clId="{BA1B2936-8689-4E87-A644-7FE013685A2B}" dt="2023-03-15T11:42:03.587" v="360" actId="14100"/>
          <ac:spMkLst>
            <pc:docMk/>
            <pc:sldMk cId="2885407099" sldId="322"/>
            <ac:spMk id="6" creationId="{0092019C-C307-5B4D-6769-93E8D30AE856}"/>
          </ac:spMkLst>
        </pc:spChg>
        <pc:spChg chg="mod">
          <ac:chgData name="Kusmlata Sheoran" userId="622bcd2c-7b88-482c-87fa-3fb3dcfc9337" providerId="ADAL" clId="{BA1B2936-8689-4E87-A644-7FE013685A2B}" dt="2023-03-15T11:42:23.048" v="389" actId="1076"/>
          <ac:spMkLst>
            <pc:docMk/>
            <pc:sldMk cId="2885407099" sldId="322"/>
            <ac:spMk id="10" creationId="{FB4D6ADD-6A07-3C61-4040-29065FDD03EA}"/>
          </ac:spMkLst>
        </pc:spChg>
      </pc:sldChg>
      <pc:sldChg chg="addSp delSp modSp new mod modNotesTx">
        <pc:chgData name="Kusmlata Sheoran" userId="622bcd2c-7b88-482c-87fa-3fb3dcfc9337" providerId="ADAL" clId="{BA1B2936-8689-4E87-A644-7FE013685A2B}" dt="2023-03-13T12:13:36.274" v="31"/>
        <pc:sldMkLst>
          <pc:docMk/>
          <pc:sldMk cId="3464567409" sldId="323"/>
        </pc:sldMkLst>
        <pc:spChg chg="mod">
          <ac:chgData name="Kusmlata Sheoran" userId="622bcd2c-7b88-482c-87fa-3fb3dcfc9337" providerId="ADAL" clId="{BA1B2936-8689-4E87-A644-7FE013685A2B}" dt="2023-03-13T12:13:21.146" v="25" actId="20577"/>
          <ac:spMkLst>
            <pc:docMk/>
            <pc:sldMk cId="3464567409" sldId="323"/>
            <ac:spMk id="2" creationId="{93AA0627-4CFD-323D-36D0-7CABCC095BE8}"/>
          </ac:spMkLst>
        </pc:spChg>
        <pc:spChg chg="mod">
          <ac:chgData name="Kusmlata Sheoran" userId="622bcd2c-7b88-482c-87fa-3fb3dcfc9337" providerId="ADAL" clId="{BA1B2936-8689-4E87-A644-7FE013685A2B}" dt="2023-03-13T12:13:36.274" v="31"/>
          <ac:spMkLst>
            <pc:docMk/>
            <pc:sldMk cId="3464567409" sldId="323"/>
            <ac:spMk id="3" creationId="{1967D4D4-08AC-C5ED-6C56-24EB6BD9E180}"/>
          </ac:spMkLst>
        </pc:spChg>
        <pc:spChg chg="add del">
          <ac:chgData name="Kusmlata Sheoran" userId="622bcd2c-7b88-482c-87fa-3fb3dcfc9337" providerId="ADAL" clId="{BA1B2936-8689-4E87-A644-7FE013685A2B}" dt="2023-03-13T12:13:30.126" v="28"/>
          <ac:spMkLst>
            <pc:docMk/>
            <pc:sldMk cId="3464567409" sldId="323"/>
            <ac:spMk id="4" creationId="{2BBA81D3-F891-6596-9FB9-28E6D8CD999E}"/>
          </ac:spMkLst>
        </pc:spChg>
      </pc:sldChg>
      <pc:sldChg chg="modSp new mod modNotesTx">
        <pc:chgData name="Kusmlata Sheoran" userId="622bcd2c-7b88-482c-87fa-3fb3dcfc9337" providerId="ADAL" clId="{BA1B2936-8689-4E87-A644-7FE013685A2B}" dt="2023-03-13T12:14:40.991" v="71" actId="20577"/>
        <pc:sldMkLst>
          <pc:docMk/>
          <pc:sldMk cId="1751798014" sldId="324"/>
        </pc:sldMkLst>
        <pc:spChg chg="mod">
          <ac:chgData name="Kusmlata Sheoran" userId="622bcd2c-7b88-482c-87fa-3fb3dcfc9337" providerId="ADAL" clId="{BA1B2936-8689-4E87-A644-7FE013685A2B}" dt="2023-03-13T12:14:08.415" v="67" actId="20577"/>
          <ac:spMkLst>
            <pc:docMk/>
            <pc:sldMk cId="1751798014" sldId="324"/>
            <ac:spMk id="2" creationId="{7EE0DB39-04BA-F3C4-20C3-B968691DCF93}"/>
          </ac:spMkLst>
        </pc:spChg>
        <pc:spChg chg="mod">
          <ac:chgData name="Kusmlata Sheoran" userId="622bcd2c-7b88-482c-87fa-3fb3dcfc9337" providerId="ADAL" clId="{BA1B2936-8689-4E87-A644-7FE013685A2B}" dt="2023-03-13T12:14:40.991" v="71" actId="20577"/>
          <ac:spMkLst>
            <pc:docMk/>
            <pc:sldMk cId="1751798014" sldId="324"/>
            <ac:spMk id="3" creationId="{3466DB70-5581-5CAC-4888-6E90B60DBC2B}"/>
          </ac:spMkLst>
        </pc:spChg>
      </pc:sldChg>
      <pc:sldChg chg="modSp new mod modNotesTx">
        <pc:chgData name="Kusmlata Sheoran" userId="622bcd2c-7b88-482c-87fa-3fb3dcfc9337" providerId="ADAL" clId="{BA1B2936-8689-4E87-A644-7FE013685A2B}" dt="2023-03-13T12:15:12.514" v="74"/>
        <pc:sldMkLst>
          <pc:docMk/>
          <pc:sldMk cId="3140688127" sldId="325"/>
        </pc:sldMkLst>
        <pc:spChg chg="mod">
          <ac:chgData name="Kusmlata Sheoran" userId="622bcd2c-7b88-482c-87fa-3fb3dcfc9337" providerId="ADAL" clId="{BA1B2936-8689-4E87-A644-7FE013685A2B}" dt="2023-03-13T12:15:12.514" v="74"/>
          <ac:spMkLst>
            <pc:docMk/>
            <pc:sldMk cId="3140688127" sldId="325"/>
            <ac:spMk id="3" creationId="{131229F8-870A-07F5-E973-91180054BE1E}"/>
          </ac:spMkLst>
        </pc:spChg>
      </pc:sldChg>
      <pc:sldChg chg="modSp new del mod modNotesTx">
        <pc:chgData name="Kusmlata Sheoran" userId="622bcd2c-7b88-482c-87fa-3fb3dcfc9337" providerId="ADAL" clId="{BA1B2936-8689-4E87-A644-7FE013685A2B}" dt="2023-03-15T11:42:52.515" v="404" actId="47"/>
        <pc:sldMkLst>
          <pc:docMk/>
          <pc:sldMk cId="953405551" sldId="326"/>
        </pc:sldMkLst>
        <pc:spChg chg="mod">
          <ac:chgData name="Kusmlata Sheoran" userId="622bcd2c-7b88-482c-87fa-3fb3dcfc9337" providerId="ADAL" clId="{BA1B2936-8689-4E87-A644-7FE013685A2B}" dt="2023-03-13T12:16:02.211" v="89" actId="20577"/>
          <ac:spMkLst>
            <pc:docMk/>
            <pc:sldMk cId="953405551" sldId="326"/>
            <ac:spMk id="2" creationId="{DF4AA98F-8146-A767-05DA-BB004771D67D}"/>
          </ac:spMkLst>
        </pc:spChg>
        <pc:spChg chg="mod">
          <ac:chgData name="Kusmlata Sheoran" userId="622bcd2c-7b88-482c-87fa-3fb3dcfc9337" providerId="ADAL" clId="{BA1B2936-8689-4E87-A644-7FE013685A2B}" dt="2023-03-13T12:16:29.559" v="92" actId="14100"/>
          <ac:spMkLst>
            <pc:docMk/>
            <pc:sldMk cId="953405551" sldId="326"/>
            <ac:spMk id="3" creationId="{7189BE57-9559-FDEE-4093-8043B749A879}"/>
          </ac:spMkLst>
        </pc:spChg>
      </pc:sldChg>
      <pc:sldChg chg="addSp modSp new del mod modNotesTx">
        <pc:chgData name="Kusmlata Sheoran" userId="622bcd2c-7b88-482c-87fa-3fb3dcfc9337" providerId="ADAL" clId="{BA1B2936-8689-4E87-A644-7FE013685A2B}" dt="2023-03-15T11:42:54.817" v="405" actId="47"/>
        <pc:sldMkLst>
          <pc:docMk/>
          <pc:sldMk cId="3662516134" sldId="327"/>
        </pc:sldMkLst>
        <pc:spChg chg="mod">
          <ac:chgData name="Kusmlata Sheoran" userId="622bcd2c-7b88-482c-87fa-3fb3dcfc9337" providerId="ADAL" clId="{BA1B2936-8689-4E87-A644-7FE013685A2B}" dt="2023-03-13T12:16:59.489" v="115" actId="20577"/>
          <ac:spMkLst>
            <pc:docMk/>
            <pc:sldMk cId="3662516134" sldId="327"/>
            <ac:spMk id="2" creationId="{E3384575-0101-A2C2-8999-F8AA87BA654A}"/>
          </ac:spMkLst>
        </pc:spChg>
        <pc:spChg chg="mod">
          <ac:chgData name="Kusmlata Sheoran" userId="622bcd2c-7b88-482c-87fa-3fb3dcfc9337" providerId="ADAL" clId="{BA1B2936-8689-4E87-A644-7FE013685A2B}" dt="2023-03-13T12:16:52.498" v="95"/>
          <ac:spMkLst>
            <pc:docMk/>
            <pc:sldMk cId="3662516134" sldId="327"/>
            <ac:spMk id="3" creationId="{BBB3C115-37BE-273F-5104-B0F22663EA9F}"/>
          </ac:spMkLst>
        </pc:spChg>
        <pc:picChg chg="add mod">
          <ac:chgData name="Kusmlata Sheoran" userId="622bcd2c-7b88-482c-87fa-3fb3dcfc9337" providerId="ADAL" clId="{BA1B2936-8689-4E87-A644-7FE013685A2B}" dt="2023-03-13T12:17:12.960" v="117" actId="1076"/>
          <ac:picMkLst>
            <pc:docMk/>
            <pc:sldMk cId="3662516134" sldId="327"/>
            <ac:picMk id="4" creationId="{E60EDC85-1738-D397-5AA8-681CA7D53E07}"/>
          </ac:picMkLst>
        </pc:picChg>
      </pc:sldChg>
      <pc:sldChg chg="modSp new mod modNotesTx">
        <pc:chgData name="Kusmlata Sheoran" userId="622bcd2c-7b88-482c-87fa-3fb3dcfc9337" providerId="ADAL" clId="{BA1B2936-8689-4E87-A644-7FE013685A2B}" dt="2023-03-13T12:22:46.244" v="131"/>
        <pc:sldMkLst>
          <pc:docMk/>
          <pc:sldMk cId="3706403999" sldId="328"/>
        </pc:sldMkLst>
        <pc:spChg chg="mod">
          <ac:chgData name="Kusmlata Sheoran" userId="622bcd2c-7b88-482c-87fa-3fb3dcfc9337" providerId="ADAL" clId="{BA1B2936-8689-4E87-A644-7FE013685A2B}" dt="2023-03-13T12:17:41.793" v="127" actId="20577"/>
          <ac:spMkLst>
            <pc:docMk/>
            <pc:sldMk cId="3706403999" sldId="328"/>
            <ac:spMk id="2" creationId="{A7C86975-451E-D23C-B12D-6A191DE6EE21}"/>
          </ac:spMkLst>
        </pc:spChg>
        <pc:spChg chg="mod">
          <ac:chgData name="Kusmlata Sheoran" userId="622bcd2c-7b88-482c-87fa-3fb3dcfc9337" providerId="ADAL" clId="{BA1B2936-8689-4E87-A644-7FE013685A2B}" dt="2023-03-13T12:17:38.539" v="120"/>
          <ac:spMkLst>
            <pc:docMk/>
            <pc:sldMk cId="3706403999" sldId="328"/>
            <ac:spMk id="3" creationId="{5FB47D27-D40B-C4BF-13C9-A03BB1C14271}"/>
          </ac:spMkLst>
        </pc:spChg>
      </pc:sldChg>
      <pc:sldChg chg="addSp delSp modSp new mod modNotesTx">
        <pc:chgData name="Kusmlata Sheoran" userId="622bcd2c-7b88-482c-87fa-3fb3dcfc9337" providerId="ADAL" clId="{BA1B2936-8689-4E87-A644-7FE013685A2B}" dt="2023-03-15T11:44:39.341" v="422" actId="14100"/>
        <pc:sldMkLst>
          <pc:docMk/>
          <pc:sldMk cId="3946271456" sldId="329"/>
        </pc:sldMkLst>
        <pc:spChg chg="mod">
          <ac:chgData name="Kusmlata Sheoran" userId="622bcd2c-7b88-482c-87fa-3fb3dcfc9337" providerId="ADAL" clId="{BA1B2936-8689-4E87-A644-7FE013685A2B}" dt="2023-03-15T11:44:32.792" v="420" actId="20577"/>
          <ac:spMkLst>
            <pc:docMk/>
            <pc:sldMk cId="3946271456" sldId="329"/>
            <ac:spMk id="2" creationId="{BDB2FAEB-BD75-E03F-BC4B-41BC48F5C03D}"/>
          </ac:spMkLst>
        </pc:spChg>
        <pc:spChg chg="del mod">
          <ac:chgData name="Kusmlata Sheoran" userId="622bcd2c-7b88-482c-87fa-3fb3dcfc9337" providerId="ADAL" clId="{BA1B2936-8689-4E87-A644-7FE013685A2B}" dt="2023-03-15T11:44:37.086" v="421" actId="478"/>
          <ac:spMkLst>
            <pc:docMk/>
            <pc:sldMk cId="3946271456" sldId="329"/>
            <ac:spMk id="3" creationId="{9ECD556A-7F05-EFEF-B296-63F883351BEF}"/>
          </ac:spMkLst>
        </pc:spChg>
        <pc:picChg chg="add mod">
          <ac:chgData name="Kusmlata Sheoran" userId="622bcd2c-7b88-482c-87fa-3fb3dcfc9337" providerId="ADAL" clId="{BA1B2936-8689-4E87-A644-7FE013685A2B}" dt="2023-03-15T11:44:39.341" v="422" actId="14100"/>
          <ac:picMkLst>
            <pc:docMk/>
            <pc:sldMk cId="3946271456" sldId="329"/>
            <ac:picMk id="4" creationId="{A6E2DC02-E1FE-CA34-D78E-9EA19309D6FA}"/>
          </ac:picMkLst>
        </pc:picChg>
        <pc:picChg chg="add mod">
          <ac:chgData name="Kusmlata Sheoran" userId="622bcd2c-7b88-482c-87fa-3fb3dcfc9337" providerId="ADAL" clId="{BA1B2936-8689-4E87-A644-7FE013685A2B}" dt="2023-03-15T11:43:47.619" v="409" actId="1076"/>
          <ac:picMkLst>
            <pc:docMk/>
            <pc:sldMk cId="3946271456" sldId="329"/>
            <ac:picMk id="5" creationId="{68A7CF66-D866-3901-9E1C-0C35EC00F8A6}"/>
          </ac:picMkLst>
        </pc:picChg>
      </pc:sldChg>
      <pc:sldChg chg="addSp delSp modSp new mod modNotesTx">
        <pc:chgData name="Kusmlata Sheoran" userId="622bcd2c-7b88-482c-87fa-3fb3dcfc9337" providerId="ADAL" clId="{BA1B2936-8689-4E87-A644-7FE013685A2B}" dt="2023-03-15T11:44:18.613" v="412" actId="6549"/>
        <pc:sldMkLst>
          <pc:docMk/>
          <pc:sldMk cId="1986314751" sldId="330"/>
        </pc:sldMkLst>
        <pc:spChg chg="mod">
          <ac:chgData name="Kusmlata Sheoran" userId="622bcd2c-7b88-482c-87fa-3fb3dcfc9337" providerId="ADAL" clId="{BA1B2936-8689-4E87-A644-7FE013685A2B}" dt="2023-03-13T21:45:35.215" v="259"/>
          <ac:spMkLst>
            <pc:docMk/>
            <pc:sldMk cId="1986314751" sldId="330"/>
            <ac:spMk id="3" creationId="{1A38922C-29DA-A191-870B-1F75B694DFAA}"/>
          </ac:spMkLst>
        </pc:spChg>
        <pc:spChg chg="add del">
          <ac:chgData name="Kusmlata Sheoran" userId="622bcd2c-7b88-482c-87fa-3fb3dcfc9337" providerId="ADAL" clId="{BA1B2936-8689-4E87-A644-7FE013685A2B}" dt="2023-03-13T19:06:07.950" v="173"/>
          <ac:spMkLst>
            <pc:docMk/>
            <pc:sldMk cId="1986314751" sldId="330"/>
            <ac:spMk id="4" creationId="{1F779718-FEF2-989D-35E6-BD70786C07CC}"/>
          </ac:spMkLst>
        </pc:spChg>
        <pc:spChg chg="add del">
          <ac:chgData name="Kusmlata Sheoran" userId="622bcd2c-7b88-482c-87fa-3fb3dcfc9337" providerId="ADAL" clId="{BA1B2936-8689-4E87-A644-7FE013685A2B}" dt="2023-03-13T12:23:22.197" v="136"/>
          <ac:spMkLst>
            <pc:docMk/>
            <pc:sldMk cId="1986314751" sldId="330"/>
            <ac:spMk id="4" creationId="{7B795F79-8E18-5CD3-3E1E-1503F07EC636}"/>
          </ac:spMkLst>
        </pc:spChg>
        <pc:spChg chg="add del">
          <ac:chgData name="Kusmlata Sheoran" userId="622bcd2c-7b88-482c-87fa-3fb3dcfc9337" providerId="ADAL" clId="{BA1B2936-8689-4E87-A644-7FE013685A2B}" dt="2023-03-13T21:27:44.034" v="244"/>
          <ac:spMkLst>
            <pc:docMk/>
            <pc:sldMk cId="1986314751" sldId="330"/>
            <ac:spMk id="5" creationId="{3C077E1C-04B4-AB27-95CF-6747696B2F23}"/>
          </ac:spMkLst>
        </pc:spChg>
        <pc:picChg chg="add del">
          <ac:chgData name="Kusmlata Sheoran" userId="622bcd2c-7b88-482c-87fa-3fb3dcfc9337" providerId="ADAL" clId="{BA1B2936-8689-4E87-A644-7FE013685A2B}" dt="2023-03-13T21:27:44.034" v="244"/>
          <ac:picMkLst>
            <pc:docMk/>
            <pc:sldMk cId="1986314751" sldId="330"/>
            <ac:picMk id="1027" creationId="{3D7B886F-D7B4-59D6-35F6-23DF3A6885D3}"/>
          </ac:picMkLst>
        </pc:picChg>
        <pc:picChg chg="add del">
          <ac:chgData name="Kusmlata Sheoran" userId="622bcd2c-7b88-482c-87fa-3fb3dcfc9337" providerId="ADAL" clId="{BA1B2936-8689-4E87-A644-7FE013685A2B}" dt="2023-03-13T12:23:22.197" v="136"/>
          <ac:picMkLst>
            <pc:docMk/>
            <pc:sldMk cId="1986314751" sldId="330"/>
            <ac:picMk id="3074" creationId="{167CF1CE-8882-2204-1D6C-4E0B7F029EBD}"/>
          </ac:picMkLst>
        </pc:picChg>
      </pc:sldChg>
      <pc:sldChg chg="modSp new mod">
        <pc:chgData name="Kusmlata Sheoran" userId="622bcd2c-7b88-482c-87fa-3fb3dcfc9337" providerId="ADAL" clId="{BA1B2936-8689-4E87-A644-7FE013685A2B}" dt="2023-03-13T12:31:40.438" v="167" actId="14100"/>
        <pc:sldMkLst>
          <pc:docMk/>
          <pc:sldMk cId="165873943" sldId="331"/>
        </pc:sldMkLst>
        <pc:spChg chg="mod">
          <ac:chgData name="Kusmlata Sheoran" userId="622bcd2c-7b88-482c-87fa-3fb3dcfc9337" providerId="ADAL" clId="{BA1B2936-8689-4E87-A644-7FE013685A2B}" dt="2023-03-13T12:29:58.159" v="166" actId="20577"/>
          <ac:spMkLst>
            <pc:docMk/>
            <pc:sldMk cId="165873943" sldId="331"/>
            <ac:spMk id="2" creationId="{260896C7-ECBA-3447-962B-90176379591B}"/>
          </ac:spMkLst>
        </pc:spChg>
        <pc:spChg chg="mod">
          <ac:chgData name="Kusmlata Sheoran" userId="622bcd2c-7b88-482c-87fa-3fb3dcfc9337" providerId="ADAL" clId="{BA1B2936-8689-4E87-A644-7FE013685A2B}" dt="2023-03-13T12:31:40.438" v="167" actId="14100"/>
          <ac:spMkLst>
            <pc:docMk/>
            <pc:sldMk cId="165873943" sldId="331"/>
            <ac:spMk id="3" creationId="{D7E24ED3-78AD-B517-2445-534237FC6617}"/>
          </ac:spMkLst>
        </pc:spChg>
      </pc:sldChg>
      <pc:sldChg chg="addSp delSp new del modNotesTx">
        <pc:chgData name="Kusmlata Sheoran" userId="622bcd2c-7b88-482c-87fa-3fb3dcfc9337" providerId="ADAL" clId="{BA1B2936-8689-4E87-A644-7FE013685A2B}" dt="2023-03-15T11:43:59.612" v="411" actId="47"/>
        <pc:sldMkLst>
          <pc:docMk/>
          <pc:sldMk cId="3716544355" sldId="332"/>
        </pc:sldMkLst>
        <pc:picChg chg="add del">
          <ac:chgData name="Kusmlata Sheoran" userId="622bcd2c-7b88-482c-87fa-3fb3dcfc9337" providerId="ADAL" clId="{BA1B2936-8689-4E87-A644-7FE013685A2B}" dt="2023-03-15T11:43:38.364" v="406" actId="21"/>
          <ac:picMkLst>
            <pc:docMk/>
            <pc:sldMk cId="3716544355" sldId="332"/>
            <ac:picMk id="2050" creationId="{78DE9389-79F1-6500-13AC-8D94A661BE8F}"/>
          </ac:picMkLst>
        </pc:picChg>
      </pc:sldChg>
      <pc:sldChg chg="modSp new mod modNotesTx">
        <pc:chgData name="Kusmlata Sheoran" userId="622bcd2c-7b88-482c-87fa-3fb3dcfc9337" providerId="ADAL" clId="{BA1B2936-8689-4E87-A644-7FE013685A2B}" dt="2023-03-13T21:21:03.893" v="187"/>
        <pc:sldMkLst>
          <pc:docMk/>
          <pc:sldMk cId="3319394539" sldId="333"/>
        </pc:sldMkLst>
        <pc:spChg chg="mod">
          <ac:chgData name="Kusmlata Sheoran" userId="622bcd2c-7b88-482c-87fa-3fb3dcfc9337" providerId="ADAL" clId="{BA1B2936-8689-4E87-A644-7FE013685A2B}" dt="2023-03-13T21:20:10.238" v="183" actId="20577"/>
          <ac:spMkLst>
            <pc:docMk/>
            <pc:sldMk cId="3319394539" sldId="333"/>
            <ac:spMk id="2" creationId="{EF4157C7-E1E8-F9CA-484D-FB886B6BADE1}"/>
          </ac:spMkLst>
        </pc:spChg>
        <pc:spChg chg="mod">
          <ac:chgData name="Kusmlata Sheoran" userId="622bcd2c-7b88-482c-87fa-3fb3dcfc9337" providerId="ADAL" clId="{BA1B2936-8689-4E87-A644-7FE013685A2B}" dt="2023-03-13T21:21:03.893" v="187"/>
          <ac:spMkLst>
            <pc:docMk/>
            <pc:sldMk cId="3319394539" sldId="333"/>
            <ac:spMk id="3" creationId="{970DF14B-9C28-2D57-DEDB-D1EB00181A9F}"/>
          </ac:spMkLst>
        </pc:spChg>
      </pc:sldChg>
      <pc:sldChg chg="modSp new mod">
        <pc:chgData name="Kusmlata Sheoran" userId="622bcd2c-7b88-482c-87fa-3fb3dcfc9337" providerId="ADAL" clId="{BA1B2936-8689-4E87-A644-7FE013685A2B}" dt="2023-03-13T21:21:14.894" v="189"/>
        <pc:sldMkLst>
          <pc:docMk/>
          <pc:sldMk cId="1524772160" sldId="334"/>
        </pc:sldMkLst>
        <pc:spChg chg="mod">
          <ac:chgData name="Kusmlata Sheoran" userId="622bcd2c-7b88-482c-87fa-3fb3dcfc9337" providerId="ADAL" clId="{BA1B2936-8689-4E87-A644-7FE013685A2B}" dt="2023-03-13T21:21:14.894" v="189"/>
          <ac:spMkLst>
            <pc:docMk/>
            <pc:sldMk cId="1524772160" sldId="334"/>
            <ac:spMk id="3" creationId="{B246040D-0F9C-9C22-40EE-447DEF2A2F50}"/>
          </ac:spMkLst>
        </pc:spChg>
      </pc:sldChg>
      <pc:sldChg chg="modSp new mod modNotesTx">
        <pc:chgData name="Kusmlata Sheoran" userId="622bcd2c-7b88-482c-87fa-3fb3dcfc9337" providerId="ADAL" clId="{BA1B2936-8689-4E87-A644-7FE013685A2B}" dt="2023-03-13T21:24:41.428" v="205"/>
        <pc:sldMkLst>
          <pc:docMk/>
          <pc:sldMk cId="2159614886" sldId="335"/>
        </pc:sldMkLst>
        <pc:spChg chg="mod">
          <ac:chgData name="Kusmlata Sheoran" userId="622bcd2c-7b88-482c-87fa-3fb3dcfc9337" providerId="ADAL" clId="{BA1B2936-8689-4E87-A644-7FE013685A2B}" dt="2023-03-13T21:21:53.637" v="192"/>
          <ac:spMkLst>
            <pc:docMk/>
            <pc:sldMk cId="2159614886" sldId="335"/>
            <ac:spMk id="3" creationId="{11D5C644-8FB1-836B-CE80-027E090A2FAC}"/>
          </ac:spMkLst>
        </pc:spChg>
      </pc:sldChg>
      <pc:sldChg chg="modSp new mod">
        <pc:chgData name="Kusmlata Sheoran" userId="622bcd2c-7b88-482c-87fa-3fb3dcfc9337" providerId="ADAL" clId="{BA1B2936-8689-4E87-A644-7FE013685A2B}" dt="2023-03-13T21:22:12.589" v="194"/>
        <pc:sldMkLst>
          <pc:docMk/>
          <pc:sldMk cId="3458908673" sldId="336"/>
        </pc:sldMkLst>
        <pc:spChg chg="mod">
          <ac:chgData name="Kusmlata Sheoran" userId="622bcd2c-7b88-482c-87fa-3fb3dcfc9337" providerId="ADAL" clId="{BA1B2936-8689-4E87-A644-7FE013685A2B}" dt="2023-03-13T21:22:12.589" v="194"/>
          <ac:spMkLst>
            <pc:docMk/>
            <pc:sldMk cId="3458908673" sldId="336"/>
            <ac:spMk id="3" creationId="{B97EAC73-4F75-3281-987E-75054BEEE3BD}"/>
          </ac:spMkLst>
        </pc:spChg>
      </pc:sldChg>
      <pc:sldChg chg="modSp new mod modNotesTx">
        <pc:chgData name="Kusmlata Sheoran" userId="622bcd2c-7b88-482c-87fa-3fb3dcfc9337" providerId="ADAL" clId="{BA1B2936-8689-4E87-A644-7FE013685A2B}" dt="2023-03-14T23:07:33.600" v="263" actId="6549"/>
        <pc:sldMkLst>
          <pc:docMk/>
          <pc:sldMk cId="874661198" sldId="337"/>
        </pc:sldMkLst>
        <pc:spChg chg="mod">
          <ac:chgData name="Kusmlata Sheoran" userId="622bcd2c-7b88-482c-87fa-3fb3dcfc9337" providerId="ADAL" clId="{BA1B2936-8689-4E87-A644-7FE013685A2B}" dt="2023-03-13T21:22:46.462" v="198"/>
          <ac:spMkLst>
            <pc:docMk/>
            <pc:sldMk cId="874661198" sldId="337"/>
            <ac:spMk id="3" creationId="{0C1A1AAC-2F71-F8AF-1711-2B9850CF80EF}"/>
          </ac:spMkLst>
        </pc:spChg>
        <pc:spChg chg="mod">
          <ac:chgData name="Kusmlata Sheoran" userId="622bcd2c-7b88-482c-87fa-3fb3dcfc9337" providerId="ADAL" clId="{BA1B2936-8689-4E87-A644-7FE013685A2B}" dt="2023-03-14T23:07:33.600" v="263" actId="6549"/>
          <ac:spMkLst>
            <pc:docMk/>
            <pc:sldMk cId="874661198" sldId="337"/>
            <ac:spMk id="4" creationId="{0B3D2DEC-0192-B8A5-2DF9-CD49779641A1}"/>
          </ac:spMkLst>
        </pc:spChg>
      </pc:sldChg>
      <pc:sldChg chg="modSp new del mod">
        <pc:chgData name="Kusmlata Sheoran" userId="622bcd2c-7b88-482c-87fa-3fb3dcfc9337" providerId="ADAL" clId="{BA1B2936-8689-4E87-A644-7FE013685A2B}" dt="2023-03-14T23:08:06.903" v="264" actId="47"/>
        <pc:sldMkLst>
          <pc:docMk/>
          <pc:sldMk cId="866725785" sldId="338"/>
        </pc:sldMkLst>
        <pc:spChg chg="mod">
          <ac:chgData name="Kusmlata Sheoran" userId="622bcd2c-7b88-482c-87fa-3fb3dcfc9337" providerId="ADAL" clId="{BA1B2936-8689-4E87-A644-7FE013685A2B}" dt="2023-03-13T21:23:29.471" v="200"/>
          <ac:spMkLst>
            <pc:docMk/>
            <pc:sldMk cId="866725785" sldId="338"/>
            <ac:spMk id="3" creationId="{08540405-7051-0C6A-C0A0-6255DA4A3FF5}"/>
          </ac:spMkLst>
        </pc:spChg>
      </pc:sldChg>
      <pc:sldChg chg="modSp new mod">
        <pc:chgData name="Kusmlata Sheoran" userId="622bcd2c-7b88-482c-87fa-3fb3dcfc9337" providerId="ADAL" clId="{BA1B2936-8689-4E87-A644-7FE013685A2B}" dt="2023-03-13T21:24:26.747" v="204"/>
        <pc:sldMkLst>
          <pc:docMk/>
          <pc:sldMk cId="2861371742" sldId="339"/>
        </pc:sldMkLst>
        <pc:spChg chg="mod">
          <ac:chgData name="Kusmlata Sheoran" userId="622bcd2c-7b88-482c-87fa-3fb3dcfc9337" providerId="ADAL" clId="{BA1B2936-8689-4E87-A644-7FE013685A2B}" dt="2023-03-13T21:24:26.747" v="204"/>
          <ac:spMkLst>
            <pc:docMk/>
            <pc:sldMk cId="2861371742" sldId="339"/>
            <ac:spMk id="3" creationId="{D96F002E-89AF-0F6B-E994-14FF0F9ECD18}"/>
          </ac:spMkLst>
        </pc:spChg>
      </pc:sldChg>
      <pc:sldChg chg="modSp new mod">
        <pc:chgData name="Kusmlata Sheoran" userId="622bcd2c-7b88-482c-87fa-3fb3dcfc9337" providerId="ADAL" clId="{BA1B2936-8689-4E87-A644-7FE013685A2B}" dt="2023-03-13T21:25:31.012" v="208"/>
        <pc:sldMkLst>
          <pc:docMk/>
          <pc:sldMk cId="2299242439" sldId="340"/>
        </pc:sldMkLst>
        <pc:spChg chg="mod">
          <ac:chgData name="Kusmlata Sheoran" userId="622bcd2c-7b88-482c-87fa-3fb3dcfc9337" providerId="ADAL" clId="{BA1B2936-8689-4E87-A644-7FE013685A2B}" dt="2023-03-13T21:25:31.012" v="208"/>
          <ac:spMkLst>
            <pc:docMk/>
            <pc:sldMk cId="2299242439" sldId="340"/>
            <ac:spMk id="3" creationId="{A55F4017-C617-9968-A1A5-57C4C25EBB36}"/>
          </ac:spMkLst>
        </pc:spChg>
      </pc:sldChg>
      <pc:sldChg chg="modSp new mod modNotesTx">
        <pc:chgData name="Kusmlata Sheoran" userId="622bcd2c-7b88-482c-87fa-3fb3dcfc9337" providerId="ADAL" clId="{BA1B2936-8689-4E87-A644-7FE013685A2B}" dt="2023-03-13T21:45:31.354" v="257"/>
        <pc:sldMkLst>
          <pc:docMk/>
          <pc:sldMk cId="2759112445" sldId="341"/>
        </pc:sldMkLst>
        <pc:spChg chg="mod">
          <ac:chgData name="Kusmlata Sheoran" userId="622bcd2c-7b88-482c-87fa-3fb3dcfc9337" providerId="ADAL" clId="{BA1B2936-8689-4E87-A644-7FE013685A2B}" dt="2023-03-13T21:45:25.915" v="256"/>
          <ac:spMkLst>
            <pc:docMk/>
            <pc:sldMk cId="2759112445" sldId="341"/>
            <ac:spMk id="3" creationId="{628AA1B7-C5E7-AE2B-48EE-FD30BCA2648F}"/>
          </ac:spMkLst>
        </pc:spChg>
      </pc:sldChg>
      <pc:sldChg chg="modSp del mod">
        <pc:chgData name="Kusmlata Sheoran" userId="622bcd2c-7b88-482c-87fa-3fb3dcfc9337" providerId="ADAL" clId="{BA1B2936-8689-4E87-A644-7FE013685A2B}" dt="2023-03-15T11:40:52.346" v="323" actId="47"/>
        <pc:sldMkLst>
          <pc:docMk/>
          <pc:sldMk cId="2345100050" sldId="342"/>
        </pc:sldMkLst>
        <pc:spChg chg="mod">
          <ac:chgData name="Kusmlata Sheoran" userId="622bcd2c-7b88-482c-87fa-3fb3dcfc9337" providerId="ADAL" clId="{BA1B2936-8689-4E87-A644-7FE013685A2B}" dt="2023-03-14T23:10:25.083" v="268" actId="14100"/>
          <ac:spMkLst>
            <pc:docMk/>
            <pc:sldMk cId="2345100050" sldId="342"/>
            <ac:spMk id="6" creationId="{0092019C-C307-5B4D-6769-93E8D30AE856}"/>
          </ac:spMkLst>
        </pc:spChg>
      </pc:sldChg>
      <pc:sldChg chg="modSp mod">
        <pc:chgData name="Kusmlata Sheoran" userId="622bcd2c-7b88-482c-87fa-3fb3dcfc9337" providerId="ADAL" clId="{BA1B2936-8689-4E87-A644-7FE013685A2B}" dt="2023-03-15T11:35:00.484" v="277" actId="14100"/>
        <pc:sldMkLst>
          <pc:docMk/>
          <pc:sldMk cId="3995157458" sldId="343"/>
        </pc:sldMkLst>
        <pc:spChg chg="mod">
          <ac:chgData name="Kusmlata Sheoran" userId="622bcd2c-7b88-482c-87fa-3fb3dcfc9337" providerId="ADAL" clId="{BA1B2936-8689-4E87-A644-7FE013685A2B}" dt="2023-03-15T11:34:58.896" v="276" actId="14100"/>
          <ac:spMkLst>
            <pc:docMk/>
            <pc:sldMk cId="3995157458" sldId="343"/>
            <ac:spMk id="3" creationId="{BA0EDD8A-6C60-61E3-50FD-47ECE8EA0C16}"/>
          </ac:spMkLst>
        </pc:spChg>
        <pc:picChg chg="mod">
          <ac:chgData name="Kusmlata Sheoran" userId="622bcd2c-7b88-482c-87fa-3fb3dcfc9337" providerId="ADAL" clId="{BA1B2936-8689-4E87-A644-7FE013685A2B}" dt="2023-03-15T11:35:00.484" v="277" actId="14100"/>
          <ac:picMkLst>
            <pc:docMk/>
            <pc:sldMk cId="3995157458" sldId="343"/>
            <ac:picMk id="4" creationId="{B7B0DE9A-8AC8-C5BC-5B2C-69F3653EDDA6}"/>
          </ac:picMkLst>
        </pc:picChg>
      </pc:sldChg>
      <pc:sldChg chg="modSp mod">
        <pc:chgData name="Kusmlata Sheoran" userId="622bcd2c-7b88-482c-87fa-3fb3dcfc9337" providerId="ADAL" clId="{BA1B2936-8689-4E87-A644-7FE013685A2B}" dt="2023-03-15T11:37:36.390" v="297" actId="14100"/>
        <pc:sldMkLst>
          <pc:docMk/>
          <pc:sldMk cId="924609110" sldId="344"/>
        </pc:sldMkLst>
        <pc:spChg chg="mod">
          <ac:chgData name="Kusmlata Sheoran" userId="622bcd2c-7b88-482c-87fa-3fb3dcfc9337" providerId="ADAL" clId="{BA1B2936-8689-4E87-A644-7FE013685A2B}" dt="2023-03-15T11:37:36.390" v="297" actId="14100"/>
          <ac:spMkLst>
            <pc:docMk/>
            <pc:sldMk cId="924609110" sldId="344"/>
            <ac:spMk id="5" creationId="{BB780AA0-C9F7-55E5-F0C3-91411F407EC8}"/>
          </ac:spMkLst>
        </pc:spChg>
        <pc:picChg chg="mod">
          <ac:chgData name="Kusmlata Sheoran" userId="622bcd2c-7b88-482c-87fa-3fb3dcfc9337" providerId="ADAL" clId="{BA1B2936-8689-4E87-A644-7FE013685A2B}" dt="2023-03-15T11:37:34.101" v="296" actId="1076"/>
          <ac:picMkLst>
            <pc:docMk/>
            <pc:sldMk cId="924609110" sldId="344"/>
            <ac:picMk id="1028" creationId="{C67D2D69-D776-C37E-99A0-D6090AC661CB}"/>
          </ac:picMkLst>
        </pc:picChg>
      </pc:sldChg>
      <pc:sldChg chg="modSp mod">
        <pc:chgData name="Kusmlata Sheoran" userId="622bcd2c-7b88-482c-87fa-3fb3dcfc9337" providerId="ADAL" clId="{BA1B2936-8689-4E87-A644-7FE013685A2B}" dt="2023-03-15T11:40:20.745" v="320" actId="14100"/>
        <pc:sldMkLst>
          <pc:docMk/>
          <pc:sldMk cId="2925666348" sldId="345"/>
        </pc:sldMkLst>
        <pc:spChg chg="mod">
          <ac:chgData name="Kusmlata Sheoran" userId="622bcd2c-7b88-482c-87fa-3fb3dcfc9337" providerId="ADAL" clId="{BA1B2936-8689-4E87-A644-7FE013685A2B}" dt="2023-03-15T11:40:06.103" v="316" actId="20577"/>
          <ac:spMkLst>
            <pc:docMk/>
            <pc:sldMk cId="2925666348" sldId="345"/>
            <ac:spMk id="2" creationId="{DA14A61C-1659-425B-7DAB-978CDB18DCA7}"/>
          </ac:spMkLst>
        </pc:spChg>
        <pc:spChg chg="mod">
          <ac:chgData name="Kusmlata Sheoran" userId="622bcd2c-7b88-482c-87fa-3fb3dcfc9337" providerId="ADAL" clId="{BA1B2936-8689-4E87-A644-7FE013685A2B}" dt="2023-03-15T11:40:20.745" v="320" actId="14100"/>
          <ac:spMkLst>
            <pc:docMk/>
            <pc:sldMk cId="2925666348" sldId="345"/>
            <ac:spMk id="3" creationId="{34B7ECCC-8CAB-2A7C-B62D-E6BEA5EBFAB5}"/>
          </ac:spMkLst>
        </pc:spChg>
        <pc:picChg chg="mod">
          <ac:chgData name="Kusmlata Sheoran" userId="622bcd2c-7b88-482c-87fa-3fb3dcfc9337" providerId="ADAL" clId="{BA1B2936-8689-4E87-A644-7FE013685A2B}" dt="2023-03-15T11:40:18.814" v="319" actId="1076"/>
          <ac:picMkLst>
            <pc:docMk/>
            <pc:sldMk cId="2925666348" sldId="345"/>
            <ac:picMk id="5" creationId="{2C0F2F4C-F514-B5B1-3F0E-7A63A90D43D0}"/>
          </ac:picMkLst>
        </pc:picChg>
      </pc:sldChg>
      <pc:sldChg chg="modSp add mod">
        <pc:chgData name="Kusmlata Sheoran" userId="622bcd2c-7b88-482c-87fa-3fb3dcfc9337" providerId="ADAL" clId="{BA1B2936-8689-4E87-A644-7FE013685A2B}" dt="2023-03-15T11:36:51.193" v="290" actId="20577"/>
        <pc:sldMkLst>
          <pc:docMk/>
          <pc:sldMk cId="1878870886" sldId="346"/>
        </pc:sldMkLst>
        <pc:spChg chg="mod">
          <ac:chgData name="Kusmlata Sheoran" userId="622bcd2c-7b88-482c-87fa-3fb3dcfc9337" providerId="ADAL" clId="{BA1B2936-8689-4E87-A644-7FE013685A2B}" dt="2023-03-15T11:36:51.193" v="290" actId="20577"/>
          <ac:spMkLst>
            <pc:docMk/>
            <pc:sldMk cId="1878870886" sldId="346"/>
            <ac:spMk id="3" creationId="{BA0EDD8A-6C60-61E3-50FD-47ECE8EA0C16}"/>
          </ac:spMkLst>
        </pc:spChg>
        <pc:picChg chg="mod">
          <ac:chgData name="Kusmlata Sheoran" userId="622bcd2c-7b88-482c-87fa-3fb3dcfc9337" providerId="ADAL" clId="{BA1B2936-8689-4E87-A644-7FE013685A2B}" dt="2023-03-15T11:35:33.815" v="281" actId="14100"/>
          <ac:picMkLst>
            <pc:docMk/>
            <pc:sldMk cId="1878870886" sldId="346"/>
            <ac:picMk id="4" creationId="{B7B0DE9A-8AC8-C5BC-5B2C-69F3653EDD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10/27/2024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g2.com/author/amal-joby"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g2.com/linear-regressio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manvendra7/Skewness-and-kurtosis/blob/master/SKEWNESS_AND_KURTOSIS_(1).ipynb"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medium.com/@kyawsawhtoon?source=post_page-----9444b4b049c9--------------------------------"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11111"/>
                </a:solidFill>
                <a:effectLst/>
                <a:latin typeface="Barlow" panose="020B0604020202020204" pitchFamily="2" charset="0"/>
              </a:rPr>
              <a:t>What Is Linear Regression? How It's Used in Machine Learning</a:t>
            </a:r>
          </a:p>
          <a:p>
            <a:pPr algn="l"/>
            <a:r>
              <a:rPr lang="en-US" b="0" i="0" dirty="0">
                <a:solidFill>
                  <a:srgbClr val="6A7E90"/>
                </a:solidFill>
                <a:effectLst/>
                <a:latin typeface="Barlow" panose="020B0604020202020204" pitchFamily="2" charset="0"/>
              </a:rPr>
              <a:t>July 16, 2021</a:t>
            </a:r>
          </a:p>
          <a:p>
            <a:pPr algn="l"/>
            <a:r>
              <a:rPr lang="en-US" b="1" i="0" dirty="0">
                <a:solidFill>
                  <a:srgbClr val="111111"/>
                </a:solidFill>
                <a:effectLst/>
                <a:latin typeface="Barlow" panose="020B0604020202020204" pitchFamily="2" charset="0"/>
              </a:rPr>
              <a:t> by </a:t>
            </a:r>
            <a:r>
              <a:rPr lang="en-US" b="1" i="0" u="none" strike="noStrike" dirty="0">
                <a:solidFill>
                  <a:srgbClr val="26313D"/>
                </a:solidFill>
                <a:effectLst/>
                <a:latin typeface="Barlow" panose="020B0604020202020204" pitchFamily="2" charset="0"/>
                <a:hlinkClick r:id="rId3"/>
              </a:rPr>
              <a:t>Amal Joby</a:t>
            </a:r>
            <a:endParaRPr lang="en-US" b="1" i="0" dirty="0">
              <a:solidFill>
                <a:srgbClr val="111111"/>
              </a:solidFill>
              <a:effectLst/>
              <a:latin typeface="Barlow" panose="020B0604020202020204" pitchFamily="2"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a:t>
            </a:fld>
            <a:endParaRPr lang="en-US" dirty="0"/>
          </a:p>
        </p:txBody>
      </p:sp>
    </p:spTree>
    <p:extLst>
      <p:ext uri="{BB962C8B-B14F-4D97-AF65-F5344CB8AC3E}">
        <p14:creationId xmlns:p14="http://schemas.microsoft.com/office/powerpoint/2010/main" val="2976946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What Is Linear Regression? How It's Used in Machine Learning (g2.com)</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1987486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No noise</a:t>
            </a:r>
            <a:r>
              <a:rPr lang="en-GB" b="0" i="0" dirty="0">
                <a:solidFill>
                  <a:srgbClr val="292929"/>
                </a:solidFill>
                <a:effectLst/>
                <a:latin typeface="source-serif-pro"/>
              </a:rPr>
              <a:t>: </a:t>
            </a:r>
            <a:r>
              <a:rPr lang="en-GB" b="0" i="0" dirty="0" err="1">
                <a:solidFill>
                  <a:srgbClr val="292929"/>
                </a:solidFill>
                <a:effectLst/>
                <a:latin typeface="source-serif-pro"/>
              </a:rPr>
              <a:t>eg.</a:t>
            </a:r>
            <a:r>
              <a:rPr lang="en-GB" b="0" i="0" dirty="0">
                <a:solidFill>
                  <a:srgbClr val="292929"/>
                </a:solidFill>
                <a:effectLst/>
                <a:latin typeface="source-serif-pro"/>
              </a:rPr>
              <a:t> that there are no outliers in the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No collinearity</a:t>
            </a:r>
            <a:r>
              <a:rPr lang="en-GB" b="0" i="0" dirty="0">
                <a:solidFill>
                  <a:srgbClr val="292929"/>
                </a:solidFill>
                <a:effectLst/>
                <a:latin typeface="source-serif-pro"/>
              </a:rPr>
              <a:t>: if you have highly correlated predictors, it’s most likely your model will overfit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Linearity</a:t>
            </a:r>
            <a:r>
              <a:rPr lang="en-GB" b="0" i="0" dirty="0">
                <a:solidFill>
                  <a:srgbClr val="292929"/>
                </a:solidFill>
                <a:effectLst/>
                <a:latin typeface="source-serif-pro"/>
              </a:rPr>
              <a:t>: assumes that the relationship between predictors and target variable is linear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7</a:t>
            </a:fld>
            <a:endParaRPr lang="en-US" dirty="0"/>
          </a:p>
        </p:txBody>
      </p:sp>
    </p:spTree>
    <p:extLst>
      <p:ext uri="{BB962C8B-B14F-4D97-AF65-F5344CB8AC3E}">
        <p14:creationId xmlns:p14="http://schemas.microsoft.com/office/powerpoint/2010/main" val="1649564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No noise</a:t>
            </a:r>
            <a:r>
              <a:rPr lang="en-GB" b="0" i="0" dirty="0">
                <a:solidFill>
                  <a:srgbClr val="292929"/>
                </a:solidFill>
                <a:effectLst/>
                <a:latin typeface="source-serif-pro"/>
              </a:rPr>
              <a:t>: </a:t>
            </a:r>
            <a:r>
              <a:rPr lang="en-GB" b="0" i="0" dirty="0" err="1">
                <a:solidFill>
                  <a:srgbClr val="292929"/>
                </a:solidFill>
                <a:effectLst/>
                <a:latin typeface="source-serif-pro"/>
              </a:rPr>
              <a:t>eg.</a:t>
            </a:r>
            <a:r>
              <a:rPr lang="en-GB" b="0" i="0" dirty="0">
                <a:solidFill>
                  <a:srgbClr val="292929"/>
                </a:solidFill>
                <a:effectLst/>
                <a:latin typeface="source-serif-pro"/>
              </a:rPr>
              <a:t> that there are no outliers in the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No collinearity</a:t>
            </a:r>
            <a:r>
              <a:rPr lang="en-GB" b="0" i="0" dirty="0">
                <a:solidFill>
                  <a:srgbClr val="292929"/>
                </a:solidFill>
                <a:effectLst/>
                <a:latin typeface="source-serif-pro"/>
              </a:rPr>
              <a:t>: if you have highly correlated predictors, it’s most likely your model will overfit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92929"/>
                </a:solidFill>
                <a:effectLst/>
                <a:latin typeface="source-serif-pro"/>
              </a:rPr>
              <a:t>Linearity</a:t>
            </a:r>
            <a:r>
              <a:rPr lang="en-GB" b="0" i="0" dirty="0">
                <a:solidFill>
                  <a:srgbClr val="292929"/>
                </a:solidFill>
                <a:effectLst/>
                <a:latin typeface="source-serif-pro"/>
              </a:rPr>
              <a:t>: assumes that the relationship between predictors and target variable is linear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14094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mygreatlearning.2022.Introduction  to Multivariate Regression Analysis.[].https://www.mygreatlearning.com/blog/introduction-to-multivariate-regression/</a:t>
            </a:r>
          </a:p>
          <a:p>
            <a:r>
              <a:rPr lang="en-GB" dirty="0"/>
              <a:t> </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extLst>
      <p:ext uri="{BB962C8B-B14F-4D97-AF65-F5344CB8AC3E}">
        <p14:creationId xmlns:p14="http://schemas.microsoft.com/office/powerpoint/2010/main" val="209955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extLst>
      <p:ext uri="{BB962C8B-B14F-4D97-AF65-F5344CB8AC3E}">
        <p14:creationId xmlns:p14="http://schemas.microsoft.com/office/powerpoint/2010/main" val="893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extLst>
      <p:ext uri="{BB962C8B-B14F-4D97-AF65-F5344CB8AC3E}">
        <p14:creationId xmlns:p14="http://schemas.microsoft.com/office/powerpoint/2010/main" val="3407456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Skewness-and-kurtosis/SKEWNESS_AND_KURTOSIS_(1).</a:t>
            </a:r>
            <a:r>
              <a:rPr lang="en-GB" dirty="0" err="1">
                <a:hlinkClick r:id="rId3"/>
              </a:rPr>
              <a:t>ipynb</a:t>
            </a:r>
            <a:r>
              <a:rPr lang="en-GB" dirty="0">
                <a:hlinkClick r:id="rId3"/>
              </a:rPr>
              <a:t> at master · manvendra7/Skewness-and-kurtosis · GitHub</a:t>
            </a:r>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16</a:t>
            </a:fld>
            <a:endParaRPr lang="en-US" dirty="0"/>
          </a:p>
        </p:txBody>
      </p:sp>
    </p:spTree>
    <p:extLst>
      <p:ext uri="{BB962C8B-B14F-4D97-AF65-F5344CB8AC3E}">
        <p14:creationId xmlns:p14="http://schemas.microsoft.com/office/powerpoint/2010/main" val="3553572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292929"/>
                </a:solidFill>
                <a:effectLst/>
                <a:latin typeface="inherit"/>
                <a:hlinkClick r:id="rId3"/>
              </a:rPr>
              <a:t>Htton,S,K.2020.https://medium.com/@kyawsawhtoon/log-transformation-purpose-and-interpretation-9444b4b049c9</a:t>
            </a:r>
            <a:br>
              <a:rPr lang="en-GB" b="0" i="0" u="none" strike="noStrike" dirty="0">
                <a:solidFill>
                  <a:srgbClr val="292929"/>
                </a:solidFill>
                <a:effectLst/>
                <a:latin typeface="inherit"/>
                <a:hlinkClick r:id="rId3"/>
              </a:rPr>
            </a:br>
            <a:r>
              <a:rPr lang="en-GB" b="0" i="0" u="none" strike="noStrike" dirty="0">
                <a:solidFill>
                  <a:srgbClr val="292929"/>
                </a:solidFill>
                <a:effectLst/>
                <a:latin typeface="inherit"/>
              </a:rPr>
              <a:t> </a:t>
            </a:r>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17</a:t>
            </a:fld>
            <a:endParaRPr lang="en-US" dirty="0"/>
          </a:p>
        </p:txBody>
      </p:sp>
    </p:spTree>
    <p:extLst>
      <p:ext uri="{BB962C8B-B14F-4D97-AF65-F5344CB8AC3E}">
        <p14:creationId xmlns:p14="http://schemas.microsoft.com/office/powerpoint/2010/main" val="474657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1665022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21</a:t>
            </a:fld>
            <a:endParaRPr lang="en-US" dirty="0"/>
          </a:p>
        </p:txBody>
      </p:sp>
    </p:spTree>
    <p:extLst>
      <p:ext uri="{BB962C8B-B14F-4D97-AF65-F5344CB8AC3E}">
        <p14:creationId xmlns:p14="http://schemas.microsoft.com/office/powerpoint/2010/main" val="3451022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IaTFpp-uzp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zITIFTsivN8"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hyperlink" Target="https://www.geeksforgeeks.org/how-to-calculate-skewness-and-kurtosis-in-python/" TargetMode="External"/><Relationship Id="rId3" Type="http://schemas.openxmlformats.org/officeDocument/2006/relationships/hyperlink" Target="https://towardsdatascience.com/applied-multivariate-regression-faef8ddbf807" TargetMode="External"/><Relationship Id="rId7" Type="http://schemas.openxmlformats.org/officeDocument/2006/relationships/hyperlink" Target="https://www.kaggle.com/code/enockchumba/student-s-marks-regressio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hyperlink" Target="https://medium.com/@kyawsawhtoon/log-transformation-purpose-and-interpretation-9444b4b049c9" TargetMode="External"/><Relationship Id="rId5" Type="http://schemas.openxmlformats.org/officeDocument/2006/relationships/hyperlink" Target="https://medium.com/@kyawsawhtoon?source=post_page-----9444b4b049c9--------------------------------" TargetMode="External"/><Relationship Id="rId4" Type="http://schemas.openxmlformats.org/officeDocument/2006/relationships/hyperlink" Target="https://www.youtube.com/watch?v=fKUfFgiSJx0" TargetMode="External"/><Relationship Id="rId9" Type="http://schemas.openxmlformats.org/officeDocument/2006/relationships/hyperlink" Target="https://www.tutorialspoint.com/seaborn/seaborn_linear_relationships.ht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MULTIPLE REGRESSION</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Recap of Linear Regression</a:t>
            </a:r>
          </a:p>
          <a:p>
            <a:r>
              <a:rPr lang="en-GB" dirty="0">
                <a:solidFill>
                  <a:schemeClr val="tx1">
                    <a:lumMod val="75000"/>
                    <a:lumOff val="25000"/>
                  </a:schemeClr>
                </a:solidFill>
              </a:rPr>
              <a:t>Define Multiple Regression</a:t>
            </a:r>
          </a:p>
          <a:p>
            <a:r>
              <a:rPr lang="en-GB" dirty="0">
                <a:solidFill>
                  <a:schemeClr val="tx1">
                    <a:lumMod val="75000"/>
                    <a:lumOff val="25000"/>
                  </a:schemeClr>
                </a:solidFill>
              </a:rPr>
              <a:t>Real life applications of Multiple Regression</a:t>
            </a:r>
          </a:p>
          <a:p>
            <a:r>
              <a:rPr lang="en-GB" dirty="0">
                <a:solidFill>
                  <a:schemeClr val="tx1">
                    <a:lumMod val="75000"/>
                    <a:lumOff val="25000"/>
                  </a:schemeClr>
                </a:solidFill>
              </a:rPr>
              <a:t>Practical implementation of Multiple Regression</a:t>
            </a:r>
          </a:p>
          <a:p>
            <a:endParaRPr lang="en-GB"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57C7-E1E8-F9CA-484D-FB886B6BADE1}"/>
              </a:ext>
            </a:extLst>
          </p:cNvPr>
          <p:cNvSpPr>
            <a:spLocks noGrp="1"/>
          </p:cNvSpPr>
          <p:nvPr>
            <p:ph type="title"/>
          </p:nvPr>
        </p:nvSpPr>
        <p:spPr/>
        <p:txBody>
          <a:bodyPr/>
          <a:lstStyle/>
          <a:p>
            <a:r>
              <a:rPr lang="en-GB" dirty="0"/>
              <a:t>recap</a:t>
            </a:r>
            <a:endParaRPr lang="en-US" dirty="0"/>
          </a:p>
        </p:txBody>
      </p:sp>
      <p:sp>
        <p:nvSpPr>
          <p:cNvPr id="3" name="Text Placeholder 2">
            <a:extLst>
              <a:ext uri="{FF2B5EF4-FFF2-40B4-BE49-F238E27FC236}">
                <a16:creationId xmlns:a16="http://schemas.microsoft.com/office/drawing/2014/main" id="{970DF14B-9C28-2D57-DEDB-D1EB00181A9F}"/>
              </a:ext>
            </a:extLst>
          </p:cNvPr>
          <p:cNvSpPr>
            <a:spLocks noGrp="1"/>
          </p:cNvSpPr>
          <p:nvPr>
            <p:ph type="body" sz="quarter" idx="10"/>
          </p:nvPr>
        </p:nvSpPr>
        <p:spPr>
          <a:xfrm>
            <a:off x="156754" y="1112955"/>
            <a:ext cx="11808823" cy="4940373"/>
          </a:xfrm>
        </p:spPr>
        <p:txBody>
          <a:bodyPr/>
          <a:lstStyle/>
          <a:p>
            <a:r>
              <a:rPr lang="en-US" sz="2400" b="0" i="0" dirty="0">
                <a:solidFill>
                  <a:srgbClr val="111111"/>
                </a:solidFill>
                <a:effectLst/>
                <a:latin typeface="Barlow" panose="00000500000000000000" pitchFamily="2" charset="0"/>
              </a:rPr>
              <a:t>Linear regression: Determine association between a dependent variable and a series of other independent variables. </a:t>
            </a:r>
          </a:p>
          <a:p>
            <a:r>
              <a:rPr lang="en-US" sz="2400" dirty="0">
                <a:solidFill>
                  <a:srgbClr val="111111"/>
                </a:solidFill>
                <a:latin typeface="Barlow" panose="00000500000000000000" pitchFamily="2" charset="0"/>
              </a:rPr>
              <a:t>Results in a </a:t>
            </a:r>
            <a:r>
              <a:rPr lang="en-US" sz="2400" b="0" i="0" dirty="0">
                <a:solidFill>
                  <a:srgbClr val="111111"/>
                </a:solidFill>
                <a:effectLst/>
                <a:latin typeface="Barlow" panose="00000500000000000000" pitchFamily="2" charset="0"/>
              </a:rPr>
              <a:t>models to make predictions, such as predicting a company's stock price.</a:t>
            </a:r>
          </a:p>
          <a:p>
            <a:r>
              <a:rPr lang="en-US" sz="2400" b="0" i="0" dirty="0">
                <a:solidFill>
                  <a:srgbClr val="111111"/>
                </a:solidFill>
                <a:effectLst/>
                <a:latin typeface="Barlow" panose="00000500000000000000" pitchFamily="2" charset="0"/>
              </a:rPr>
              <a:t>Showing the data in a scatter plot is ideal for determining the strength of the relationship between </a:t>
            </a:r>
            <a:r>
              <a:rPr lang="en-US" sz="2400" b="0" i="1" dirty="0">
                <a:solidFill>
                  <a:srgbClr val="111111"/>
                </a:solidFill>
                <a:effectLst/>
                <a:latin typeface="Barlow" panose="00000500000000000000" pitchFamily="2" charset="0"/>
              </a:rPr>
              <a:t>explanatory</a:t>
            </a:r>
            <a:r>
              <a:rPr lang="en-US" sz="2400" b="0" i="0" dirty="0">
                <a:solidFill>
                  <a:srgbClr val="111111"/>
                </a:solidFill>
                <a:effectLst/>
                <a:latin typeface="Barlow" panose="00000500000000000000" pitchFamily="2" charset="0"/>
              </a:rPr>
              <a:t> (independent) and </a:t>
            </a:r>
            <a:r>
              <a:rPr lang="en-US" sz="2400" b="0" i="1" dirty="0">
                <a:solidFill>
                  <a:srgbClr val="111111"/>
                </a:solidFill>
                <a:effectLst/>
                <a:latin typeface="Barlow" panose="00000500000000000000" pitchFamily="2" charset="0"/>
              </a:rPr>
              <a:t>dependent</a:t>
            </a:r>
            <a:r>
              <a:rPr lang="en-US" sz="2400" b="0" i="0" dirty="0">
                <a:solidFill>
                  <a:srgbClr val="111111"/>
                </a:solidFill>
                <a:effectLst/>
                <a:latin typeface="Barlow" panose="00000500000000000000" pitchFamily="2" charset="0"/>
              </a:rPr>
              <a:t> variables. </a:t>
            </a:r>
          </a:p>
          <a:p>
            <a:r>
              <a:rPr lang="en-US" sz="2400" b="0" i="0" dirty="0">
                <a:solidFill>
                  <a:srgbClr val="111111"/>
                </a:solidFill>
                <a:effectLst/>
                <a:latin typeface="Barlow" panose="00000500000000000000" pitchFamily="2" charset="0"/>
              </a:rPr>
              <a:t>Increasing or decreasing trends after applying a linear regression model are observed for making a decision on applying linear model for prediction</a:t>
            </a:r>
          </a:p>
          <a:p>
            <a:r>
              <a:rPr lang="en-US" sz="2400" b="1" i="0" dirty="0">
                <a:solidFill>
                  <a:srgbClr val="111111"/>
                </a:solidFill>
                <a:effectLst/>
                <a:latin typeface="Barlow" panose="00000500000000000000" pitchFamily="2" charset="0"/>
              </a:rPr>
              <a:t>Correlation coefficients</a:t>
            </a:r>
            <a:r>
              <a:rPr lang="en-US" sz="2400" b="0" i="0" dirty="0">
                <a:solidFill>
                  <a:srgbClr val="111111"/>
                </a:solidFill>
                <a:effectLst/>
                <a:latin typeface="Barlow" panose="00000500000000000000" pitchFamily="2" charset="0"/>
              </a:rPr>
              <a:t> are used to calculate how strong a relationship is between two variables. </a:t>
            </a:r>
          </a:p>
          <a:p>
            <a:r>
              <a:rPr lang="en-US" sz="2400" dirty="0">
                <a:solidFill>
                  <a:srgbClr val="111111"/>
                </a:solidFill>
                <a:latin typeface="Barlow" panose="00000500000000000000" pitchFamily="2" charset="0"/>
              </a:rPr>
              <a:t>Denoted </a:t>
            </a:r>
            <a:r>
              <a:rPr lang="en-US" sz="2400" b="0" i="0" dirty="0">
                <a:solidFill>
                  <a:srgbClr val="111111"/>
                </a:solidFill>
                <a:effectLst/>
                <a:latin typeface="Barlow" panose="00000500000000000000" pitchFamily="2" charset="0"/>
              </a:rPr>
              <a:t>by </a:t>
            </a:r>
            <a:r>
              <a:rPr lang="en-US" sz="2400" b="1" i="0" dirty="0">
                <a:solidFill>
                  <a:srgbClr val="111111"/>
                </a:solidFill>
                <a:effectLst/>
                <a:latin typeface="Barlow" panose="00000500000000000000" pitchFamily="2" charset="0"/>
              </a:rPr>
              <a:t>r</a:t>
            </a:r>
            <a:r>
              <a:rPr lang="en-US" sz="2400" b="0" i="0" dirty="0">
                <a:solidFill>
                  <a:srgbClr val="111111"/>
                </a:solidFill>
                <a:effectLst/>
                <a:latin typeface="Barlow" panose="00000500000000000000" pitchFamily="2" charset="0"/>
              </a:rPr>
              <a:t> and has a value between -1 and 1.  </a:t>
            </a:r>
            <a:endParaRPr lang="en-US" sz="2400" dirty="0"/>
          </a:p>
          <a:p>
            <a:endParaRPr lang="en-US" sz="2400" dirty="0"/>
          </a:p>
        </p:txBody>
      </p:sp>
    </p:spTree>
    <p:extLst>
      <p:ext uri="{BB962C8B-B14F-4D97-AF65-F5344CB8AC3E}">
        <p14:creationId xmlns:p14="http://schemas.microsoft.com/office/powerpoint/2010/main" val="3319394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8D7CC-FE1C-7812-F898-908CE2FE82E7}"/>
              </a:ext>
            </a:extLst>
          </p:cNvPr>
          <p:cNvSpPr>
            <a:spLocks noGrp="1"/>
          </p:cNvSpPr>
          <p:nvPr>
            <p:ph type="title"/>
          </p:nvPr>
        </p:nvSpPr>
        <p:spPr/>
        <p:txBody>
          <a:bodyPr/>
          <a:lstStyle/>
          <a:p>
            <a:r>
              <a:rPr lang="en-US" dirty="0"/>
              <a:t>examples</a:t>
            </a:r>
          </a:p>
        </p:txBody>
      </p:sp>
      <p:sp>
        <p:nvSpPr>
          <p:cNvPr id="3" name="Text Placeholder 2">
            <a:extLst>
              <a:ext uri="{FF2B5EF4-FFF2-40B4-BE49-F238E27FC236}">
                <a16:creationId xmlns:a16="http://schemas.microsoft.com/office/drawing/2014/main" id="{11D5C644-8FB1-836B-CE80-027E090A2FAC}"/>
              </a:ext>
            </a:extLst>
          </p:cNvPr>
          <p:cNvSpPr>
            <a:spLocks noGrp="1"/>
          </p:cNvSpPr>
          <p:nvPr>
            <p:ph type="body" sz="quarter" idx="10"/>
          </p:nvPr>
        </p:nvSpPr>
        <p:spPr>
          <a:xfrm>
            <a:off x="601790" y="1162752"/>
            <a:ext cx="11248833" cy="5302056"/>
          </a:xfrm>
        </p:spPr>
        <p:txBody>
          <a:bodyPr/>
          <a:lstStyle/>
          <a:p>
            <a:pPr algn="l"/>
            <a:r>
              <a:rPr lang="en-US" b="0" i="0" dirty="0">
                <a:solidFill>
                  <a:srgbClr val="111111"/>
                </a:solidFill>
                <a:effectLst/>
                <a:latin typeface="Barlow" panose="00000500000000000000" pitchFamily="2" charset="0"/>
              </a:rPr>
              <a:t>Relationship between study time and grades, you’d probably see a positive relationship. </a:t>
            </a:r>
          </a:p>
          <a:p>
            <a:pPr algn="l"/>
            <a:r>
              <a:rPr lang="en-US" b="0" i="0" dirty="0">
                <a:solidFill>
                  <a:srgbClr val="111111"/>
                </a:solidFill>
                <a:effectLst/>
                <a:latin typeface="Barlow" panose="00000500000000000000" pitchFamily="2" charset="0"/>
              </a:rPr>
              <a:t>Relationship between time on social media and grades, you'll most likely see a negative relationship.</a:t>
            </a:r>
          </a:p>
          <a:p>
            <a:pPr algn="l"/>
            <a:r>
              <a:rPr lang="en-US" b="0" i="0" dirty="0">
                <a:solidFill>
                  <a:srgbClr val="111111"/>
                </a:solidFill>
                <a:effectLst/>
                <a:latin typeface="Barlow" panose="00000500000000000000" pitchFamily="2" charset="0"/>
              </a:rPr>
              <a:t>“grades” : dependent variable</a:t>
            </a:r>
          </a:p>
          <a:p>
            <a:pPr algn="l"/>
            <a:r>
              <a:rPr lang="en-US" b="0" i="0" dirty="0">
                <a:solidFill>
                  <a:srgbClr val="111111"/>
                </a:solidFill>
                <a:effectLst/>
                <a:latin typeface="Barlow" panose="00000500000000000000" pitchFamily="2" charset="0"/>
              </a:rPr>
              <a:t>time spent studying or on social </a:t>
            </a:r>
            <a:r>
              <a:rPr lang="en-US" b="0" i="0" dirty="0" err="1">
                <a:solidFill>
                  <a:srgbClr val="111111"/>
                </a:solidFill>
                <a:effectLst/>
                <a:latin typeface="Barlow" panose="00000500000000000000" pitchFamily="2" charset="0"/>
              </a:rPr>
              <a:t>media:independent</a:t>
            </a:r>
            <a:r>
              <a:rPr lang="en-US" b="0" i="0" dirty="0">
                <a:solidFill>
                  <a:srgbClr val="111111"/>
                </a:solidFill>
                <a:effectLst/>
                <a:latin typeface="Barlow" panose="00000500000000000000" pitchFamily="2" charset="0"/>
              </a:rPr>
              <a:t> variable. </a:t>
            </a:r>
          </a:p>
          <a:p>
            <a:pPr algn="l"/>
            <a:r>
              <a:rPr lang="en-US" b="0" i="0" dirty="0">
                <a:solidFill>
                  <a:srgbClr val="111111"/>
                </a:solidFill>
                <a:effectLst/>
                <a:latin typeface="Barlow" panose="00000500000000000000" pitchFamily="2" charset="0"/>
              </a:rPr>
              <a:t>grades depend t on how much time you spend studying.</a:t>
            </a:r>
          </a:p>
          <a:p>
            <a:r>
              <a:rPr lang="en-US" b="0" i="0" dirty="0">
                <a:solidFill>
                  <a:srgbClr val="111111"/>
                </a:solidFill>
                <a:effectLst/>
                <a:latin typeface="Barlow" panose="00000500000000000000" pitchFamily="2" charset="0"/>
              </a:rPr>
              <a:t>A linear regression line is a line which is a straight line.</a:t>
            </a:r>
            <a:endParaRPr lang="en-US" dirty="0"/>
          </a:p>
        </p:txBody>
      </p:sp>
    </p:spTree>
    <p:extLst>
      <p:ext uri="{BB962C8B-B14F-4D97-AF65-F5344CB8AC3E}">
        <p14:creationId xmlns:p14="http://schemas.microsoft.com/office/powerpoint/2010/main" val="215961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684E-1CD7-1425-1D63-796302C8B493}"/>
              </a:ext>
            </a:extLst>
          </p:cNvPr>
          <p:cNvSpPr>
            <a:spLocks noGrp="1"/>
          </p:cNvSpPr>
          <p:nvPr>
            <p:ph type="title"/>
          </p:nvPr>
        </p:nvSpPr>
        <p:spPr/>
        <p:txBody>
          <a:bodyPr/>
          <a:lstStyle/>
          <a:p>
            <a:r>
              <a:rPr lang="en-US" dirty="0"/>
              <a:t>Simple linear equation</a:t>
            </a:r>
          </a:p>
        </p:txBody>
      </p:sp>
      <p:sp>
        <p:nvSpPr>
          <p:cNvPr id="3" name="Text Placeholder 2">
            <a:extLst>
              <a:ext uri="{FF2B5EF4-FFF2-40B4-BE49-F238E27FC236}">
                <a16:creationId xmlns:a16="http://schemas.microsoft.com/office/drawing/2014/main" id="{B97EAC73-4F75-3281-987E-75054BEEE3BD}"/>
              </a:ext>
            </a:extLst>
          </p:cNvPr>
          <p:cNvSpPr>
            <a:spLocks noGrp="1"/>
          </p:cNvSpPr>
          <p:nvPr>
            <p:ph type="body" sz="quarter" idx="10"/>
          </p:nvPr>
        </p:nvSpPr>
        <p:spPr>
          <a:xfrm>
            <a:off x="601791" y="1354776"/>
            <a:ext cx="10994852" cy="4753416"/>
          </a:xfrm>
        </p:spPr>
        <p:txBody>
          <a:bodyPr/>
          <a:lstStyle/>
          <a:p>
            <a:pPr algn="l">
              <a:buFont typeface="Arial" panose="020B0604020202020204" pitchFamily="34" charset="0"/>
              <a:buChar char="•"/>
            </a:pPr>
            <a:r>
              <a:rPr lang="en-US" b="1" i="0" dirty="0">
                <a:solidFill>
                  <a:srgbClr val="111111"/>
                </a:solidFill>
                <a:effectLst/>
                <a:latin typeface="Barlow" panose="00000500000000000000" pitchFamily="2" charset="0"/>
              </a:rPr>
              <a:t>y</a:t>
            </a:r>
            <a:r>
              <a:rPr lang="en-US" b="0" i="0" dirty="0">
                <a:solidFill>
                  <a:srgbClr val="111111"/>
                </a:solidFill>
                <a:effectLst/>
                <a:latin typeface="Barlow" panose="00000500000000000000" pitchFamily="2" charset="0"/>
              </a:rPr>
              <a:t> is the estimated </a:t>
            </a:r>
            <a:r>
              <a:rPr lang="en-US" b="0" i="0" dirty="0" err="1">
                <a:solidFill>
                  <a:srgbClr val="111111"/>
                </a:solidFill>
                <a:effectLst/>
                <a:latin typeface="Barlow" panose="00000500000000000000" pitchFamily="2" charset="0"/>
              </a:rPr>
              <a:t>dependant</a:t>
            </a:r>
            <a:r>
              <a:rPr lang="en-US" b="0" i="0" dirty="0">
                <a:solidFill>
                  <a:srgbClr val="111111"/>
                </a:solidFill>
                <a:effectLst/>
                <a:latin typeface="Barlow" panose="00000500000000000000" pitchFamily="2" charset="0"/>
              </a:rPr>
              <a:t> variable (or the output)</a:t>
            </a:r>
          </a:p>
          <a:p>
            <a:pPr algn="l">
              <a:buFont typeface="Arial" panose="020B0604020202020204" pitchFamily="34" charset="0"/>
              <a:buChar char="•"/>
            </a:pPr>
            <a:r>
              <a:rPr lang="en-US" b="1" i="0" dirty="0">
                <a:solidFill>
                  <a:srgbClr val="111111"/>
                </a:solidFill>
                <a:effectLst/>
                <a:latin typeface="Barlow" panose="00000500000000000000" pitchFamily="2" charset="0"/>
              </a:rPr>
              <a:t>m</a:t>
            </a:r>
            <a:r>
              <a:rPr lang="en-US" b="0" i="0" dirty="0">
                <a:solidFill>
                  <a:srgbClr val="111111"/>
                </a:solidFill>
                <a:effectLst/>
                <a:latin typeface="Barlow" panose="00000500000000000000" pitchFamily="2" charset="0"/>
              </a:rPr>
              <a:t> is the regression coefficient (or the slope)</a:t>
            </a:r>
          </a:p>
          <a:p>
            <a:pPr algn="l">
              <a:buFont typeface="Arial" panose="020B0604020202020204" pitchFamily="34" charset="0"/>
              <a:buChar char="•"/>
            </a:pPr>
            <a:r>
              <a:rPr lang="en-US" b="1" i="0" dirty="0">
                <a:solidFill>
                  <a:srgbClr val="111111"/>
                </a:solidFill>
                <a:effectLst/>
                <a:latin typeface="Barlow" panose="00000500000000000000" pitchFamily="2" charset="0"/>
              </a:rPr>
              <a:t>x</a:t>
            </a:r>
            <a:r>
              <a:rPr lang="en-US" b="0" i="0" dirty="0">
                <a:solidFill>
                  <a:srgbClr val="111111"/>
                </a:solidFill>
                <a:effectLst/>
                <a:latin typeface="Barlow" panose="00000500000000000000" pitchFamily="2" charset="0"/>
              </a:rPr>
              <a:t> is the independent variable (or the input)</a:t>
            </a:r>
          </a:p>
          <a:p>
            <a:pPr algn="l">
              <a:buFont typeface="Arial" panose="020B0604020202020204" pitchFamily="34" charset="0"/>
              <a:buChar char="•"/>
            </a:pPr>
            <a:r>
              <a:rPr lang="en-US" b="1" dirty="0">
                <a:solidFill>
                  <a:srgbClr val="111111"/>
                </a:solidFill>
                <a:latin typeface="Barlow" panose="00000500000000000000" pitchFamily="2" charset="0"/>
              </a:rPr>
              <a:t>c</a:t>
            </a:r>
            <a:r>
              <a:rPr lang="en-US" b="0" i="0" dirty="0">
                <a:solidFill>
                  <a:srgbClr val="111111"/>
                </a:solidFill>
                <a:effectLst/>
                <a:latin typeface="Barlow" panose="00000500000000000000" pitchFamily="2" charset="0"/>
              </a:rPr>
              <a:t> is the constant (or the y-intercept)</a:t>
            </a:r>
          </a:p>
          <a:p>
            <a:pPr algn="l"/>
            <a:r>
              <a:rPr lang="en-US" b="0" i="0" dirty="0">
                <a:solidFill>
                  <a:srgbClr val="111111"/>
                </a:solidFill>
                <a:effectLst/>
                <a:latin typeface="Barlow" panose="00000500000000000000" pitchFamily="2" charset="0"/>
              </a:rPr>
              <a:t>Finding the relationship between variables makes it possible to predict values or outcomes. In other words, linear regression makes it possible to predict new values based on existing data.</a:t>
            </a:r>
          </a:p>
          <a:p>
            <a:r>
              <a:rPr lang="en-US" dirty="0"/>
              <a:t>Y=</a:t>
            </a:r>
            <a:r>
              <a:rPr lang="en-US" dirty="0" err="1"/>
              <a:t>mx+c</a:t>
            </a:r>
            <a:endParaRPr lang="en-US" dirty="0"/>
          </a:p>
        </p:txBody>
      </p:sp>
    </p:spTree>
    <p:extLst>
      <p:ext uri="{BB962C8B-B14F-4D97-AF65-F5344CB8AC3E}">
        <p14:creationId xmlns:p14="http://schemas.microsoft.com/office/powerpoint/2010/main" val="345890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870F-BCD8-8E81-FD45-8B76E32B0CDF}"/>
              </a:ext>
            </a:extLst>
          </p:cNvPr>
          <p:cNvSpPr>
            <a:spLocks noGrp="1"/>
          </p:cNvSpPr>
          <p:nvPr>
            <p:ph type="title"/>
          </p:nvPr>
        </p:nvSpPr>
        <p:spPr>
          <a:xfrm>
            <a:off x="235131" y="222070"/>
            <a:ext cx="9588138" cy="1401632"/>
          </a:xfrm>
        </p:spPr>
        <p:txBody>
          <a:bodyPr/>
          <a:lstStyle/>
          <a:p>
            <a:r>
              <a:rPr lang="en-US" dirty="0"/>
              <a:t>Key terminologies in linear regression</a:t>
            </a:r>
          </a:p>
        </p:txBody>
      </p:sp>
      <p:sp>
        <p:nvSpPr>
          <p:cNvPr id="3" name="Text Placeholder 2">
            <a:extLst>
              <a:ext uri="{FF2B5EF4-FFF2-40B4-BE49-F238E27FC236}">
                <a16:creationId xmlns:a16="http://schemas.microsoft.com/office/drawing/2014/main" id="{0C1A1AAC-2F71-F8AF-1711-2B9850CF80EF}"/>
              </a:ext>
            </a:extLst>
          </p:cNvPr>
          <p:cNvSpPr>
            <a:spLocks noGrp="1"/>
          </p:cNvSpPr>
          <p:nvPr>
            <p:ph type="body" sz="quarter" idx="10"/>
          </p:nvPr>
        </p:nvSpPr>
        <p:spPr>
          <a:xfrm>
            <a:off x="539496" y="1372905"/>
            <a:ext cx="11311128" cy="4598127"/>
          </a:xfrm>
        </p:spPr>
        <p:txBody>
          <a:bodyPr/>
          <a:lstStyle/>
          <a:p>
            <a:pPr algn="l">
              <a:buFont typeface="Arial" panose="020B0604020202020204" pitchFamily="34" charset="0"/>
              <a:buChar char="•"/>
            </a:pPr>
            <a:r>
              <a:rPr lang="en-US" sz="2200" b="1" i="0" dirty="0">
                <a:solidFill>
                  <a:srgbClr val="111111"/>
                </a:solidFill>
                <a:effectLst/>
                <a:latin typeface="Barlow" panose="00000500000000000000" pitchFamily="2" charset="0"/>
              </a:rPr>
              <a:t>Variable:</a:t>
            </a:r>
            <a:r>
              <a:rPr lang="en-US" sz="2200" b="0" i="0" dirty="0">
                <a:solidFill>
                  <a:srgbClr val="111111"/>
                </a:solidFill>
                <a:effectLst/>
                <a:latin typeface="Barlow" panose="00000500000000000000" pitchFamily="2" charset="0"/>
              </a:rPr>
              <a:t> number, quantity, or characteristic that can be counted or measured, also called a data item. Income, age, speed, and gender etc.</a:t>
            </a:r>
          </a:p>
          <a:p>
            <a:pPr algn="l">
              <a:buFont typeface="Arial" panose="020B0604020202020204" pitchFamily="34" charset="0"/>
              <a:buChar char="•"/>
            </a:pPr>
            <a:r>
              <a:rPr lang="en-US" sz="2200" b="1" i="0" dirty="0">
                <a:solidFill>
                  <a:srgbClr val="111111"/>
                </a:solidFill>
                <a:effectLst/>
                <a:latin typeface="Barlow" panose="00000500000000000000" pitchFamily="2" charset="0"/>
              </a:rPr>
              <a:t>Coefficient:</a:t>
            </a:r>
            <a:r>
              <a:rPr lang="en-US" sz="2200" b="0" i="0" dirty="0">
                <a:solidFill>
                  <a:srgbClr val="111111"/>
                </a:solidFill>
                <a:effectLst/>
                <a:latin typeface="Barlow" panose="00000500000000000000" pitchFamily="2" charset="0"/>
              </a:rPr>
              <a:t> It's a number (usually an integer) multiplied with the variable next to it. For instance, in 7x, the number 7 is the coefficient.</a:t>
            </a:r>
          </a:p>
          <a:p>
            <a:r>
              <a:rPr lang="en-US" sz="2200" b="1" i="0" dirty="0">
                <a:solidFill>
                  <a:srgbClr val="111111"/>
                </a:solidFill>
                <a:effectLst/>
                <a:latin typeface="Barlow" panose="00000500000000000000" pitchFamily="2" charset="0"/>
              </a:rPr>
              <a:t>Outliers:</a:t>
            </a:r>
            <a:r>
              <a:rPr lang="en-US" sz="2200" b="0" i="0" dirty="0">
                <a:solidFill>
                  <a:srgbClr val="111111"/>
                </a:solidFill>
                <a:effectLst/>
                <a:latin typeface="Barlow" panose="00000500000000000000" pitchFamily="2" charset="0"/>
              </a:rPr>
              <a:t> Data points significantly different from the rest</a:t>
            </a:r>
            <a:r>
              <a:rPr lang="en-US" sz="2200" dirty="0">
                <a:solidFill>
                  <a:srgbClr val="111111"/>
                </a:solidFill>
                <a:latin typeface="Barlow" panose="00000500000000000000" pitchFamily="2" charset="0"/>
              </a:rPr>
              <a:t>. For example, imagine placing this data set in ascending order: 3, 6, 7, 10, and 54. 54 might be an outlier because it is significantly higher than the other data points. </a:t>
            </a:r>
            <a:endParaRPr lang="en-US" sz="2200" b="0" i="0" dirty="0">
              <a:solidFill>
                <a:srgbClr val="111111"/>
              </a:solidFill>
              <a:effectLst/>
              <a:latin typeface="Barlow" panose="00000500000000000000" pitchFamily="2" charset="0"/>
            </a:endParaRPr>
          </a:p>
          <a:p>
            <a:pPr algn="l">
              <a:buFont typeface="Arial" panose="020B0604020202020204" pitchFamily="34" charset="0"/>
              <a:buChar char="•"/>
            </a:pPr>
            <a:r>
              <a:rPr lang="en-US" sz="2200" b="1" i="0" dirty="0">
                <a:solidFill>
                  <a:srgbClr val="111111"/>
                </a:solidFill>
                <a:effectLst/>
                <a:latin typeface="Barlow" panose="00000500000000000000" pitchFamily="2" charset="0"/>
              </a:rPr>
              <a:t>Covariance:</a:t>
            </a:r>
            <a:r>
              <a:rPr lang="en-US" sz="2200" b="0" i="0" dirty="0">
                <a:solidFill>
                  <a:srgbClr val="111111"/>
                </a:solidFill>
                <a:effectLst/>
                <a:latin typeface="Barlow" panose="00000500000000000000" pitchFamily="2" charset="0"/>
              </a:rPr>
              <a:t> The direction of the linear relationship between two variables. In other words, it calculates the degree to which two variables are linearly related.</a:t>
            </a:r>
          </a:p>
          <a:p>
            <a:endParaRPr lang="en-US" sz="2200" dirty="0"/>
          </a:p>
        </p:txBody>
      </p:sp>
    </p:spTree>
    <p:extLst>
      <p:ext uri="{BB962C8B-B14F-4D97-AF65-F5344CB8AC3E}">
        <p14:creationId xmlns:p14="http://schemas.microsoft.com/office/powerpoint/2010/main" val="87466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870F-BCD8-8E81-FD45-8B76E32B0CDF}"/>
              </a:ext>
            </a:extLst>
          </p:cNvPr>
          <p:cNvSpPr>
            <a:spLocks noGrp="1"/>
          </p:cNvSpPr>
          <p:nvPr>
            <p:ph type="title"/>
          </p:nvPr>
        </p:nvSpPr>
        <p:spPr>
          <a:xfrm>
            <a:off x="235131" y="222070"/>
            <a:ext cx="9588138" cy="1401632"/>
          </a:xfrm>
        </p:spPr>
        <p:txBody>
          <a:bodyPr/>
          <a:lstStyle/>
          <a:p>
            <a:r>
              <a:rPr lang="en-US" dirty="0"/>
              <a:t>Key terminologies in linear regression</a:t>
            </a:r>
          </a:p>
        </p:txBody>
      </p:sp>
      <p:sp>
        <p:nvSpPr>
          <p:cNvPr id="4" name="Text Placeholder 2">
            <a:extLst>
              <a:ext uri="{FF2B5EF4-FFF2-40B4-BE49-F238E27FC236}">
                <a16:creationId xmlns:a16="http://schemas.microsoft.com/office/drawing/2014/main" id="{0B3D2DEC-0192-B8A5-2DF9-CD49779641A1}"/>
              </a:ext>
            </a:extLst>
          </p:cNvPr>
          <p:cNvSpPr txBox="1">
            <a:spLocks/>
          </p:cNvSpPr>
          <p:nvPr/>
        </p:nvSpPr>
        <p:spPr>
          <a:xfrm>
            <a:off x="493776" y="1281466"/>
            <a:ext cx="10991088" cy="4698710"/>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111111"/>
                </a:solidFill>
                <a:latin typeface="Barlow" panose="00000500000000000000" pitchFamily="2" charset="0"/>
              </a:rPr>
              <a:t>Multivariate:</a:t>
            </a:r>
            <a:r>
              <a:rPr lang="en-US" sz="2000" dirty="0">
                <a:solidFill>
                  <a:srgbClr val="111111"/>
                </a:solidFill>
                <a:latin typeface="Barlow" panose="00000500000000000000" pitchFamily="2" charset="0"/>
              </a:rPr>
              <a:t> two or more dependent variables resulting in a single outcome.</a:t>
            </a:r>
          </a:p>
          <a:p>
            <a:r>
              <a:rPr lang="en-US" sz="2000" b="1" dirty="0">
                <a:solidFill>
                  <a:srgbClr val="111111"/>
                </a:solidFill>
                <a:latin typeface="Barlow" panose="00000500000000000000" pitchFamily="2" charset="0"/>
              </a:rPr>
              <a:t>Residuals:</a:t>
            </a:r>
            <a:r>
              <a:rPr lang="en-US" sz="2000" dirty="0">
                <a:solidFill>
                  <a:srgbClr val="111111"/>
                </a:solidFill>
                <a:latin typeface="Barlow" panose="00000500000000000000" pitchFamily="2" charset="0"/>
              </a:rPr>
              <a:t> The difference between the observed and predicted values of the dependent variable.</a:t>
            </a:r>
          </a:p>
          <a:p>
            <a:r>
              <a:rPr lang="en-US" sz="2000" b="1" dirty="0">
                <a:solidFill>
                  <a:srgbClr val="111111"/>
                </a:solidFill>
                <a:latin typeface="Barlow" panose="00000500000000000000" pitchFamily="2" charset="0"/>
              </a:rPr>
              <a:t>Variability:</a:t>
            </a:r>
            <a:r>
              <a:rPr lang="en-US" sz="2000" dirty="0">
                <a:solidFill>
                  <a:srgbClr val="111111"/>
                </a:solidFill>
                <a:latin typeface="Barlow" panose="00000500000000000000" pitchFamily="2" charset="0"/>
              </a:rPr>
              <a:t> The lack of consistency or the extent to which a distribution is squeezed or stretched.</a:t>
            </a:r>
          </a:p>
          <a:p>
            <a:r>
              <a:rPr lang="en-US" sz="2000" b="1" dirty="0">
                <a:solidFill>
                  <a:srgbClr val="111111"/>
                </a:solidFill>
                <a:latin typeface="Barlow" panose="00000500000000000000" pitchFamily="2" charset="0"/>
              </a:rPr>
              <a:t>Linearity:</a:t>
            </a:r>
            <a:r>
              <a:rPr lang="en-US" sz="2000" dirty="0">
                <a:solidFill>
                  <a:srgbClr val="111111"/>
                </a:solidFill>
                <a:latin typeface="Barlow" panose="00000500000000000000" pitchFamily="2" charset="0"/>
              </a:rPr>
              <a:t> relationship that is closely related to proportionality and can be represented as a straight line.</a:t>
            </a:r>
          </a:p>
          <a:p>
            <a:r>
              <a:rPr lang="en-US" sz="2000" b="1" dirty="0">
                <a:solidFill>
                  <a:srgbClr val="111111"/>
                </a:solidFill>
                <a:latin typeface="Barlow" panose="00000500000000000000" pitchFamily="2" charset="0"/>
              </a:rPr>
              <a:t>Collinearity:</a:t>
            </a:r>
            <a:r>
              <a:rPr lang="en-US" sz="2000" dirty="0">
                <a:solidFill>
                  <a:srgbClr val="111111"/>
                </a:solidFill>
                <a:latin typeface="Barlow" panose="00000500000000000000" pitchFamily="2" charset="0"/>
              </a:rPr>
              <a:t> Correlation between the independent variables, such that they exhibit a linear relationship in a regression model.</a:t>
            </a:r>
          </a:p>
          <a:p>
            <a:r>
              <a:rPr lang="en-US" sz="2000" b="1" dirty="0">
                <a:solidFill>
                  <a:srgbClr val="111111"/>
                </a:solidFill>
                <a:latin typeface="Barlow" panose="00000500000000000000" pitchFamily="2" charset="0"/>
              </a:rPr>
              <a:t>Standard deviation (SD):</a:t>
            </a:r>
            <a:r>
              <a:rPr lang="en-US" sz="2000" dirty="0">
                <a:solidFill>
                  <a:srgbClr val="111111"/>
                </a:solidFill>
                <a:latin typeface="Barlow" panose="00000500000000000000" pitchFamily="2" charset="0"/>
              </a:rPr>
              <a:t> It's a measure of the dispersion of a dataset relative to its mean or measure of how spread out numbers are. Standard deviation calculation:</a:t>
            </a:r>
            <a:endParaRPr lang="en-US" sz="2000" dirty="0"/>
          </a:p>
        </p:txBody>
      </p:sp>
      <p:sp>
        <p:nvSpPr>
          <p:cNvPr id="3" name="Rectangle 2"/>
          <p:cNvSpPr/>
          <p:nvPr/>
        </p:nvSpPr>
        <p:spPr>
          <a:xfrm>
            <a:off x="3332410" y="5610844"/>
            <a:ext cx="4866845" cy="369332"/>
          </a:xfrm>
          <a:prstGeom prst="rect">
            <a:avLst/>
          </a:prstGeom>
        </p:spPr>
        <p:txBody>
          <a:bodyPr wrap="none">
            <a:spAutoFit/>
          </a:bodyPr>
          <a:lstStyle/>
          <a:p>
            <a:r>
              <a:rPr lang="en-GB" dirty="0">
                <a:hlinkClick r:id="rId3"/>
              </a:rPr>
              <a:t>https://www.youtube.com/watch?v=IaTFpp-uzp0</a:t>
            </a:r>
            <a:r>
              <a:rPr lang="en-GB" dirty="0"/>
              <a:t> </a:t>
            </a:r>
          </a:p>
        </p:txBody>
      </p:sp>
    </p:spTree>
    <p:extLst>
      <p:ext uri="{BB962C8B-B14F-4D97-AF65-F5344CB8AC3E}">
        <p14:creationId xmlns:p14="http://schemas.microsoft.com/office/powerpoint/2010/main" val="442205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AC058-6B6F-8DBA-3235-BD1B12DD0C51}"/>
              </a:ext>
            </a:extLst>
          </p:cNvPr>
          <p:cNvSpPr>
            <a:spLocks noGrp="1"/>
          </p:cNvSpPr>
          <p:nvPr>
            <p:ph type="title"/>
          </p:nvPr>
        </p:nvSpPr>
        <p:spPr>
          <a:xfrm>
            <a:off x="283028" y="337458"/>
            <a:ext cx="9775371" cy="675218"/>
          </a:xfrm>
        </p:spPr>
        <p:txBody>
          <a:bodyPr/>
          <a:lstStyle/>
          <a:p>
            <a:r>
              <a:rPr lang="en-US" dirty="0"/>
              <a:t>Techniques to solve linear regression</a:t>
            </a:r>
          </a:p>
        </p:txBody>
      </p:sp>
      <p:sp>
        <p:nvSpPr>
          <p:cNvPr id="3" name="Text Placeholder 2">
            <a:extLst>
              <a:ext uri="{FF2B5EF4-FFF2-40B4-BE49-F238E27FC236}">
                <a16:creationId xmlns:a16="http://schemas.microsoft.com/office/drawing/2014/main" id="{D96F002E-89AF-0F6B-E994-14FF0F9ECD18}"/>
              </a:ext>
            </a:extLst>
          </p:cNvPr>
          <p:cNvSpPr>
            <a:spLocks noGrp="1"/>
          </p:cNvSpPr>
          <p:nvPr>
            <p:ph type="body" sz="quarter" idx="10"/>
          </p:nvPr>
        </p:nvSpPr>
        <p:spPr>
          <a:xfrm>
            <a:off x="163287" y="1012675"/>
            <a:ext cx="4060372" cy="4952695"/>
          </a:xfrm>
        </p:spPr>
        <p:txBody>
          <a:bodyPr/>
          <a:lstStyle/>
          <a:p>
            <a:pPr algn="l"/>
            <a:r>
              <a:rPr lang="en-US" sz="2000" b="1" i="0" dirty="0">
                <a:solidFill>
                  <a:srgbClr val="111111"/>
                </a:solidFill>
                <a:effectLst/>
                <a:latin typeface="Barlow" panose="00000500000000000000" pitchFamily="2" charset="0"/>
              </a:rPr>
              <a:t>Simple linear regression</a:t>
            </a:r>
          </a:p>
          <a:p>
            <a:pPr algn="l"/>
            <a:r>
              <a:rPr lang="en-US" sz="2000" b="0" i="0" dirty="0">
                <a:solidFill>
                  <a:srgbClr val="111111"/>
                </a:solidFill>
                <a:effectLst/>
                <a:latin typeface="Barlow" panose="00000500000000000000" pitchFamily="2" charset="0"/>
              </a:rPr>
              <a:t>Single input or one independent variable and one dependent variable to find the best relationship between two variables, given that they're in continuous nature.</a:t>
            </a:r>
          </a:p>
          <a:p>
            <a:pPr algn="l"/>
            <a:r>
              <a:rPr lang="en-US" sz="2000" b="0" i="0" dirty="0">
                <a:solidFill>
                  <a:srgbClr val="111111"/>
                </a:solidFill>
                <a:effectLst/>
                <a:latin typeface="Barlow" panose="00000500000000000000" pitchFamily="2" charset="0"/>
              </a:rPr>
              <a:t>For example, it can be used to predict the amount of weight gained based on the calories consumed.</a:t>
            </a:r>
            <a:r>
              <a:rPr lang="en-US" sz="2000" b="1" i="0" dirty="0">
                <a:solidFill>
                  <a:srgbClr val="111111"/>
                </a:solidFill>
                <a:effectLst/>
                <a:latin typeface="Barlow" panose="00000500000000000000" pitchFamily="2" charset="0"/>
              </a:rPr>
              <a:t>  </a:t>
            </a:r>
            <a:endParaRPr lang="en-US" sz="2000" b="0" i="0" dirty="0">
              <a:solidFill>
                <a:srgbClr val="111111"/>
              </a:solidFill>
              <a:effectLst/>
              <a:latin typeface="Barlow" panose="00000500000000000000" pitchFamily="2" charset="0"/>
            </a:endParaRPr>
          </a:p>
          <a:p>
            <a:endParaRPr lang="en-US" sz="2000" dirty="0"/>
          </a:p>
        </p:txBody>
      </p:sp>
      <p:sp>
        <p:nvSpPr>
          <p:cNvPr id="4" name="Text Placeholder 2">
            <a:extLst>
              <a:ext uri="{FF2B5EF4-FFF2-40B4-BE49-F238E27FC236}">
                <a16:creationId xmlns:a16="http://schemas.microsoft.com/office/drawing/2014/main" id="{9CC809C3-547F-66E4-7A19-D36E0F65DE37}"/>
              </a:ext>
            </a:extLst>
          </p:cNvPr>
          <p:cNvSpPr txBox="1">
            <a:spLocks/>
          </p:cNvSpPr>
          <p:nvPr/>
        </p:nvSpPr>
        <p:spPr>
          <a:xfrm>
            <a:off x="4223658" y="1012674"/>
            <a:ext cx="3786486" cy="4952696"/>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111111"/>
                </a:solidFill>
                <a:latin typeface="Barlow" panose="00000500000000000000" pitchFamily="2" charset="0"/>
              </a:rPr>
              <a:t>Ordinary least squares</a:t>
            </a:r>
          </a:p>
          <a:p>
            <a:r>
              <a:rPr lang="en-US" sz="2000" dirty="0">
                <a:solidFill>
                  <a:srgbClr val="111111"/>
                </a:solidFill>
                <a:latin typeface="Barlow" panose="00000500000000000000" pitchFamily="2" charset="0"/>
              </a:rPr>
              <a:t>Another method to estimate the value of coefficients when there is more than one independent variable or input. It's one of the most common approaches for solving linear regression and is also known as a </a:t>
            </a:r>
            <a:r>
              <a:rPr lang="en-US" sz="2000" b="1" dirty="0">
                <a:solidFill>
                  <a:srgbClr val="111111"/>
                </a:solidFill>
                <a:latin typeface="Barlow" panose="00000500000000000000" pitchFamily="2" charset="0"/>
              </a:rPr>
              <a:t>normal equation</a:t>
            </a:r>
            <a:r>
              <a:rPr lang="en-US" sz="2000" dirty="0">
                <a:solidFill>
                  <a:srgbClr val="111111"/>
                </a:solidFill>
                <a:latin typeface="Barlow" panose="00000500000000000000" pitchFamily="2" charset="0"/>
              </a:rPr>
              <a:t>.</a:t>
            </a:r>
          </a:p>
          <a:p>
            <a:r>
              <a:rPr lang="en-US" sz="2000" dirty="0">
                <a:solidFill>
                  <a:srgbClr val="111111"/>
                </a:solidFill>
                <a:latin typeface="Barlow" panose="00000500000000000000" pitchFamily="2" charset="0"/>
              </a:rPr>
              <a:t>This procedure tries to minimize the sum of the squared residuals.</a:t>
            </a:r>
          </a:p>
        </p:txBody>
      </p:sp>
      <p:sp>
        <p:nvSpPr>
          <p:cNvPr id="5" name="Text Placeholder 2">
            <a:extLst>
              <a:ext uri="{FF2B5EF4-FFF2-40B4-BE49-F238E27FC236}">
                <a16:creationId xmlns:a16="http://schemas.microsoft.com/office/drawing/2014/main" id="{7C13A690-EAC5-C450-7665-D40A083AE6FC}"/>
              </a:ext>
            </a:extLst>
          </p:cNvPr>
          <p:cNvSpPr txBox="1">
            <a:spLocks/>
          </p:cNvSpPr>
          <p:nvPr/>
        </p:nvSpPr>
        <p:spPr>
          <a:xfrm>
            <a:off x="8191500" y="1273628"/>
            <a:ext cx="3759274" cy="457169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1" i="0" dirty="0">
                <a:solidFill>
                  <a:srgbClr val="111111"/>
                </a:solidFill>
                <a:effectLst/>
                <a:latin typeface="Barlow" panose="00000500000000000000" pitchFamily="2" charset="0"/>
              </a:rPr>
              <a:t>Gradient descent</a:t>
            </a:r>
          </a:p>
          <a:p>
            <a:pPr algn="l"/>
            <a:r>
              <a:rPr lang="en-US" sz="2000" b="0" i="0" dirty="0">
                <a:solidFill>
                  <a:srgbClr val="111111"/>
                </a:solidFill>
                <a:effectLst/>
                <a:latin typeface="Barlow" panose="00000500000000000000" pitchFamily="2" charset="0"/>
              </a:rPr>
              <a:t>One of the easiest and commonly used methods to solve linear regression problems. </a:t>
            </a:r>
          </a:p>
          <a:p>
            <a:pPr algn="l"/>
            <a:r>
              <a:rPr lang="en-US" sz="2000" dirty="0">
                <a:solidFill>
                  <a:srgbClr val="111111"/>
                </a:solidFill>
                <a:latin typeface="Barlow" panose="00000500000000000000" pitchFamily="2" charset="0"/>
              </a:rPr>
              <a:t>U</a:t>
            </a:r>
            <a:r>
              <a:rPr lang="en-US" sz="2000" b="0" i="0" dirty="0">
                <a:solidFill>
                  <a:srgbClr val="111111"/>
                </a:solidFill>
                <a:effectLst/>
                <a:latin typeface="Barlow" panose="00000500000000000000" pitchFamily="2" charset="0"/>
              </a:rPr>
              <a:t>seful when there are one or more inputs and involves optimizing the value of coefficients by minimizing the model's error iteratively.</a:t>
            </a:r>
          </a:p>
          <a:p>
            <a:endParaRPr lang="en-US" sz="2000" dirty="0"/>
          </a:p>
        </p:txBody>
      </p:sp>
    </p:spTree>
    <p:extLst>
      <p:ext uri="{BB962C8B-B14F-4D97-AF65-F5344CB8AC3E}">
        <p14:creationId xmlns:p14="http://schemas.microsoft.com/office/powerpoint/2010/main" val="286137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896C7-ECBA-3447-962B-90176379591B}"/>
              </a:ext>
            </a:extLst>
          </p:cNvPr>
          <p:cNvSpPr>
            <a:spLocks noGrp="1"/>
          </p:cNvSpPr>
          <p:nvPr>
            <p:ph type="title"/>
          </p:nvPr>
        </p:nvSpPr>
        <p:spPr/>
        <p:txBody>
          <a:bodyPr/>
          <a:lstStyle/>
          <a:p>
            <a:r>
              <a:rPr lang="en-GB" dirty="0"/>
              <a:t>Regression</a:t>
            </a:r>
            <a:endParaRPr lang="en-US" dirty="0"/>
          </a:p>
        </p:txBody>
      </p:sp>
      <p:sp>
        <p:nvSpPr>
          <p:cNvPr id="3" name="Text Placeholder 2">
            <a:extLst>
              <a:ext uri="{FF2B5EF4-FFF2-40B4-BE49-F238E27FC236}">
                <a16:creationId xmlns:a16="http://schemas.microsoft.com/office/drawing/2014/main" id="{D7E24ED3-78AD-B517-2445-534237FC6617}"/>
              </a:ext>
            </a:extLst>
          </p:cNvPr>
          <p:cNvSpPr>
            <a:spLocks noGrp="1"/>
          </p:cNvSpPr>
          <p:nvPr>
            <p:ph type="body" sz="quarter" idx="10"/>
          </p:nvPr>
        </p:nvSpPr>
        <p:spPr>
          <a:xfrm>
            <a:off x="601791" y="1202267"/>
            <a:ext cx="10994852" cy="4643057"/>
          </a:xfrm>
        </p:spPr>
        <p:txBody>
          <a:bodyPr/>
          <a:lstStyle/>
          <a:p>
            <a:r>
              <a:rPr lang="en-US" dirty="0"/>
              <a:t>Simple linear regression is a regression model that estimates the relationship between a dependent variable and an independent variable using a straight line.</a:t>
            </a:r>
          </a:p>
          <a:p>
            <a:r>
              <a:rPr lang="en-US" dirty="0"/>
              <a:t>Multiple linear regression estimates the relationship between two or more independent variables and one dependent variable. </a:t>
            </a:r>
          </a:p>
          <a:p>
            <a:r>
              <a:rPr lang="en-US" dirty="0"/>
              <a:t>In the real world, there are an ample number of situations where many independent variables get influenced by other variables for that we have to look for other options rather than a single regression model that can only work with one independent variable.</a:t>
            </a:r>
          </a:p>
          <a:p>
            <a:endParaRPr lang="en-US" dirty="0"/>
          </a:p>
        </p:txBody>
      </p:sp>
    </p:spTree>
    <p:extLst>
      <p:ext uri="{BB962C8B-B14F-4D97-AF65-F5344CB8AC3E}">
        <p14:creationId xmlns:p14="http://schemas.microsoft.com/office/powerpoint/2010/main" val="165873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Multiple regression</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1" y="1437914"/>
            <a:ext cx="11601300" cy="1678950"/>
          </a:xfrm>
        </p:spPr>
        <p:txBody>
          <a:bodyPr/>
          <a:lstStyle/>
          <a:p>
            <a:r>
              <a:rPr lang="en-GB" dirty="0">
                <a:solidFill>
                  <a:schemeClr val="tx1">
                    <a:lumMod val="75000"/>
                    <a:lumOff val="25000"/>
                  </a:schemeClr>
                </a:solidFill>
              </a:rPr>
              <a:t>What if more than one variable influences the one, you’re interested in? </a:t>
            </a:r>
          </a:p>
          <a:p>
            <a:r>
              <a:rPr lang="en-GB" dirty="0">
                <a:solidFill>
                  <a:schemeClr val="tx1">
                    <a:lumMod val="75000"/>
                    <a:lumOff val="25000"/>
                  </a:schemeClr>
                </a:solidFill>
              </a:rPr>
              <a:t> Example: predicting a price for a car based on its many attributes (body style, brand, mileage, etc.)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77image1823776">
            <a:extLst>
              <a:ext uri="{FF2B5EF4-FFF2-40B4-BE49-F238E27FC236}">
                <a16:creationId xmlns:a16="http://schemas.microsoft.com/office/drawing/2014/main" id="{79C5B02F-1023-9044-8AD1-124A70A781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1377" y="2701583"/>
            <a:ext cx="4279645" cy="2857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191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9FECB-E0A5-35E6-964C-4E3FF4E8F0E7}"/>
              </a:ext>
            </a:extLst>
          </p:cNvPr>
          <p:cNvSpPr>
            <a:spLocks noGrp="1"/>
          </p:cNvSpPr>
          <p:nvPr>
            <p:ph type="title"/>
          </p:nvPr>
        </p:nvSpPr>
        <p:spPr>
          <a:xfrm>
            <a:off x="148280" y="77132"/>
            <a:ext cx="10023241" cy="1068223"/>
          </a:xfrm>
        </p:spPr>
        <p:txBody>
          <a:bodyPr/>
          <a:lstStyle/>
          <a:p>
            <a:r>
              <a:rPr lang="en-US" dirty="0"/>
              <a:t>Examples of multiple regression in real life</a:t>
            </a:r>
          </a:p>
        </p:txBody>
      </p:sp>
      <p:sp>
        <p:nvSpPr>
          <p:cNvPr id="3" name="Text Placeholder 2">
            <a:extLst>
              <a:ext uri="{FF2B5EF4-FFF2-40B4-BE49-F238E27FC236}">
                <a16:creationId xmlns:a16="http://schemas.microsoft.com/office/drawing/2014/main" id="{628AA1B7-C5E7-AE2B-48EE-FD30BCA2648F}"/>
              </a:ext>
            </a:extLst>
          </p:cNvPr>
          <p:cNvSpPr>
            <a:spLocks noGrp="1"/>
          </p:cNvSpPr>
          <p:nvPr>
            <p:ph type="body" sz="quarter" idx="10"/>
          </p:nvPr>
        </p:nvSpPr>
        <p:spPr>
          <a:xfrm>
            <a:off x="148281" y="1061741"/>
            <a:ext cx="10952535" cy="5440680"/>
          </a:xfrm>
        </p:spPr>
        <p:txBody>
          <a:bodyPr/>
          <a:lstStyle/>
          <a:p>
            <a:pPr algn="l" fontAlgn="base"/>
            <a:r>
              <a:rPr lang="en-US" sz="1600" b="0" i="0" dirty="0">
                <a:solidFill>
                  <a:srgbClr val="444444"/>
                </a:solidFill>
                <a:effectLst/>
                <a:latin typeface="Poppins" panose="00000500000000000000" pitchFamily="2" charset="0"/>
              </a:rPr>
              <a:t>Multiple regression tries to find out a formula that can explain how factors in variables respond simultaneously to changes in others.</a:t>
            </a:r>
          </a:p>
          <a:p>
            <a:pPr algn="l" fontAlgn="base">
              <a:buFont typeface="+mj-lt"/>
              <a:buAutoNum type="arabicPeriod"/>
            </a:pPr>
            <a:r>
              <a:rPr lang="en-US" sz="1600" b="0" i="0" dirty="0">
                <a:solidFill>
                  <a:srgbClr val="444444"/>
                </a:solidFill>
                <a:effectLst/>
                <a:latin typeface="Poppins" panose="00000500000000000000" pitchFamily="2" charset="0"/>
              </a:rPr>
              <a:t>MR John wants to estimate the price of a house. He will collect details such as the location of the house, number of bedrooms, size in square feet, amenities available, or not. Basis these details price of the house can be predicted and how each variables are interrelated.</a:t>
            </a:r>
          </a:p>
          <a:p>
            <a:pPr algn="l" fontAlgn="base">
              <a:buFont typeface="+mj-lt"/>
              <a:buAutoNum type="arabicPeriod"/>
            </a:pPr>
            <a:r>
              <a:rPr lang="en-US" sz="1600" b="0" i="0" dirty="0">
                <a:solidFill>
                  <a:srgbClr val="444444"/>
                </a:solidFill>
                <a:effectLst/>
                <a:latin typeface="Poppins" panose="00000500000000000000" pitchFamily="2" charset="0"/>
              </a:rPr>
              <a:t>An agriculture scientist wants to predict the total crop yield expected for the summer. He collected details of the expected amount of rainfall, fertilizers to be used, and soil conditions. By building a Multivariate regression model scientists can predict his crop yield. With the crop yield, the scientist also tries to understand the relationship among the variables.</a:t>
            </a:r>
          </a:p>
          <a:p>
            <a:pPr algn="l" fontAlgn="base">
              <a:buFont typeface="+mj-lt"/>
              <a:buAutoNum type="arabicPeriod"/>
            </a:pPr>
            <a:r>
              <a:rPr lang="en-US" sz="1600" b="0" i="0" dirty="0">
                <a:solidFill>
                  <a:srgbClr val="444444"/>
                </a:solidFill>
                <a:effectLst/>
                <a:latin typeface="Poppins" panose="00000500000000000000" pitchFamily="2" charset="0"/>
              </a:rPr>
              <a:t>If an organization wants to know how much it has to pay to a new hire, they will take into account many details such as education level, number of experience, job location, has niche skill or not. Basis this information salary of an employee can be predicted, how these variables help in estimating the salary.</a:t>
            </a:r>
          </a:p>
          <a:p>
            <a:pPr algn="l" fontAlgn="base">
              <a:buFont typeface="+mj-lt"/>
              <a:buAutoNum type="arabicPeriod"/>
            </a:pPr>
            <a:r>
              <a:rPr lang="en-US" sz="1600" b="0" i="0" dirty="0">
                <a:solidFill>
                  <a:srgbClr val="444444"/>
                </a:solidFill>
                <a:effectLst/>
                <a:latin typeface="Poppins" panose="00000500000000000000" pitchFamily="2" charset="0"/>
              </a:rPr>
              <a:t>Economists use to predict the GDP growth of a state or a country based on parameters like total amount spent by consumers, import expenditure, total gains from exports, total savings, etc.</a:t>
            </a:r>
          </a:p>
          <a:p>
            <a:pPr algn="l" fontAlgn="base">
              <a:buFont typeface="+mj-lt"/>
              <a:buAutoNum type="arabicPeriod"/>
            </a:pPr>
            <a:r>
              <a:rPr lang="en-US" sz="1600" b="0" i="0" dirty="0">
                <a:solidFill>
                  <a:srgbClr val="444444"/>
                </a:solidFill>
                <a:effectLst/>
                <a:latin typeface="Poppins" panose="00000500000000000000" pitchFamily="2" charset="0"/>
              </a:rPr>
              <a:t>A company wants to predict the electricity bill of an apartment, the details needed here are the number of flats, the number of appliances in usage, the number of people at home, etc. With the help of these variables, the electricity bill can be predicted.</a:t>
            </a:r>
          </a:p>
          <a:p>
            <a:endParaRPr lang="en-US" sz="1600" dirty="0"/>
          </a:p>
        </p:txBody>
      </p:sp>
    </p:spTree>
    <p:extLst>
      <p:ext uri="{BB962C8B-B14F-4D97-AF65-F5344CB8AC3E}">
        <p14:creationId xmlns:p14="http://schemas.microsoft.com/office/powerpoint/2010/main" val="3380147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Still uses least square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We just end up with coefficients for each factor. </a:t>
            </a:r>
          </a:p>
          <a:p>
            <a:r>
              <a:rPr lang="en-GB" dirty="0">
                <a:solidFill>
                  <a:schemeClr val="tx1">
                    <a:lumMod val="75000"/>
                    <a:lumOff val="25000"/>
                  </a:schemeClr>
                </a:solidFill>
              </a:rPr>
              <a:t>	For example, 𝑝𝑟𝑖𝑐𝑒 = 𝛼 + 𝛽1 mileage + 𝛽2age + 𝛽3doors …123 </a:t>
            </a:r>
          </a:p>
          <a:p>
            <a:r>
              <a:rPr lang="en-GB" dirty="0">
                <a:solidFill>
                  <a:schemeClr val="tx1">
                    <a:lumMod val="75000"/>
                    <a:lumOff val="25000"/>
                  </a:schemeClr>
                </a:solidFill>
              </a:rPr>
              <a:t>	These coefficients imply how important each factor is  </a:t>
            </a:r>
          </a:p>
          <a:p>
            <a:r>
              <a:rPr lang="en-GB" dirty="0">
                <a:solidFill>
                  <a:schemeClr val="tx1">
                    <a:lumMod val="75000"/>
                    <a:lumOff val="25000"/>
                  </a:schemeClr>
                </a:solidFill>
              </a:rPr>
              <a:t>	Get rid of ones that don’t matter! </a:t>
            </a:r>
          </a:p>
          <a:p>
            <a:r>
              <a:rPr lang="en-GB" dirty="0">
                <a:solidFill>
                  <a:schemeClr val="tx1">
                    <a:lumMod val="75000"/>
                    <a:lumOff val="25000"/>
                  </a:schemeClr>
                </a:solidFill>
              </a:rPr>
              <a:t>Can still measure fit with r-squared </a:t>
            </a:r>
          </a:p>
          <a:p>
            <a:r>
              <a:rPr lang="en-GB" dirty="0">
                <a:solidFill>
                  <a:schemeClr val="tx1">
                    <a:lumMod val="75000"/>
                    <a:lumOff val="25000"/>
                  </a:schemeClr>
                </a:solidFill>
              </a:rPr>
              <a:t>Need to assume the different factors are not themselves dependent on each other.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21500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2DB5F-328F-10D1-8E05-E8CC7059F16B}"/>
              </a:ext>
            </a:extLst>
          </p:cNvPr>
          <p:cNvSpPr>
            <a:spLocks noGrp="1"/>
          </p:cNvSpPr>
          <p:nvPr>
            <p:ph type="title"/>
          </p:nvPr>
        </p:nvSpPr>
        <p:spPr/>
        <p:txBody>
          <a:bodyPr/>
          <a:lstStyle/>
          <a:p>
            <a:r>
              <a:rPr lang="en-GB" dirty="0"/>
              <a:t>Normality ?</a:t>
            </a:r>
          </a:p>
        </p:txBody>
      </p:sp>
      <p:sp>
        <p:nvSpPr>
          <p:cNvPr id="3" name="Text Placeholder 2">
            <a:extLst>
              <a:ext uri="{FF2B5EF4-FFF2-40B4-BE49-F238E27FC236}">
                <a16:creationId xmlns:a16="http://schemas.microsoft.com/office/drawing/2014/main" id="{BA0EDD8A-6C60-61E3-50FD-47ECE8EA0C16}"/>
              </a:ext>
            </a:extLst>
          </p:cNvPr>
          <p:cNvSpPr>
            <a:spLocks noGrp="1"/>
          </p:cNvSpPr>
          <p:nvPr>
            <p:ph type="body" sz="quarter" idx="10"/>
          </p:nvPr>
        </p:nvSpPr>
        <p:spPr>
          <a:xfrm>
            <a:off x="108496" y="1198365"/>
            <a:ext cx="10315664" cy="4877581"/>
          </a:xfrm>
        </p:spPr>
        <p:txBody>
          <a:bodyPr/>
          <a:lstStyle/>
          <a:p>
            <a:pPr algn="l"/>
            <a:r>
              <a:rPr lang="en-GB" sz="1600" b="0" i="0" dirty="0">
                <a:solidFill>
                  <a:srgbClr val="000000"/>
                </a:solidFill>
                <a:effectLst/>
                <a:latin typeface="var(--jp-content-font-family)"/>
              </a:rPr>
              <a:t>Linear Regression and many other models assume that the data is normally distributed. If this assumption fails the model fails to give accurate predictions.</a:t>
            </a:r>
          </a:p>
          <a:p>
            <a:pPr algn="l"/>
            <a:r>
              <a:rPr lang="en-GB" sz="1600" b="0" i="0" dirty="0">
                <a:solidFill>
                  <a:srgbClr val="000000"/>
                </a:solidFill>
                <a:effectLst/>
                <a:latin typeface="var(--jp-content-font-family)"/>
              </a:rPr>
              <a:t>A probability distribution with the mean 0 and standard deviation of 1 is known as standard normal distribution or Gaussian distribution. </a:t>
            </a:r>
          </a:p>
          <a:p>
            <a:pPr algn="l"/>
            <a:r>
              <a:rPr lang="en-GB" sz="1600" b="0" i="0" dirty="0">
                <a:solidFill>
                  <a:srgbClr val="000000"/>
                </a:solidFill>
                <a:effectLst/>
                <a:latin typeface="var(--jp-content-font-family)"/>
              </a:rPr>
              <a:t>A normal </a:t>
            </a:r>
            <a:r>
              <a:rPr lang="en-GB" sz="1600" b="0" i="0" dirty="0" err="1">
                <a:solidFill>
                  <a:srgbClr val="000000"/>
                </a:solidFill>
                <a:effectLst/>
                <a:latin typeface="var(--jp-content-font-family)"/>
              </a:rPr>
              <a:t>distibution</a:t>
            </a:r>
            <a:r>
              <a:rPr lang="en-GB" sz="1600" b="0" i="0" dirty="0">
                <a:solidFill>
                  <a:srgbClr val="000000"/>
                </a:solidFill>
                <a:effectLst/>
                <a:latin typeface="var(--jp-content-font-family)"/>
              </a:rPr>
              <a:t> is </a:t>
            </a:r>
            <a:r>
              <a:rPr lang="en-GB" sz="1600" b="1" i="0" dirty="0">
                <a:solidFill>
                  <a:srgbClr val="000000"/>
                </a:solidFill>
                <a:effectLst/>
                <a:latin typeface="var(--jp-content-font-family)"/>
              </a:rPr>
              <a:t>symmetric</a:t>
            </a:r>
            <a:r>
              <a:rPr lang="en-GB" sz="1600" b="0" i="0" dirty="0">
                <a:solidFill>
                  <a:srgbClr val="000000"/>
                </a:solidFill>
                <a:effectLst/>
                <a:latin typeface="var(--jp-content-font-family)"/>
              </a:rPr>
              <a:t> about the mean and follows a </a:t>
            </a:r>
            <a:r>
              <a:rPr lang="en-GB" sz="1600" b="1" i="0" dirty="0">
                <a:solidFill>
                  <a:srgbClr val="000000"/>
                </a:solidFill>
                <a:effectLst/>
                <a:latin typeface="var(--jp-content-font-family)"/>
              </a:rPr>
              <a:t>bell shaped curve</a:t>
            </a:r>
            <a:r>
              <a:rPr lang="en-GB" sz="1600" b="0" i="0" dirty="0">
                <a:solidFill>
                  <a:srgbClr val="000000"/>
                </a:solidFill>
                <a:effectLst/>
                <a:latin typeface="var(--jp-content-font-family)"/>
              </a:rPr>
              <a:t> . And almost 99.7% of the values lies within 3 standard deviation. The mean, median and mode of a normal distribution are equal.</a:t>
            </a:r>
          </a:p>
        </p:txBody>
      </p:sp>
      <p:pic>
        <p:nvPicPr>
          <p:cNvPr id="4" name="Picture 2">
            <a:extLst>
              <a:ext uri="{FF2B5EF4-FFF2-40B4-BE49-F238E27FC236}">
                <a16:creationId xmlns:a16="http://schemas.microsoft.com/office/drawing/2014/main" id="{B7B0DE9A-8AC8-C5BC-5B2C-69F3653ED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512" y="2999232"/>
            <a:ext cx="8430768" cy="2916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157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2DB5F-328F-10D1-8E05-E8CC7059F16B}"/>
              </a:ext>
            </a:extLst>
          </p:cNvPr>
          <p:cNvSpPr>
            <a:spLocks noGrp="1"/>
          </p:cNvSpPr>
          <p:nvPr>
            <p:ph type="title"/>
          </p:nvPr>
        </p:nvSpPr>
        <p:spPr>
          <a:xfrm>
            <a:off x="601791" y="345166"/>
            <a:ext cx="9097686" cy="1068223"/>
          </a:xfrm>
        </p:spPr>
        <p:txBody>
          <a:bodyPr/>
          <a:lstStyle/>
          <a:p>
            <a:r>
              <a:rPr lang="en-GB" dirty="0"/>
              <a:t>Normality ?</a:t>
            </a:r>
          </a:p>
        </p:txBody>
      </p:sp>
      <p:sp>
        <p:nvSpPr>
          <p:cNvPr id="3" name="Text Placeholder 2">
            <a:extLst>
              <a:ext uri="{FF2B5EF4-FFF2-40B4-BE49-F238E27FC236}">
                <a16:creationId xmlns:a16="http://schemas.microsoft.com/office/drawing/2014/main" id="{BA0EDD8A-6C60-61E3-50FD-47ECE8EA0C16}"/>
              </a:ext>
            </a:extLst>
          </p:cNvPr>
          <p:cNvSpPr>
            <a:spLocks noGrp="1"/>
          </p:cNvSpPr>
          <p:nvPr>
            <p:ph type="body" sz="quarter" idx="10"/>
          </p:nvPr>
        </p:nvSpPr>
        <p:spPr>
          <a:xfrm>
            <a:off x="108495" y="969263"/>
            <a:ext cx="11568393" cy="5111497"/>
          </a:xfrm>
        </p:spPr>
        <p:txBody>
          <a:bodyPr/>
          <a:lstStyle/>
          <a:p>
            <a:pPr algn="l"/>
            <a:r>
              <a:rPr lang="en-GB" sz="1600" b="1" i="0" dirty="0">
                <a:solidFill>
                  <a:srgbClr val="000000"/>
                </a:solidFill>
                <a:effectLst/>
                <a:latin typeface="var(--jp-content-font-family)"/>
              </a:rPr>
              <a:t>SKEWNESS</a:t>
            </a:r>
          </a:p>
          <a:p>
            <a:pPr algn="l"/>
            <a:r>
              <a:rPr lang="en-GB" sz="1600" b="0" i="0" dirty="0">
                <a:solidFill>
                  <a:srgbClr val="000000"/>
                </a:solidFill>
                <a:effectLst/>
                <a:latin typeface="var(--jp-content-font-family)"/>
              </a:rPr>
              <a:t>Skewness of a distribution is defined as the lack of symmetry. In a symmetrical distribution, the Mean, </a:t>
            </a:r>
            <a:r>
              <a:rPr lang="en-GB" sz="1600" b="0" i="0" dirty="0" err="1">
                <a:solidFill>
                  <a:srgbClr val="000000"/>
                </a:solidFill>
                <a:effectLst/>
                <a:latin typeface="var(--jp-content-font-family)"/>
              </a:rPr>
              <a:t>Meadian</a:t>
            </a:r>
            <a:r>
              <a:rPr lang="en-GB" sz="1600" b="0" i="0" dirty="0">
                <a:solidFill>
                  <a:srgbClr val="000000"/>
                </a:solidFill>
                <a:effectLst/>
                <a:latin typeface="var(--jp-content-font-family)"/>
              </a:rPr>
              <a:t> and Mode are </a:t>
            </a:r>
            <a:r>
              <a:rPr lang="en-GB" sz="1600" b="0" i="0" dirty="0" err="1">
                <a:solidFill>
                  <a:srgbClr val="000000"/>
                </a:solidFill>
                <a:effectLst/>
                <a:latin typeface="var(--jp-content-font-family)"/>
              </a:rPr>
              <a:t>equal.The</a:t>
            </a:r>
            <a:r>
              <a:rPr lang="en-GB" sz="1600" b="0" i="0" dirty="0">
                <a:solidFill>
                  <a:srgbClr val="000000"/>
                </a:solidFill>
                <a:effectLst/>
                <a:latin typeface="var(--jp-content-font-family)"/>
              </a:rPr>
              <a:t> normal distribution has a skewness of 0. Skewness tell us about distribution of our data.</a:t>
            </a:r>
          </a:p>
          <a:p>
            <a:pPr algn="l"/>
            <a:r>
              <a:rPr lang="en-GB" sz="1600" b="1" i="0" dirty="0">
                <a:solidFill>
                  <a:srgbClr val="000000"/>
                </a:solidFill>
                <a:effectLst/>
                <a:latin typeface="var(--jp-content-font-family)"/>
              </a:rPr>
              <a:t>Skewness is of two types:</a:t>
            </a:r>
          </a:p>
          <a:p>
            <a:pPr algn="l">
              <a:buFont typeface="Arial" panose="020B0604020202020204" pitchFamily="34" charset="0"/>
              <a:buChar char="•"/>
            </a:pPr>
            <a:r>
              <a:rPr lang="en-GB" sz="1600" b="1" i="0" dirty="0">
                <a:solidFill>
                  <a:srgbClr val="000000"/>
                </a:solidFill>
                <a:effectLst/>
                <a:latin typeface="var(--jp-content-font-family)"/>
              </a:rPr>
              <a:t>Positive skewness:</a:t>
            </a:r>
            <a:r>
              <a:rPr lang="en-GB" sz="1600" b="0" i="0" dirty="0">
                <a:solidFill>
                  <a:srgbClr val="000000"/>
                </a:solidFill>
                <a:effectLst/>
                <a:latin typeface="var(--jp-content-font-family)"/>
              </a:rPr>
              <a:t> When the tail on the right side of the distribution is longer or fatter, we say the data is positively skewed. For a positive skewness mean &gt; median &gt; mode.</a:t>
            </a:r>
          </a:p>
          <a:p>
            <a:pPr algn="l">
              <a:buFont typeface="Arial" panose="020B0604020202020204" pitchFamily="34" charset="0"/>
              <a:buChar char="•"/>
            </a:pPr>
            <a:r>
              <a:rPr lang="en-GB" sz="1600" b="1" i="0" dirty="0">
                <a:solidFill>
                  <a:srgbClr val="000000"/>
                </a:solidFill>
                <a:effectLst/>
                <a:latin typeface="var(--jp-content-font-family)"/>
              </a:rPr>
              <a:t>Negative skewness:</a:t>
            </a:r>
            <a:r>
              <a:rPr lang="en-GB" sz="1600" b="0" i="0" dirty="0">
                <a:solidFill>
                  <a:srgbClr val="000000"/>
                </a:solidFill>
                <a:effectLst/>
                <a:latin typeface="var(--jp-content-font-family)"/>
              </a:rPr>
              <a:t> When the tail on the left side of the distribution is longer or fatter, we say that the distribution is negatively skewed. For a negative skewness mean &lt; median &lt; mode.</a:t>
            </a:r>
          </a:p>
          <a:p>
            <a:pPr algn="l"/>
            <a:r>
              <a:rPr lang="en-GB" sz="1600" b="1" i="0" dirty="0">
                <a:solidFill>
                  <a:srgbClr val="000000"/>
                </a:solidFill>
                <a:effectLst/>
                <a:latin typeface="var(--jp-content-font-family)"/>
              </a:rPr>
              <a:t>What does skewness tells us? </a:t>
            </a:r>
            <a:r>
              <a:rPr lang="en-GB" sz="1600" b="0" i="0" dirty="0">
                <a:solidFill>
                  <a:srgbClr val="000000"/>
                </a:solidFill>
                <a:effectLst/>
                <a:latin typeface="var(--jp-content-font-family)"/>
              </a:rPr>
              <a:t>Consider house prices ranging from 100k to 1,000,000 with the average being 500,000.</a:t>
            </a:r>
          </a:p>
          <a:p>
            <a:pPr algn="l"/>
            <a:r>
              <a:rPr lang="en-GB" sz="1600" b="0" i="0" dirty="0">
                <a:solidFill>
                  <a:srgbClr val="000000"/>
                </a:solidFill>
                <a:effectLst/>
                <a:latin typeface="var(--jp-content-font-family)"/>
              </a:rPr>
              <a:t>If the peak of the distribution is in left side that means our data is positively skewed and most of the houses are being sold at the price less than the average.</a:t>
            </a:r>
          </a:p>
          <a:p>
            <a:pPr algn="l"/>
            <a:r>
              <a:rPr lang="en-GB" sz="1600" b="0" i="0" dirty="0">
                <a:solidFill>
                  <a:srgbClr val="000000"/>
                </a:solidFill>
                <a:effectLst/>
                <a:latin typeface="var(--jp-content-font-family)"/>
              </a:rPr>
              <a:t>If the peak of the distribution is in right side that means our data is negatively skewed and most of the houses are being sold at the price greater than the average.</a:t>
            </a:r>
          </a:p>
          <a:p>
            <a:pPr algn="l"/>
            <a:r>
              <a:rPr lang="en-GB" sz="1600" b="0" i="0" dirty="0">
                <a:solidFill>
                  <a:srgbClr val="000000"/>
                </a:solidFill>
                <a:effectLst/>
                <a:latin typeface="var(--jp-content-font-family)"/>
              </a:rPr>
              <a:t>Now, the question is when we can say our data is moderately skewed or heavily skewed.</a:t>
            </a:r>
          </a:p>
          <a:p>
            <a:pPr algn="l"/>
            <a:r>
              <a:rPr lang="en-GB" sz="1600" b="0" i="0" dirty="0">
                <a:solidFill>
                  <a:srgbClr val="000000"/>
                </a:solidFill>
                <a:effectLst/>
                <a:latin typeface="var(--jp-content-font-family)"/>
              </a:rPr>
              <a:t>The thumb rule is: If the skewness is between -0.5 to +0.5 then we can say data is fairly symmetrical. If the skewness is between -1 to -0.5 or 0.5 to 1 then data is moderately skewed. And if the skewness is less than -1 and greater than +1 then our data is heavily skewed.</a:t>
            </a:r>
          </a:p>
        </p:txBody>
      </p:sp>
    </p:spTree>
    <p:extLst>
      <p:ext uri="{BB962C8B-B14F-4D97-AF65-F5344CB8AC3E}">
        <p14:creationId xmlns:p14="http://schemas.microsoft.com/office/powerpoint/2010/main" val="1878870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7EC1-C6D2-F709-5A6E-2FCB210A9EC5}"/>
              </a:ext>
            </a:extLst>
          </p:cNvPr>
          <p:cNvSpPr>
            <a:spLocks noGrp="1"/>
          </p:cNvSpPr>
          <p:nvPr>
            <p:ph type="title"/>
          </p:nvPr>
        </p:nvSpPr>
        <p:spPr/>
        <p:txBody>
          <a:bodyPr/>
          <a:lstStyle/>
          <a:p>
            <a:r>
              <a:rPr lang="en-GB" dirty="0"/>
              <a:t>kurtosis</a:t>
            </a:r>
          </a:p>
        </p:txBody>
      </p:sp>
      <p:pic>
        <p:nvPicPr>
          <p:cNvPr id="1028" name="Picture 4">
            <a:extLst>
              <a:ext uri="{FF2B5EF4-FFF2-40B4-BE49-F238E27FC236}">
                <a16:creationId xmlns:a16="http://schemas.microsoft.com/office/drawing/2014/main" id="{C67D2D69-D776-C37E-99A0-D6090AC661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6640" y="1816086"/>
            <a:ext cx="4709159" cy="33777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780AA0-C9F7-55E5-F0C3-91411F407EC8}"/>
              </a:ext>
            </a:extLst>
          </p:cNvPr>
          <p:cNvSpPr txBox="1"/>
          <p:nvPr/>
        </p:nvSpPr>
        <p:spPr>
          <a:xfrm>
            <a:off x="120316" y="1334739"/>
            <a:ext cx="7286324" cy="5355312"/>
          </a:xfrm>
          <a:prstGeom prst="rect">
            <a:avLst/>
          </a:prstGeom>
          <a:noFill/>
        </p:spPr>
        <p:txBody>
          <a:bodyPr wrap="square">
            <a:spAutoFit/>
          </a:bodyPr>
          <a:lstStyle/>
          <a:p>
            <a:pPr algn="l"/>
            <a:r>
              <a:rPr lang="en-GB" sz="1800" b="0" i="0" dirty="0">
                <a:solidFill>
                  <a:srgbClr val="000000"/>
                </a:solidFill>
                <a:effectLst/>
                <a:latin typeface="var(--jp-content-font-family)"/>
              </a:rPr>
              <a:t>About the shape or </a:t>
            </a:r>
            <a:r>
              <a:rPr lang="en-GB" sz="1800" b="0" i="0" dirty="0" err="1">
                <a:solidFill>
                  <a:srgbClr val="000000"/>
                </a:solidFill>
                <a:effectLst/>
                <a:latin typeface="var(--jp-content-font-family)"/>
              </a:rPr>
              <a:t>peakedness</a:t>
            </a:r>
            <a:r>
              <a:rPr lang="en-GB" sz="1800" b="0" i="0" dirty="0">
                <a:solidFill>
                  <a:srgbClr val="000000"/>
                </a:solidFill>
                <a:effectLst/>
                <a:latin typeface="var(--jp-content-font-family)"/>
              </a:rPr>
              <a:t> or flatness of the distribution but this is not correct. </a:t>
            </a:r>
          </a:p>
          <a:p>
            <a:pPr algn="l"/>
            <a:r>
              <a:rPr lang="en-GB" sz="1800" b="0" i="0" dirty="0">
                <a:solidFill>
                  <a:srgbClr val="000000"/>
                </a:solidFill>
                <a:effectLst/>
                <a:latin typeface="var(--jp-content-font-family)"/>
              </a:rPr>
              <a:t>Kurtosis tell us about the tails behaviour. It is actually the measure of outliers present in the distribution.</a:t>
            </a:r>
          </a:p>
          <a:p>
            <a:pPr algn="l"/>
            <a:r>
              <a:rPr lang="en-GB" sz="1800" b="1" i="0" dirty="0">
                <a:solidFill>
                  <a:srgbClr val="000000"/>
                </a:solidFill>
                <a:effectLst/>
                <a:latin typeface="var(--jp-content-font-family)"/>
              </a:rPr>
              <a:t>Kurtosis are of three types:</a:t>
            </a:r>
          </a:p>
          <a:p>
            <a:pPr algn="l">
              <a:buFont typeface="Arial" panose="020B0604020202020204" pitchFamily="34" charset="0"/>
              <a:buChar char="•"/>
            </a:pPr>
            <a:r>
              <a:rPr lang="en-GB" sz="1800" b="1" i="0" dirty="0">
                <a:solidFill>
                  <a:srgbClr val="000000"/>
                </a:solidFill>
                <a:effectLst/>
                <a:latin typeface="var(--jp-content-font-family)"/>
              </a:rPr>
              <a:t>Mesokurtic:</a:t>
            </a:r>
            <a:r>
              <a:rPr lang="en-GB" sz="1800" b="0" i="0" dirty="0">
                <a:solidFill>
                  <a:srgbClr val="000000"/>
                </a:solidFill>
                <a:effectLst/>
                <a:latin typeface="var(--jp-content-font-family)"/>
              </a:rPr>
              <a:t> When the tails of the </a:t>
            </a:r>
            <a:r>
              <a:rPr lang="en-GB" sz="1800" b="0" i="0" dirty="0" err="1">
                <a:solidFill>
                  <a:srgbClr val="000000"/>
                </a:solidFill>
                <a:effectLst/>
                <a:latin typeface="var(--jp-content-font-family)"/>
              </a:rPr>
              <a:t>distibution</a:t>
            </a:r>
            <a:r>
              <a:rPr lang="en-GB" sz="1800" b="0" i="0" dirty="0">
                <a:solidFill>
                  <a:srgbClr val="000000"/>
                </a:solidFill>
                <a:effectLst/>
                <a:latin typeface="var(--jp-content-font-family)"/>
              </a:rPr>
              <a:t> is similar to the normal distribution then it is mesokurtic. The </a:t>
            </a:r>
            <a:r>
              <a:rPr lang="en-GB" sz="1800" b="0" i="0" dirty="0" err="1">
                <a:solidFill>
                  <a:srgbClr val="000000"/>
                </a:solidFill>
                <a:effectLst/>
                <a:latin typeface="var(--jp-content-font-family)"/>
              </a:rPr>
              <a:t>kutosis</a:t>
            </a:r>
            <a:r>
              <a:rPr lang="en-GB" sz="1800" b="0" i="0" dirty="0">
                <a:solidFill>
                  <a:srgbClr val="000000"/>
                </a:solidFill>
                <a:effectLst/>
                <a:latin typeface="var(--jp-content-font-family)"/>
              </a:rPr>
              <a:t> for normal </a:t>
            </a:r>
            <a:r>
              <a:rPr lang="en-GB" sz="1800" b="0" i="0" dirty="0" err="1">
                <a:solidFill>
                  <a:srgbClr val="000000"/>
                </a:solidFill>
                <a:effectLst/>
                <a:latin typeface="var(--jp-content-font-family)"/>
              </a:rPr>
              <a:t>distibution</a:t>
            </a:r>
            <a:r>
              <a:rPr lang="en-GB" sz="1800" b="0" i="0" dirty="0">
                <a:solidFill>
                  <a:srgbClr val="000000"/>
                </a:solidFill>
                <a:effectLst/>
                <a:latin typeface="var(--jp-content-font-family)"/>
              </a:rPr>
              <a:t> is 3.</a:t>
            </a:r>
          </a:p>
          <a:p>
            <a:pPr algn="l">
              <a:buFont typeface="Arial" panose="020B0604020202020204" pitchFamily="34" charset="0"/>
              <a:buChar char="•"/>
            </a:pPr>
            <a:r>
              <a:rPr lang="en-GB" sz="1800" b="1" i="0" dirty="0">
                <a:solidFill>
                  <a:srgbClr val="000000"/>
                </a:solidFill>
                <a:effectLst/>
                <a:latin typeface="var(--jp-content-font-family)"/>
              </a:rPr>
              <a:t>Leptokurtic:</a:t>
            </a:r>
            <a:r>
              <a:rPr lang="en-GB" sz="1800" b="0" i="0" dirty="0">
                <a:solidFill>
                  <a:srgbClr val="000000"/>
                </a:solidFill>
                <a:effectLst/>
                <a:latin typeface="var(--jp-content-font-family)"/>
              </a:rPr>
              <a:t> If the kurtosis is greater than 3 then it is leptokurtic. In this case, the tails will be heavier than the normal distribution which means lots of outliers are present in the data. It can be recognized as thin bell shaped distribution with a peak higher than normal distribution.</a:t>
            </a:r>
          </a:p>
          <a:p>
            <a:pPr algn="l">
              <a:buFont typeface="Arial" panose="020B0604020202020204" pitchFamily="34" charset="0"/>
              <a:buChar char="•"/>
            </a:pPr>
            <a:r>
              <a:rPr lang="en-GB" sz="1800" b="1" i="0" dirty="0">
                <a:solidFill>
                  <a:srgbClr val="000000"/>
                </a:solidFill>
                <a:effectLst/>
                <a:latin typeface="var(--jp-content-font-family)"/>
              </a:rPr>
              <a:t>Platykurtic:</a:t>
            </a:r>
            <a:r>
              <a:rPr lang="en-GB" sz="1800" b="0" i="0" dirty="0">
                <a:solidFill>
                  <a:srgbClr val="000000"/>
                </a:solidFill>
                <a:effectLst/>
                <a:latin typeface="var(--jp-content-font-family)"/>
              </a:rPr>
              <a:t> Kurtosis will be less than 3 which implies thinner tail or lack of outliers than normal distribution. In case of platykurtic, bell shaped distribution will be broader and peak will be lower than the mesokurtic.</a:t>
            </a:r>
          </a:p>
          <a:p>
            <a:endParaRPr lang="en-GB" sz="1800" dirty="0"/>
          </a:p>
          <a:p>
            <a:endParaRPr lang="en-GB" sz="1800" dirty="0"/>
          </a:p>
        </p:txBody>
      </p:sp>
    </p:spTree>
    <p:extLst>
      <p:ext uri="{BB962C8B-B14F-4D97-AF65-F5344CB8AC3E}">
        <p14:creationId xmlns:p14="http://schemas.microsoft.com/office/powerpoint/2010/main" val="92460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4A61C-1659-425B-7DAB-978CDB18DCA7}"/>
              </a:ext>
            </a:extLst>
          </p:cNvPr>
          <p:cNvSpPr>
            <a:spLocks noGrp="1"/>
          </p:cNvSpPr>
          <p:nvPr>
            <p:ph type="title"/>
          </p:nvPr>
        </p:nvSpPr>
        <p:spPr/>
        <p:txBody>
          <a:bodyPr/>
          <a:lstStyle/>
          <a:p>
            <a:r>
              <a:rPr lang="en-GB" dirty="0"/>
              <a:t>Log </a:t>
            </a:r>
            <a:r>
              <a:rPr lang="en-GB" dirty="0" err="1"/>
              <a:t>tranformation</a:t>
            </a:r>
            <a:endParaRPr lang="en-GB" dirty="0"/>
          </a:p>
        </p:txBody>
      </p:sp>
      <p:sp>
        <p:nvSpPr>
          <p:cNvPr id="3" name="Text Placeholder 2">
            <a:extLst>
              <a:ext uri="{FF2B5EF4-FFF2-40B4-BE49-F238E27FC236}">
                <a16:creationId xmlns:a16="http://schemas.microsoft.com/office/drawing/2014/main" id="{34B7ECCC-8CAB-2A7C-B62D-E6BEA5EBFAB5}"/>
              </a:ext>
            </a:extLst>
          </p:cNvPr>
          <p:cNvSpPr>
            <a:spLocks noGrp="1"/>
          </p:cNvSpPr>
          <p:nvPr>
            <p:ph type="body" sz="quarter" idx="10"/>
          </p:nvPr>
        </p:nvSpPr>
        <p:spPr>
          <a:xfrm>
            <a:off x="601790" y="1592520"/>
            <a:ext cx="7329793" cy="4469952"/>
          </a:xfrm>
        </p:spPr>
        <p:txBody>
          <a:bodyPr/>
          <a:lstStyle/>
          <a:p>
            <a:pPr algn="l"/>
            <a:r>
              <a:rPr lang="en-US" b="0" i="0" dirty="0">
                <a:solidFill>
                  <a:srgbClr val="292929"/>
                </a:solidFill>
                <a:effectLst/>
                <a:latin typeface="source-serif-pro"/>
              </a:rPr>
              <a:t>When our original continuous data do not follow the bell curve, we can log transform this data to make it as “normal” as possible so that the statistical analysis results from this data become more valid. In other words, the log transformation reduces or removes the skewness of our original data. </a:t>
            </a:r>
            <a:r>
              <a:rPr lang="en-GB" b="0" i="0" dirty="0">
                <a:effectLst/>
                <a:latin typeface="source-code-pro"/>
              </a:rPr>
              <a:t>import </a:t>
            </a:r>
            <a:r>
              <a:rPr lang="en-GB" b="0" i="0" dirty="0" err="1">
                <a:effectLst/>
                <a:latin typeface="source-code-pro"/>
              </a:rPr>
              <a:t>numpy</a:t>
            </a:r>
            <a:r>
              <a:rPr lang="en-GB" b="0" i="0" dirty="0">
                <a:effectLst/>
                <a:latin typeface="source-code-pro"/>
              </a:rPr>
              <a:t> as np</a:t>
            </a:r>
          </a:p>
          <a:p>
            <a:r>
              <a:rPr lang="en-GB" b="0" i="0" dirty="0">
                <a:effectLst/>
                <a:latin typeface="source-code-pro"/>
              </a:rPr>
              <a:t>x = [1, 2, 3, 4, 5]</a:t>
            </a:r>
            <a:br>
              <a:rPr lang="en-GB" b="0" i="0" dirty="0">
                <a:effectLst/>
                <a:latin typeface="source-code-pro"/>
              </a:rPr>
            </a:br>
            <a:r>
              <a:rPr lang="en-GB" b="0" i="0" dirty="0">
                <a:effectLst/>
                <a:latin typeface="source-code-pro"/>
              </a:rPr>
              <a:t>y = np.log(x)</a:t>
            </a:r>
            <a:br>
              <a:rPr lang="en-GB" b="0" i="0" dirty="0">
                <a:effectLst/>
                <a:latin typeface="source-code-pro"/>
              </a:rPr>
            </a:br>
            <a:r>
              <a:rPr lang="en-GB" b="0" i="0" dirty="0">
                <a:effectLst/>
                <a:latin typeface="source-code-pro"/>
              </a:rPr>
              <a:t>y</a:t>
            </a:r>
            <a:endParaRPr lang="en-GB" dirty="0"/>
          </a:p>
          <a:p>
            <a:endParaRPr lang="en-GB" dirty="0"/>
          </a:p>
        </p:txBody>
      </p:sp>
      <p:pic>
        <p:nvPicPr>
          <p:cNvPr id="5" name="Picture 2">
            <a:extLst>
              <a:ext uri="{FF2B5EF4-FFF2-40B4-BE49-F238E27FC236}">
                <a16:creationId xmlns:a16="http://schemas.microsoft.com/office/drawing/2014/main" id="{2C0F2F4C-F514-B5B1-3F0E-7A63A90D43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1584" y="2191604"/>
            <a:ext cx="3928910" cy="1637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666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5F3B-DBB6-56AE-9254-7F0260B5EAFD}"/>
              </a:ext>
            </a:extLst>
          </p:cNvPr>
          <p:cNvSpPr>
            <a:spLocks noGrp="1"/>
          </p:cNvSpPr>
          <p:nvPr>
            <p:ph type="title"/>
          </p:nvPr>
        </p:nvSpPr>
        <p:spPr/>
        <p:txBody>
          <a:bodyPr/>
          <a:lstStyle/>
          <a:p>
            <a:r>
              <a:rPr lang="en-US" dirty="0"/>
              <a:t>Cost function</a:t>
            </a:r>
          </a:p>
        </p:txBody>
      </p:sp>
      <p:sp>
        <p:nvSpPr>
          <p:cNvPr id="3" name="Text Placeholder 2">
            <a:extLst>
              <a:ext uri="{FF2B5EF4-FFF2-40B4-BE49-F238E27FC236}">
                <a16:creationId xmlns:a16="http://schemas.microsoft.com/office/drawing/2014/main" id="{FF04342F-FF8F-3762-6157-637541735159}"/>
              </a:ext>
            </a:extLst>
          </p:cNvPr>
          <p:cNvSpPr>
            <a:spLocks noGrp="1"/>
          </p:cNvSpPr>
          <p:nvPr>
            <p:ph type="body" sz="quarter" idx="10"/>
          </p:nvPr>
        </p:nvSpPr>
        <p:spPr/>
        <p:txBody>
          <a:bodyPr/>
          <a:lstStyle/>
          <a:p>
            <a:pPr marL="0" marR="0">
              <a:lnSpc>
                <a:spcPts val="2400"/>
              </a:lnSpc>
              <a:spcBef>
                <a:spcPts val="2400"/>
              </a:spcBef>
              <a:spcAft>
                <a:spcPts val="0"/>
              </a:spcAft>
            </a:pPr>
            <a:r>
              <a:rPr lang="en-US" sz="2000" spc="-5" dirty="0">
                <a:solidFill>
                  <a:srgbClr val="292929"/>
                </a:solidFill>
                <a:effectLst/>
                <a:latin typeface="Georgia" panose="02040502050405020303" pitchFamily="18" charset="0"/>
                <a:ea typeface="Times New Roman" panose="02020603050405020304" pitchFamily="18" charset="0"/>
              </a:rPr>
              <a:t>Using a multivariate model helps us compare coefficients across outcomes. What makes a multivariate or multiple linear regression a better model is a small cost function.</a:t>
            </a:r>
            <a:endParaRPr lang="en-US" sz="2000" dirty="0">
              <a:effectLst/>
              <a:latin typeface="Times New Roman" panose="02020603050405020304" pitchFamily="18" charset="0"/>
              <a:ea typeface="Times New Roman" panose="02020603050405020304" pitchFamily="18" charset="0"/>
            </a:endParaRPr>
          </a:p>
          <a:p>
            <a:pPr marL="0" marR="0">
              <a:lnSpc>
                <a:spcPts val="2100"/>
              </a:lnSpc>
              <a:spcBef>
                <a:spcPts val="3770"/>
              </a:spcBef>
              <a:spcAft>
                <a:spcPts val="0"/>
              </a:spcAft>
            </a:pPr>
            <a:r>
              <a:rPr lang="en-US" sz="2000" b="0" kern="0" dirty="0">
                <a:solidFill>
                  <a:srgbClr val="292929"/>
                </a:solidFill>
                <a:effectLst/>
                <a:latin typeface="Helvetica" panose="020B0604020202020204" pitchFamily="34" charset="0"/>
                <a:ea typeface="Times New Roman" panose="02020603050405020304" pitchFamily="18" charset="0"/>
                <a:cs typeface="Times New Roman" panose="02020603050405020304" pitchFamily="18" charset="0"/>
              </a:rPr>
              <a:t>Cost Function</a:t>
            </a:r>
            <a:endParaRPr lang="en-US" sz="20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ts val="2400"/>
              </a:lnSpc>
              <a:spcBef>
                <a:spcPts val="1030"/>
              </a:spcBef>
              <a:spcAft>
                <a:spcPts val="0"/>
              </a:spcAft>
            </a:pPr>
            <a:r>
              <a:rPr lang="en-US" sz="2000" spc="-5" dirty="0">
                <a:solidFill>
                  <a:srgbClr val="292929"/>
                </a:solidFill>
                <a:effectLst/>
                <a:latin typeface="Georgia" panose="02040502050405020303" pitchFamily="18" charset="0"/>
                <a:ea typeface="Times New Roman" panose="02020603050405020304" pitchFamily="18" charset="0"/>
              </a:rPr>
              <a:t>In simple words it is a function that assigns a cost to instances where the model deviates from the observed data. In this case, our cost is the </a:t>
            </a:r>
            <a:r>
              <a:rPr lang="en-US" sz="2000" b="1" spc="-5" dirty="0">
                <a:solidFill>
                  <a:srgbClr val="292929"/>
                </a:solidFill>
                <a:effectLst/>
                <a:latin typeface="Georgia" panose="02040502050405020303" pitchFamily="18" charset="0"/>
                <a:ea typeface="Times New Roman" panose="02020603050405020304" pitchFamily="18" charset="0"/>
              </a:rPr>
              <a:t>sum of squared errors</a:t>
            </a:r>
            <a:r>
              <a:rPr lang="en-US" sz="2000" spc="-5" dirty="0">
                <a:solidFill>
                  <a:srgbClr val="292929"/>
                </a:solidFill>
                <a:effectLst/>
                <a:latin typeface="Georgia" panose="02040502050405020303" pitchFamily="18" charset="0"/>
                <a:ea typeface="Times New Roman" panose="02020603050405020304" pitchFamily="18" charset="0"/>
              </a:rPr>
              <a:t>. The cost function for multiple linear regression is given by:</a:t>
            </a:r>
            <a:endParaRPr lang="en-US" sz="2000" dirty="0">
              <a:effectLst/>
              <a:latin typeface="Times New Roman" panose="02020603050405020304" pitchFamily="18" charset="0"/>
              <a:ea typeface="Times New Roman" panose="02020603050405020304" pitchFamily="18" charset="0"/>
            </a:endParaRPr>
          </a:p>
          <a:p>
            <a:r>
              <a:rPr lang="en-US" sz="2000" spc="-5" dirty="0">
                <a:solidFill>
                  <a:srgbClr val="292929"/>
                </a:solidFill>
                <a:effectLst/>
                <a:latin typeface="Georgia" panose="02040502050405020303" pitchFamily="18" charset="0"/>
                <a:ea typeface="Times New Roman" panose="02020603050405020304" pitchFamily="18" charset="0"/>
              </a:rPr>
              <a:t>We can understand this equation as the summation of square of difference between our predicted value and the actual value divided by twice of length of data set. A smaller mean squared error implies a better performance. Generally, a cost function is used along with the Gradient Descent algorithm to find the best parameters.</a:t>
            </a:r>
            <a:endParaRPr lang="en-US" sz="2000" dirty="0">
              <a:effectLst/>
              <a:latin typeface="Times New Roman" panose="02020603050405020304" pitchFamily="18" charset="0"/>
              <a:ea typeface="Times New Roman" panose="02020603050405020304" pitchFamily="18" charset="0"/>
            </a:endParaRPr>
          </a:p>
          <a:p>
            <a:endParaRPr lang="en-US" sz="2000" dirty="0"/>
          </a:p>
        </p:txBody>
      </p:sp>
      <p:pic>
        <p:nvPicPr>
          <p:cNvPr id="4" name="Picture 3" descr="Text&#10;&#10;Description automatically generated">
            <a:extLst>
              <a:ext uri="{FF2B5EF4-FFF2-40B4-BE49-F238E27FC236}">
                <a16:creationId xmlns:a16="http://schemas.microsoft.com/office/drawing/2014/main" id="{D9A02B58-7CFB-39F3-FA8B-A7ACF92753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26177" y="2488747"/>
            <a:ext cx="2863850" cy="704850"/>
          </a:xfrm>
          <a:prstGeom prst="rect">
            <a:avLst/>
          </a:prstGeom>
          <a:noFill/>
          <a:ln>
            <a:noFill/>
          </a:ln>
        </p:spPr>
      </p:pic>
    </p:spTree>
    <p:extLst>
      <p:ext uri="{BB962C8B-B14F-4D97-AF65-F5344CB8AC3E}">
        <p14:creationId xmlns:p14="http://schemas.microsoft.com/office/powerpoint/2010/main" val="3564796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9849-EE05-74FD-C6BF-52091D958842}"/>
              </a:ext>
            </a:extLst>
          </p:cNvPr>
          <p:cNvSpPr>
            <a:spLocks noGrp="1"/>
          </p:cNvSpPr>
          <p:nvPr>
            <p:ph type="title"/>
          </p:nvPr>
        </p:nvSpPr>
        <p:spPr/>
        <p:txBody>
          <a:bodyPr/>
          <a:lstStyle/>
          <a:p>
            <a:r>
              <a:rPr lang="en-GB" dirty="0"/>
              <a:t>Steps in machine learning</a:t>
            </a:r>
            <a:endParaRPr lang="en-US" dirty="0"/>
          </a:p>
        </p:txBody>
      </p:sp>
      <p:sp>
        <p:nvSpPr>
          <p:cNvPr id="4" name="Text Placeholder 2">
            <a:extLst>
              <a:ext uri="{FF2B5EF4-FFF2-40B4-BE49-F238E27FC236}">
                <a16:creationId xmlns:a16="http://schemas.microsoft.com/office/drawing/2014/main" id="{A68DF2C8-3A53-6A1A-7B00-A44166659DD0}"/>
              </a:ext>
            </a:extLst>
          </p:cNvPr>
          <p:cNvSpPr txBox="1">
            <a:spLocks/>
          </p:cNvSpPr>
          <p:nvPr/>
        </p:nvSpPr>
        <p:spPr>
          <a:xfrm>
            <a:off x="2046354" y="2270947"/>
            <a:ext cx="2422072" cy="71150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effectLst/>
                <a:latin typeface="Helvetica" panose="020B0604020202020204" pitchFamily="34" charset="0"/>
                <a:ea typeface="Times New Roman" panose="02020603050405020304" pitchFamily="18" charset="0"/>
              </a:rPr>
              <a:t>STEP 2: VISUALISING THE DATA</a:t>
            </a:r>
            <a:endParaRPr lang="en-US" sz="1400" dirty="0"/>
          </a:p>
          <a:p>
            <a:endParaRPr lang="en-US" sz="1400" dirty="0"/>
          </a:p>
        </p:txBody>
      </p:sp>
      <p:sp>
        <p:nvSpPr>
          <p:cNvPr id="5" name="Text Placeholder 2">
            <a:extLst>
              <a:ext uri="{FF2B5EF4-FFF2-40B4-BE49-F238E27FC236}">
                <a16:creationId xmlns:a16="http://schemas.microsoft.com/office/drawing/2014/main" id="{D802F92F-0C1A-4EF6-4A29-5C1E0E45AE8E}"/>
              </a:ext>
            </a:extLst>
          </p:cNvPr>
          <p:cNvSpPr txBox="1">
            <a:spLocks/>
          </p:cNvSpPr>
          <p:nvPr/>
        </p:nvSpPr>
        <p:spPr>
          <a:xfrm>
            <a:off x="4215196" y="2982450"/>
            <a:ext cx="2673327" cy="106822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latin typeface="Helvetica" panose="020B0604020202020204" pitchFamily="34" charset="0"/>
                <a:ea typeface="Times New Roman" panose="02020603050405020304" pitchFamily="18" charset="0"/>
              </a:rPr>
              <a:t>STEP 3: FEATURE ENGINEERING</a:t>
            </a:r>
            <a:endParaRPr lang="en-US" sz="1400" b="1" dirty="0">
              <a:latin typeface="Times New Roman" panose="02020603050405020304" pitchFamily="18" charset="0"/>
              <a:ea typeface="Times New Roman" panose="02020603050405020304" pitchFamily="18" charset="0"/>
            </a:endParaRPr>
          </a:p>
          <a:p>
            <a:endParaRPr lang="en-US" sz="1400" dirty="0"/>
          </a:p>
        </p:txBody>
      </p:sp>
      <p:sp>
        <p:nvSpPr>
          <p:cNvPr id="6" name="Text Placeholder 2">
            <a:extLst>
              <a:ext uri="{FF2B5EF4-FFF2-40B4-BE49-F238E27FC236}">
                <a16:creationId xmlns:a16="http://schemas.microsoft.com/office/drawing/2014/main" id="{0092019C-C307-5B4D-6769-93E8D30AE856}"/>
              </a:ext>
            </a:extLst>
          </p:cNvPr>
          <p:cNvSpPr txBox="1">
            <a:spLocks/>
          </p:cNvSpPr>
          <p:nvPr/>
        </p:nvSpPr>
        <p:spPr>
          <a:xfrm>
            <a:off x="119877" y="1202724"/>
            <a:ext cx="2771604" cy="1068223"/>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rgbClr val="292929"/>
                </a:solidFill>
                <a:latin typeface="Helvetica" panose="020B0604020202020204" pitchFamily="34" charset="0"/>
                <a:ea typeface="Times New Roman" panose="02020603050405020304" pitchFamily="18" charset="0"/>
              </a:rPr>
              <a:t>STEP 1: Explore the  DATA</a:t>
            </a:r>
          </a:p>
          <a:p>
            <a:endParaRPr lang="en-US" sz="1400" dirty="0"/>
          </a:p>
        </p:txBody>
      </p:sp>
      <p:sp>
        <p:nvSpPr>
          <p:cNvPr id="10" name="Text Placeholder 2">
            <a:extLst>
              <a:ext uri="{FF2B5EF4-FFF2-40B4-BE49-F238E27FC236}">
                <a16:creationId xmlns:a16="http://schemas.microsoft.com/office/drawing/2014/main" id="{FB4D6ADD-6A07-3C61-4040-29065FDD03EA}"/>
              </a:ext>
            </a:extLst>
          </p:cNvPr>
          <p:cNvSpPr>
            <a:spLocks noGrp="1"/>
          </p:cNvSpPr>
          <p:nvPr>
            <p:ph type="body" sz="quarter" idx="10"/>
          </p:nvPr>
        </p:nvSpPr>
        <p:spPr>
          <a:xfrm>
            <a:off x="5736596" y="3811914"/>
            <a:ext cx="3827854" cy="835638"/>
          </a:xfrm>
        </p:spPr>
        <p:txBody>
          <a:bodyPr/>
          <a:lstStyle/>
          <a:p>
            <a:pPr marL="0" marR="0">
              <a:lnSpc>
                <a:spcPts val="1800"/>
              </a:lnSpc>
              <a:spcBef>
                <a:spcPts val="2845"/>
              </a:spcBef>
              <a:spcAft>
                <a:spcPts val="0"/>
              </a:spcAft>
            </a:pPr>
            <a:r>
              <a:rPr lang="en-US" sz="1400" b="1" dirty="0">
                <a:solidFill>
                  <a:srgbClr val="292929"/>
                </a:solidFill>
                <a:effectLst/>
                <a:latin typeface="Helvetica" panose="020B0604020202020204" pitchFamily="34" charset="0"/>
                <a:ea typeface="Times New Roman" panose="02020603050405020304" pitchFamily="18" charset="0"/>
              </a:rPr>
              <a:t>STEP 4: FITTING THE MODEL</a:t>
            </a:r>
            <a:endParaRPr lang="en-US" sz="1400" dirty="0"/>
          </a:p>
          <a:p>
            <a:endParaRPr lang="en-US" sz="1400" dirty="0"/>
          </a:p>
        </p:txBody>
      </p:sp>
      <p:sp>
        <p:nvSpPr>
          <p:cNvPr id="3" name="Text Placeholder 2">
            <a:extLst>
              <a:ext uri="{FF2B5EF4-FFF2-40B4-BE49-F238E27FC236}">
                <a16:creationId xmlns:a16="http://schemas.microsoft.com/office/drawing/2014/main" id="{BF66B04D-1F1C-1F9B-69CF-8004005379A9}"/>
              </a:ext>
            </a:extLst>
          </p:cNvPr>
          <p:cNvSpPr txBox="1">
            <a:spLocks/>
          </p:cNvSpPr>
          <p:nvPr/>
        </p:nvSpPr>
        <p:spPr>
          <a:xfrm>
            <a:off x="7785550" y="4641378"/>
            <a:ext cx="3827854" cy="835638"/>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nSpc>
                <a:spcPts val="1800"/>
              </a:lnSpc>
              <a:spcBef>
                <a:spcPts val="2845"/>
              </a:spcBef>
            </a:pPr>
            <a:r>
              <a:rPr lang="en-US" sz="1400" b="1" dirty="0">
                <a:solidFill>
                  <a:srgbClr val="292929"/>
                </a:solidFill>
                <a:latin typeface="Helvetica" panose="020B0604020202020204" pitchFamily="34" charset="0"/>
                <a:ea typeface="Times New Roman" panose="02020603050405020304" pitchFamily="18" charset="0"/>
              </a:rPr>
              <a:t>STEP 5: Prediction</a:t>
            </a:r>
            <a:endParaRPr lang="en-US" sz="1400" dirty="0"/>
          </a:p>
          <a:p>
            <a:endParaRPr lang="en-US" sz="1400" dirty="0"/>
          </a:p>
        </p:txBody>
      </p:sp>
    </p:spTree>
    <p:extLst>
      <p:ext uri="{BB962C8B-B14F-4D97-AF65-F5344CB8AC3E}">
        <p14:creationId xmlns:p14="http://schemas.microsoft.com/office/powerpoint/2010/main" val="2885407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US" dirty="0">
                <a:solidFill>
                  <a:srgbClr val="942D6D"/>
                </a:solidFill>
              </a:rPr>
              <a:t>Video -visual</a:t>
            </a: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Watch the you tube video on Multiple regression</a:t>
            </a:r>
          </a:p>
          <a:p>
            <a:r>
              <a:rPr lang="en-US" dirty="0">
                <a:solidFill>
                  <a:schemeClr val="bg2">
                    <a:lumMod val="25000"/>
                  </a:schemeClr>
                </a:solidFill>
                <a:hlinkClick r:id="rId2"/>
              </a:rPr>
              <a:t>https://www.youtube.com/watch?v=zITIFTsivN8</a:t>
            </a:r>
            <a:r>
              <a:rPr lang="en-US" dirty="0">
                <a:solidFill>
                  <a:schemeClr val="bg2">
                    <a:lumMod val="25000"/>
                  </a:schemeClr>
                </a:solidFill>
              </a:rPr>
              <a:t> (6 minutes)</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6893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3032-C875-513C-51D6-D29721077B65}"/>
              </a:ext>
            </a:extLst>
          </p:cNvPr>
          <p:cNvSpPr>
            <a:spLocks noGrp="1"/>
          </p:cNvSpPr>
          <p:nvPr>
            <p:ph type="title"/>
          </p:nvPr>
        </p:nvSpPr>
        <p:spPr>
          <a:xfrm>
            <a:off x="222422" y="555478"/>
            <a:ext cx="9477055" cy="704911"/>
          </a:xfrm>
        </p:spPr>
        <p:txBody>
          <a:bodyPr/>
          <a:lstStyle/>
          <a:p>
            <a:r>
              <a:rPr lang="en-US" dirty="0"/>
              <a:t>reference</a:t>
            </a:r>
          </a:p>
        </p:txBody>
      </p:sp>
      <p:sp>
        <p:nvSpPr>
          <p:cNvPr id="3" name="Text Placeholder 2">
            <a:extLst>
              <a:ext uri="{FF2B5EF4-FFF2-40B4-BE49-F238E27FC236}">
                <a16:creationId xmlns:a16="http://schemas.microsoft.com/office/drawing/2014/main" id="{1A38922C-29DA-A191-870B-1F75B694DFAA}"/>
              </a:ext>
            </a:extLst>
          </p:cNvPr>
          <p:cNvSpPr>
            <a:spLocks noGrp="1"/>
          </p:cNvSpPr>
          <p:nvPr>
            <p:ph type="body" sz="quarter" idx="10"/>
          </p:nvPr>
        </p:nvSpPr>
        <p:spPr>
          <a:xfrm>
            <a:off x="108284" y="1099750"/>
            <a:ext cx="11914839" cy="4880919"/>
          </a:xfrm>
        </p:spPr>
        <p:txBody>
          <a:bodyPr/>
          <a:lstStyle/>
          <a:p>
            <a:r>
              <a:rPr lang="en-GB" sz="1400" b="0" u="none" strike="noStrike" dirty="0">
                <a:solidFill>
                  <a:srgbClr val="292929"/>
                </a:solidFill>
                <a:effectLst/>
                <a:latin typeface="inherit"/>
              </a:rPr>
              <a:t>mygreatlearning.2022.Introduction  to Multivariate Regression Analysis.[Online].Available at: https://www.mygreatlearning.com/blog/introduction-to-multivariate-regression/</a:t>
            </a:r>
          </a:p>
          <a:p>
            <a:r>
              <a:rPr lang="en-GB" sz="1400" b="0" u="none" strike="noStrike" dirty="0">
                <a:solidFill>
                  <a:srgbClr val="292929"/>
                </a:solidFill>
                <a:effectLst/>
                <a:latin typeface="inherit"/>
              </a:rPr>
              <a:t>Raj,A.2020. Applied Multivariate Regression .[Online].Available at: </a:t>
            </a:r>
            <a:r>
              <a:rPr lang="en-GB" sz="1400" b="0" u="none" strike="noStrike" dirty="0">
                <a:solidFill>
                  <a:srgbClr val="292929"/>
                </a:solidFill>
                <a:effectLst/>
                <a:latin typeface="inherit"/>
                <a:hlinkClick r:id="rId3"/>
              </a:rPr>
              <a:t>https://towardsdatascience.com/applied-multivariate-regression-faef8ddbf807</a:t>
            </a:r>
            <a:endParaRPr lang="en-GB" sz="1400" b="0" u="none" strike="noStrike" dirty="0">
              <a:solidFill>
                <a:srgbClr val="292929"/>
              </a:solidFill>
              <a:effectLst/>
              <a:latin typeface="inherit"/>
            </a:endParaRPr>
          </a:p>
          <a:p>
            <a:r>
              <a:rPr lang="en-GB" sz="1400" b="0" u="none" strike="noStrike" dirty="0">
                <a:solidFill>
                  <a:srgbClr val="292929"/>
                </a:solidFill>
                <a:effectLst/>
                <a:latin typeface="inherit"/>
              </a:rPr>
              <a:t>Visually Explained.2022. Linear Regression in 2 minutes. .[Online].Available </a:t>
            </a:r>
            <a:r>
              <a:rPr lang="en-GB" sz="1400" b="0" u="none" strike="noStrike" dirty="0" err="1">
                <a:solidFill>
                  <a:srgbClr val="292929"/>
                </a:solidFill>
                <a:effectLst/>
                <a:latin typeface="inherit"/>
              </a:rPr>
              <a:t>at:https</a:t>
            </a:r>
            <a:r>
              <a:rPr lang="en-GB" sz="1400" b="0" u="none" strike="noStrike" dirty="0">
                <a:solidFill>
                  <a:srgbClr val="292929"/>
                </a:solidFill>
                <a:effectLst/>
                <a:latin typeface="inherit"/>
              </a:rPr>
              <a:t>://www.youtube.com/watch?v=CtsRRUddV2s</a:t>
            </a:r>
          </a:p>
          <a:p>
            <a:r>
              <a:rPr lang="en-GB" sz="1400" b="0" u="none" strike="noStrike" dirty="0">
                <a:solidFill>
                  <a:srgbClr val="292929"/>
                </a:solidFill>
                <a:effectLst/>
                <a:latin typeface="inherit"/>
              </a:rPr>
              <a:t>Unfold Data Science.2020.When To Use </a:t>
            </a:r>
            <a:r>
              <a:rPr lang="en-GB" sz="1400" b="0" u="none" strike="noStrike" dirty="0" err="1">
                <a:solidFill>
                  <a:srgbClr val="292929"/>
                </a:solidFill>
                <a:effectLst/>
                <a:latin typeface="inherit"/>
              </a:rPr>
              <a:t>Regression|Linear</a:t>
            </a:r>
            <a:r>
              <a:rPr lang="en-GB" sz="1400" b="0" u="none" strike="noStrike" dirty="0">
                <a:solidFill>
                  <a:srgbClr val="292929"/>
                </a:solidFill>
                <a:effectLst/>
                <a:latin typeface="inherit"/>
              </a:rPr>
              <a:t> Regression </a:t>
            </a:r>
            <a:r>
              <a:rPr lang="en-GB" sz="1400" b="0" u="none" strike="noStrike" dirty="0" err="1">
                <a:solidFill>
                  <a:srgbClr val="292929"/>
                </a:solidFill>
                <a:effectLst/>
                <a:latin typeface="inherit"/>
              </a:rPr>
              <a:t>Analysis|Machine</a:t>
            </a:r>
            <a:r>
              <a:rPr lang="en-GB" sz="1400" b="0" u="none" strike="noStrike" dirty="0">
                <a:solidFill>
                  <a:srgbClr val="292929"/>
                </a:solidFill>
                <a:effectLst/>
                <a:latin typeface="inherit"/>
              </a:rPr>
              <a:t> Learning Algorithms .[Online].Available </a:t>
            </a:r>
            <a:r>
              <a:rPr lang="en-GB" sz="1400" b="0" u="none" strike="noStrike" dirty="0" err="1">
                <a:solidFill>
                  <a:srgbClr val="292929"/>
                </a:solidFill>
                <a:effectLst/>
                <a:latin typeface="inherit"/>
              </a:rPr>
              <a:t>at:https</a:t>
            </a:r>
            <a:r>
              <a:rPr lang="en-GB" sz="1400" b="0" u="none" strike="noStrike" dirty="0">
                <a:solidFill>
                  <a:srgbClr val="292929"/>
                </a:solidFill>
                <a:effectLst/>
                <a:latin typeface="inherit"/>
              </a:rPr>
              <a:t>://www.youtube.com/watch?v=rz6d5lAQhXg</a:t>
            </a:r>
          </a:p>
          <a:p>
            <a:r>
              <a:rPr lang="en-GB" sz="1400" b="0" u="none" strike="noStrike" dirty="0">
                <a:solidFill>
                  <a:srgbClr val="292929"/>
                </a:solidFill>
                <a:effectLst/>
                <a:latin typeface="inherit"/>
              </a:rPr>
              <a:t>Unfold Data Science.2020.Implementing machine learning in </a:t>
            </a:r>
            <a:r>
              <a:rPr lang="en-GB" sz="1400" b="0" u="none" strike="noStrike" dirty="0" err="1">
                <a:solidFill>
                  <a:srgbClr val="292929"/>
                </a:solidFill>
                <a:effectLst/>
                <a:latin typeface="inherit"/>
              </a:rPr>
              <a:t>Python|How</a:t>
            </a:r>
            <a:r>
              <a:rPr lang="en-GB" sz="1400" b="0" u="none" strike="noStrike" dirty="0">
                <a:solidFill>
                  <a:srgbClr val="292929"/>
                </a:solidFill>
                <a:effectLst/>
                <a:latin typeface="inherit"/>
              </a:rPr>
              <a:t> to Implement Machine Learning In Python Algorithms .[Online].Available at: </a:t>
            </a:r>
            <a:r>
              <a:rPr lang="en-GB" sz="1400" b="0" u="none" strike="noStrike" dirty="0">
                <a:solidFill>
                  <a:srgbClr val="292929"/>
                </a:solidFill>
                <a:effectLst/>
                <a:latin typeface="inherit"/>
                <a:hlinkClick r:id="rId4"/>
              </a:rPr>
              <a:t>https://www.youtube.com/watch?v=fKUfFgiSJx0</a:t>
            </a:r>
            <a:endParaRPr lang="en-GB" sz="1400" b="0" u="none" strike="noStrike" dirty="0">
              <a:solidFill>
                <a:srgbClr val="292929"/>
              </a:solidFill>
              <a:effectLst/>
              <a:latin typeface="inherit"/>
            </a:endParaRPr>
          </a:p>
          <a:p>
            <a:r>
              <a:rPr lang="en-GB" sz="1400" dirty="0">
                <a:solidFill>
                  <a:srgbClr val="292929"/>
                </a:solidFill>
                <a:latin typeface="inherit"/>
                <a:hlinkClick r:id="rId5">
                  <a:extLst>
                    <a:ext uri="{A12FA001-AC4F-418D-AE19-62706E023703}">
                      <ahyp:hlinkClr xmlns:ahyp="http://schemas.microsoft.com/office/drawing/2018/hyperlinkcolor" val="tx"/>
                    </a:ext>
                  </a:extLst>
                </a:hlinkClick>
              </a:rPr>
              <a:t>Htton,S,K.2020.</a:t>
            </a:r>
            <a:r>
              <a:rPr lang="en-GB" sz="1400" b="0" u="none" strike="noStrike" dirty="0">
                <a:solidFill>
                  <a:srgbClr val="292929"/>
                </a:solidFill>
                <a:effectLst/>
                <a:latin typeface="inherit"/>
              </a:rPr>
              <a:t> .[Online].Available at: </a:t>
            </a:r>
            <a:r>
              <a:rPr lang="en-GB" sz="1400" dirty="0">
                <a:solidFill>
                  <a:srgbClr val="292929"/>
                </a:solidFill>
                <a:latin typeface="inherit"/>
                <a:hlinkClick r:id="rId6">
                  <a:extLst>
                    <a:ext uri="{A12FA001-AC4F-418D-AE19-62706E023703}">
                      <ahyp:hlinkClr xmlns:ahyp="http://schemas.microsoft.com/office/drawing/2018/hyperlinkcolor" val="tx"/>
                    </a:ext>
                  </a:extLst>
                </a:hlinkClick>
              </a:rPr>
              <a:t>https://medium.com/@kyawsawhtoon/log-transformation-purpose-and-interpretation-9444b4b049c9</a:t>
            </a:r>
            <a:endParaRPr lang="en-GB" sz="1400" dirty="0">
              <a:solidFill>
                <a:srgbClr val="292929"/>
              </a:solidFill>
              <a:latin typeface="inherit"/>
            </a:endParaRPr>
          </a:p>
          <a:p>
            <a:r>
              <a:rPr lang="en-GB" sz="1400" dirty="0">
                <a:solidFill>
                  <a:srgbClr val="292929"/>
                </a:solidFill>
                <a:latin typeface="inherit"/>
              </a:rPr>
              <a:t>manvendra7,2023.WHY DO WE CARE SO MUCH ABOUT NORAMLITY ?.</a:t>
            </a:r>
            <a:r>
              <a:rPr lang="en-GB" sz="1400" b="0" u="none" strike="noStrike" dirty="0">
                <a:solidFill>
                  <a:srgbClr val="292929"/>
                </a:solidFill>
                <a:effectLst/>
                <a:latin typeface="inherit"/>
              </a:rPr>
              <a:t> .[Online].Available at: </a:t>
            </a:r>
            <a:r>
              <a:rPr lang="en-GB" sz="1400" dirty="0">
                <a:solidFill>
                  <a:srgbClr val="292929"/>
                </a:solidFill>
                <a:latin typeface="inherit"/>
              </a:rPr>
              <a:t>https://github.com/manvendra7/Skewness-and-kurtosis/blob/master/SKEWNESS_AND_KURTOSIS_(1).ipynb</a:t>
            </a:r>
          </a:p>
          <a:p>
            <a:r>
              <a:rPr lang="en-GB" sz="1400" dirty="0">
                <a:solidFill>
                  <a:srgbClr val="292929"/>
                </a:solidFill>
                <a:latin typeface="inherit"/>
              </a:rPr>
              <a:t>Radečić,D.2020.Top 3 Methods for Handling Skewed Data. https://towardsdatascience.com/top-3-methods-for-handling-skewed-data-1334e0debf45</a:t>
            </a:r>
          </a:p>
          <a:p>
            <a:r>
              <a:rPr lang="en-US" sz="1400" dirty="0">
                <a:solidFill>
                  <a:srgbClr val="292929"/>
                </a:solidFill>
                <a:latin typeface="inherit"/>
                <a:hlinkClick r:id="rId7">
                  <a:extLst>
                    <a:ext uri="{A12FA001-AC4F-418D-AE19-62706E023703}">
                      <ahyp:hlinkClr xmlns:ahyp="http://schemas.microsoft.com/office/drawing/2018/hyperlinkcolor" val="tx"/>
                    </a:ext>
                  </a:extLst>
                </a:hlinkClick>
              </a:rPr>
              <a:t>Student's Marks Regression | Kaggle</a:t>
            </a:r>
            <a:endParaRPr lang="en-US" sz="1400" dirty="0">
              <a:solidFill>
                <a:srgbClr val="292929"/>
              </a:solidFill>
              <a:latin typeface="inherit"/>
            </a:endParaRPr>
          </a:p>
          <a:p>
            <a:r>
              <a:rPr lang="en-US" sz="1400" dirty="0">
                <a:hlinkClick r:id="rId8"/>
              </a:rPr>
              <a:t>How to Calculate Skewness and Kurtosis in Python? – </a:t>
            </a:r>
            <a:r>
              <a:rPr lang="en-US" sz="1400" dirty="0" err="1">
                <a:hlinkClick r:id="rId8"/>
              </a:rPr>
              <a:t>GeeksforGeeks</a:t>
            </a:r>
            <a:endParaRPr lang="en-US" sz="1400" dirty="0"/>
          </a:p>
          <a:p>
            <a:r>
              <a:rPr lang="en-US" sz="1400" dirty="0">
                <a:hlinkClick r:id="rId9"/>
              </a:rPr>
              <a:t>Seaborn - Linear Relationships (tutorialspoint.com)</a:t>
            </a:r>
            <a:endParaRPr lang="en-US" sz="1400" dirty="0"/>
          </a:p>
          <a:p>
            <a:endParaRPr lang="en-US" sz="1400" dirty="0"/>
          </a:p>
        </p:txBody>
      </p:sp>
    </p:spTree>
    <p:extLst>
      <p:ext uri="{BB962C8B-B14F-4D97-AF65-F5344CB8AC3E}">
        <p14:creationId xmlns:p14="http://schemas.microsoft.com/office/powerpoint/2010/main" val="1986314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AC7CDC-C40E-4CAA-9A43-5045B362938C}">
  <ds:schemaRefs>
    <ds:schemaRef ds:uri="http://schemas.microsoft.com/office/2006/metadata/properties"/>
    <ds:schemaRef ds:uri="http://schemas.microsoft.com/office/infopath/2007/PartnerControls"/>
    <ds:schemaRef ds:uri="6b1a28a2-5857-4321-9bd8-c602fba5c8bc"/>
    <ds:schemaRef ds:uri="5086911d-6e48-4cf3-b087-1eb55996afa6"/>
  </ds:schemaRefs>
</ds:datastoreItem>
</file>

<file path=customXml/itemProps2.xml><?xml version="1.0" encoding="utf-8"?>
<ds:datastoreItem xmlns:ds="http://schemas.openxmlformats.org/officeDocument/2006/customXml" ds:itemID="{C390017C-53C4-44A0-8BE5-543810B81638}">
  <ds:schemaRefs>
    <ds:schemaRef ds:uri="http://schemas.microsoft.com/sharepoint/v3/contenttype/forms"/>
  </ds:schemaRefs>
</ds:datastoreItem>
</file>

<file path=customXml/itemProps3.xml><?xml version="1.0" encoding="utf-8"?>
<ds:datastoreItem xmlns:ds="http://schemas.openxmlformats.org/officeDocument/2006/customXml" ds:itemID="{E1CED8A9-3C40-4FB3-832C-B9CF1DF37D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blue-Cover</Template>
  <TotalTime>198</TotalTime>
  <Words>2515</Words>
  <Application>Microsoft Office PowerPoint</Application>
  <PresentationFormat>Widescreen</PresentationFormat>
  <Paragraphs>154</Paragraphs>
  <Slides>22</Slides>
  <Notes>11</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22</vt:i4>
      </vt:variant>
    </vt:vector>
  </HeadingPairs>
  <TitlesOfParts>
    <vt:vector size="39" baseType="lpstr">
      <vt:lpstr>Arial</vt:lpstr>
      <vt:lpstr>Barlow</vt:lpstr>
      <vt:lpstr>Calibri</vt:lpstr>
      <vt:lpstr>Calibri Light</vt:lpstr>
      <vt:lpstr>Georgia</vt:lpstr>
      <vt:lpstr>Helvetica</vt:lpstr>
      <vt:lpstr>inherit</vt:lpstr>
      <vt:lpstr>Poppins</vt:lpstr>
      <vt:lpstr>source-code-pro</vt:lpstr>
      <vt:lpstr>source-serif-pro</vt:lpstr>
      <vt:lpstr>Times New Roman</vt:lpstr>
      <vt:lpstr>var(--jp-content-font-family)</vt:lpstr>
      <vt:lpstr>Light blue-Cover</vt:lpstr>
      <vt:lpstr>Pearson slide</vt:lpstr>
      <vt:lpstr>Light blue-inside slide</vt:lpstr>
      <vt:lpstr>With picture</vt:lpstr>
      <vt:lpstr>Back cover</vt:lpstr>
      <vt:lpstr>Machine learning</vt:lpstr>
      <vt:lpstr>Machine learning</vt:lpstr>
      <vt:lpstr>Learning objectives</vt:lpstr>
      <vt:lpstr>recap</vt:lpstr>
      <vt:lpstr>examples</vt:lpstr>
      <vt:lpstr>Simple linear equation</vt:lpstr>
      <vt:lpstr>Key terminologies in linear regression</vt:lpstr>
      <vt:lpstr>Key terminologies in linear regression</vt:lpstr>
      <vt:lpstr>Techniques to solve linear regression</vt:lpstr>
      <vt:lpstr>Regression</vt:lpstr>
      <vt:lpstr>Multiple regression</vt:lpstr>
      <vt:lpstr>Examples of multiple regression in real life</vt:lpstr>
      <vt:lpstr>Still uses least square</vt:lpstr>
      <vt:lpstr>Normality ?</vt:lpstr>
      <vt:lpstr>Normality ?</vt:lpstr>
      <vt:lpstr>kurtosis</vt:lpstr>
      <vt:lpstr>Log tranformation</vt:lpstr>
      <vt:lpstr>Cost function</vt:lpstr>
      <vt:lpstr>Steps in machine learning</vt:lpstr>
      <vt:lpstr>Video -visual</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Maksud Mazumder</cp:lastModifiedBy>
  <cp:revision>79</cp:revision>
  <dcterms:created xsi:type="dcterms:W3CDTF">2021-07-24T10:34:01Z</dcterms:created>
  <dcterms:modified xsi:type="dcterms:W3CDTF">2024-10-27T22:04:41Z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ies>
</file>