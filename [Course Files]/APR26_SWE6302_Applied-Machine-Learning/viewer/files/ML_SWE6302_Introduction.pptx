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4"/>
    <p:sldMasterId id="2147483658" r:id="rId5"/>
    <p:sldMasterId id="2147483746" r:id="rId6"/>
    <p:sldMasterId id="2147483749" r:id="rId7"/>
  </p:sldMasterIdLst>
  <p:notesMasterIdLst>
    <p:notesMasterId r:id="rId14"/>
  </p:notesMasterIdLst>
  <p:handoutMasterIdLst>
    <p:handoutMasterId r:id="rId15"/>
  </p:handoutMasterIdLst>
  <p:sldIdLst>
    <p:sldId id="262" r:id="rId8"/>
    <p:sldId id="257" r:id="rId9"/>
    <p:sldId id="269" r:id="rId10"/>
    <p:sldId id="263" r:id="rId11"/>
    <p:sldId id="270"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extLst>
      <p:ext uri="{19B8F6BF-5375-455C-9EA6-DF929625EA0E}">
        <p15:presenceInfo xmlns:p15="http://schemas.microsoft.com/office/powerpoint/2012/main" userId="Tharind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3E62"/>
    <a:srgbClr val="942F6C"/>
    <a:srgbClr val="0D3E63"/>
    <a:srgbClr val="942F6D"/>
    <a:srgbClr val="942D6D"/>
    <a:srgbClr val="093E62"/>
    <a:srgbClr val="232C58"/>
    <a:srgbClr val="1665AF"/>
    <a:srgbClr val="488AA4"/>
    <a:srgbClr val="F0CB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196BFF-DF7C-4BC4-BA1C-1126ACDF202F}" v="5" dt="2025-07-17T08:43:02.2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71" autoAdjust="0"/>
    <p:restoredTop sz="96383" autoAdjust="0"/>
  </p:normalViewPr>
  <p:slideViewPr>
    <p:cSldViewPr snapToGrid="0">
      <p:cViewPr varScale="1">
        <p:scale>
          <a:sx n="77" d="100"/>
          <a:sy n="77" d="100"/>
        </p:scale>
        <p:origin x="268" y="56"/>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08B273-84BD-2A96-DBA3-78B32537D19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CB98A0E-2F4F-4DE5-7DDA-640547034A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364C84-1F62-47B4-A2E2-3DD97F803C56}" type="datetimeFigureOut">
              <a:rPr lang="en-US" smtClean="0"/>
              <a:t>10/5/2026</a:t>
            </a:fld>
            <a:endParaRPr lang="en-US"/>
          </a:p>
        </p:txBody>
      </p:sp>
      <p:sp>
        <p:nvSpPr>
          <p:cNvPr id="4" name="Footer Placeholder 3">
            <a:extLst>
              <a:ext uri="{FF2B5EF4-FFF2-40B4-BE49-F238E27FC236}">
                <a16:creationId xmlns:a16="http://schemas.microsoft.com/office/drawing/2014/main" id="{D6303387-D047-123C-1835-C01EF804838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236E571-2D2F-EEB5-E793-5A7A21B79B4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397991F-B32D-48C7-8636-2F3772A95CFE}" type="slidenum">
              <a:rPr lang="en-US" smtClean="0"/>
              <a:t>‹#›</a:t>
            </a:fld>
            <a:endParaRPr lang="en-US"/>
          </a:p>
        </p:txBody>
      </p:sp>
    </p:spTree>
    <p:extLst>
      <p:ext uri="{BB962C8B-B14F-4D97-AF65-F5344CB8AC3E}">
        <p14:creationId xmlns:p14="http://schemas.microsoft.com/office/powerpoint/2010/main" val="2535836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10/5/2026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extLst>
      <p:ext uri="{BB962C8B-B14F-4D97-AF65-F5344CB8AC3E}">
        <p14:creationId xmlns:p14="http://schemas.microsoft.com/office/powerpoint/2010/main" val="2661254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2.pn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urple cover">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1841862" y="1306286"/>
            <a:ext cx="5408024" cy="3004457"/>
          </a:xfrm>
          <a:prstGeom prst="rect">
            <a:avLst/>
          </a:prstGeom>
        </p:spPr>
        <p:txBody>
          <a:bodyPr anchor="t"/>
          <a:lstStyle>
            <a:lvl1pPr algn="l">
              <a:lnSpc>
                <a:spcPts val="5600"/>
              </a:lnSpc>
              <a:defRPr sz="6200" b="1" cap="none" spc="-50" baseline="0">
                <a:solidFill>
                  <a:schemeClr val="bg1"/>
                </a:solidFill>
                <a:latin typeface="+mn-lt"/>
              </a:defRPr>
            </a:lvl1pPr>
          </a:lstStyle>
          <a:p>
            <a:r>
              <a:rPr lang="en-US" dirty="0"/>
              <a:t>Click to edit title </a:t>
            </a:r>
            <a:endParaRPr lang="en-GB" dirty="0"/>
          </a:p>
        </p:txBody>
      </p:sp>
      <p:sp>
        <p:nvSpPr>
          <p:cNvPr id="3" name="Text Placeholder 5">
            <a:extLst>
              <a:ext uri="{FF2B5EF4-FFF2-40B4-BE49-F238E27FC236}">
                <a16:creationId xmlns:a16="http://schemas.microsoft.com/office/drawing/2014/main" id="{D0A0F6B4-43DB-D6C0-BF86-95FC32042F08}"/>
              </a:ext>
            </a:extLst>
          </p:cNvPr>
          <p:cNvSpPr>
            <a:spLocks noGrp="1"/>
          </p:cNvSpPr>
          <p:nvPr>
            <p:ph type="body" sz="quarter" idx="10" hasCustomPrompt="1"/>
          </p:nvPr>
        </p:nvSpPr>
        <p:spPr>
          <a:xfrm>
            <a:off x="1841863" y="4495085"/>
            <a:ext cx="5408024" cy="1056628"/>
          </a:xfrm>
          <a:prstGeom prst="rect">
            <a:avLst/>
          </a:prstGeom>
        </p:spPr>
        <p:txBody>
          <a:bodyPr anchor="b"/>
          <a:lstStyle>
            <a:lvl1pPr marL="0" indent="0" algn="l">
              <a:lnSpc>
                <a:spcPts val="2800"/>
              </a:lnSpc>
              <a:spcBef>
                <a:spcPts val="0"/>
              </a:spcBef>
              <a:buNone/>
              <a:defRPr sz="2800" spc="-50" baseline="0">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254857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t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85134" cy="1068223"/>
          </a:xfrm>
          <a:prstGeom prst="rect">
            <a:avLst/>
          </a:prstGeom>
        </p:spPr>
        <p:txBody>
          <a:bodyPr vert="horz" lIns="91440" tIns="45720" rIns="91440" bIns="45720" rtlCol="0" anchor="ctr">
            <a:normAutofit/>
          </a:bodyPr>
          <a:lstStyle>
            <a:lvl1pPr>
              <a:defRPr sz="4000" cap="none" baseline="0">
                <a:latin typeface="+mn-lt"/>
              </a:defRPr>
            </a:lvl1pPr>
          </a:lstStyle>
          <a:p>
            <a:r>
              <a:rPr lang="en-US" dirty="0"/>
              <a:t>Click to edit title</a:t>
            </a:r>
            <a:endParaRPr lang="en-GB" dirty="0"/>
          </a:p>
        </p:txBody>
      </p:sp>
      <p:sp>
        <p:nvSpPr>
          <p:cNvPr id="9" name="Text Placeholder 8"/>
          <p:cNvSpPr>
            <a:spLocks noGrp="1"/>
          </p:cNvSpPr>
          <p:nvPr>
            <p:ph type="body" sz="quarter" idx="10" hasCustomPrompt="1"/>
          </p:nvPr>
        </p:nvSpPr>
        <p:spPr>
          <a:xfrm>
            <a:off x="601791" y="1811975"/>
            <a:ext cx="9085134" cy="4289721"/>
          </a:xfrm>
          <a:prstGeom prst="rect">
            <a:avLst/>
          </a:prstGeom>
        </p:spPr>
        <p:txBody>
          <a:bodyPr/>
          <a:lstStyle>
            <a:lvl1pPr>
              <a:defRPr sz="2400" baseline="0">
                <a:latin typeface="Tahoma" panose="020B0604030504040204" pitchFamily="34" charset="0"/>
                <a:ea typeface="Tahoma" panose="020B0604030504040204" pitchFamily="34" charset="0"/>
                <a:cs typeface="Tahoma" panose="020B0604030504040204" pitchFamily="34" charset="0"/>
              </a:defRPr>
            </a:lvl1pPr>
            <a:lvl2pPr>
              <a:defRPr sz="2000">
                <a:latin typeface="Tahoma" panose="020B0604030504040204" pitchFamily="34" charset="0"/>
                <a:ea typeface="Tahoma" panose="020B0604030504040204" pitchFamily="34" charset="0"/>
                <a:cs typeface="Tahoma" panose="020B0604030504040204" pitchFamily="34" charset="0"/>
              </a:defRPr>
            </a:lvl2pPr>
            <a:lvl3pPr>
              <a:defRPr sz="1800">
                <a:latin typeface="Tahoma" panose="020B0604030504040204" pitchFamily="34" charset="0"/>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16109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511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313630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4495084"/>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extLst>
      <p:ext uri="{BB962C8B-B14F-4D97-AF65-F5344CB8AC3E}">
        <p14:creationId xmlns:p14="http://schemas.microsoft.com/office/powerpoint/2010/main" val="2542555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hasCustomPrompt="1"/>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60516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picture v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F8DB3D1-FE24-2976-920B-1BA9E87F9074}"/>
              </a:ext>
            </a:extLst>
          </p:cNvPr>
          <p:cNvSpPr>
            <a:spLocks noGrp="1"/>
          </p:cNvSpPr>
          <p:nvPr>
            <p:ph type="pic" sz="quarter" idx="12" hasCustomPrompt="1"/>
          </p:nvPr>
        </p:nvSpPr>
        <p:spPr>
          <a:xfrm>
            <a:off x="6309152" y="648001"/>
            <a:ext cx="5229152" cy="5863636"/>
          </a:xfrm>
          <a:prstGeom prst="rect">
            <a:avLst/>
          </a:prstGeom>
          <a:solidFill>
            <a:srgbClr val="0D3E62"/>
          </a:solidFill>
        </p:spPr>
        <p:txBody>
          <a:bodyPr anchor="ctr"/>
          <a:lstStyle>
            <a:lvl1pPr marL="0" indent="0" algn="ctr">
              <a:buNone/>
              <a:defRPr>
                <a:solidFill>
                  <a:schemeClr val="bg1"/>
                </a:solidFill>
              </a:defRPr>
            </a:lvl1pPr>
          </a:lstStyle>
          <a:p>
            <a:r>
              <a:rPr lang="lt-LT" dirty="0" err="1"/>
              <a:t>Click</a:t>
            </a:r>
            <a:r>
              <a:rPr lang="lt-LT" dirty="0"/>
              <a:t> to </a:t>
            </a:r>
            <a:r>
              <a:rPr lang="lt-LT" dirty="0" err="1"/>
              <a:t>add</a:t>
            </a:r>
            <a:r>
              <a:rPr lang="lt-LT" dirty="0"/>
              <a:t> </a:t>
            </a:r>
            <a:r>
              <a:rPr lang="lt-LT" dirty="0" err="1"/>
              <a:t>picture</a:t>
            </a:r>
            <a:endParaRPr lang="en-US" dirty="0"/>
          </a:p>
        </p:txBody>
      </p:sp>
      <p:sp>
        <p:nvSpPr>
          <p:cNvPr id="8" name="Title Placeholder 1"/>
          <p:cNvSpPr>
            <a:spLocks noGrp="1"/>
          </p:cNvSpPr>
          <p:nvPr>
            <p:ph type="title" hasCustomPrompt="1"/>
          </p:nvPr>
        </p:nvSpPr>
        <p:spPr>
          <a:xfrm>
            <a:off x="648000" y="648001"/>
            <a:ext cx="5229152" cy="1469558"/>
          </a:xfrm>
          <a:prstGeom prst="rect">
            <a:avLst/>
          </a:prstGeom>
        </p:spPr>
        <p:txBody>
          <a:bodyPr vert="horz" lIns="91440" tIns="45720" rIns="91440" bIns="45720" rtlCol="0" anchor="ctr">
            <a:normAutofit/>
          </a:bodyPr>
          <a:lstStyle>
            <a:lvl1pPr>
              <a:defRPr sz="3600" b="1" cap="none" baseline="0">
                <a:solidFill>
                  <a:srgbClr val="942F6C"/>
                </a:solidFill>
                <a:latin typeface="+mn-lt"/>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48000" y="2261937"/>
            <a:ext cx="5229152" cy="3081588"/>
          </a:xfrm>
          <a:prstGeom prst="rect">
            <a:avLst/>
          </a:prstGeom>
        </p:spPr>
        <p:txBody>
          <a:bodyPr/>
          <a:lstStyle>
            <a:lvl1pPr>
              <a:defRPr sz="2000" baseline="0">
                <a:solidFill>
                  <a:srgbClr val="0D3E62"/>
                </a:solidFill>
                <a:latin typeface="+mn-lt"/>
                <a:ea typeface="Tahoma" panose="020B0604030504040204" pitchFamily="34" charset="0"/>
                <a:cs typeface="Tahoma" panose="020B0604030504040204" pitchFamily="34" charset="0"/>
              </a:defRPr>
            </a:lvl1pPr>
            <a:lvl2pPr>
              <a:defRPr sz="1800">
                <a:solidFill>
                  <a:srgbClr val="0D3E62"/>
                </a:solidFill>
                <a:latin typeface="+mn-lt"/>
                <a:ea typeface="Tahoma" panose="020B0604030504040204" pitchFamily="34" charset="0"/>
                <a:cs typeface="Tahoma" panose="020B0604030504040204" pitchFamily="34" charset="0"/>
              </a:defRPr>
            </a:lvl2pPr>
            <a:lvl3pPr>
              <a:defRPr sz="1600">
                <a:solidFill>
                  <a:srgbClr val="0D3E62"/>
                </a:solidFill>
                <a:latin typeface="+mn-lt"/>
                <a:ea typeface="Tahoma" panose="020B0604030504040204" pitchFamily="34" charset="0"/>
                <a:cs typeface="Tahoma" panose="020B0604030504040204" pitchFamily="34" charset="0"/>
              </a:defRPr>
            </a:lvl3pPr>
            <a:lvl4pPr>
              <a:defRPr sz="1400">
                <a:solidFill>
                  <a:srgbClr val="0D3E62"/>
                </a:solidFill>
                <a:latin typeface="+mn-lt"/>
                <a:ea typeface="Tahoma" panose="020B0604030504040204" pitchFamily="34" charset="0"/>
                <a:cs typeface="Tahoma" panose="020B0604030504040204" pitchFamily="34" charset="0"/>
              </a:defRPr>
            </a:lvl4pPr>
            <a:lvl5pPr>
              <a:defRPr sz="1400">
                <a:solidFill>
                  <a:srgbClr val="0D3E62"/>
                </a:solidFill>
                <a:latin typeface="+mn-lt"/>
                <a:ea typeface="Tahoma" panose="020B0604030504040204" pitchFamily="34" charset="0"/>
                <a:cs typeface="Tahoma" panose="020B0604030504040204" pitchFamily="34"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3" name="Picture 2">
            <a:extLst>
              <a:ext uri="{FF2B5EF4-FFF2-40B4-BE49-F238E27FC236}">
                <a16:creationId xmlns:a16="http://schemas.microsoft.com/office/drawing/2014/main" id="{5F027A1F-F3E2-4206-3987-B4F50F43035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649933" y="5621300"/>
            <a:ext cx="1328009" cy="396539"/>
          </a:xfrm>
          <a:prstGeom prst="rect">
            <a:avLst/>
          </a:prstGeom>
        </p:spPr>
      </p:pic>
    </p:spTree>
    <p:extLst>
      <p:ext uri="{BB962C8B-B14F-4D97-AF65-F5344CB8AC3E}">
        <p14:creationId xmlns:p14="http://schemas.microsoft.com/office/powerpoint/2010/main" val="2164617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ontent with picture v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2F8DB3D1-FE24-2976-920B-1BA9E87F9074}"/>
              </a:ext>
            </a:extLst>
          </p:cNvPr>
          <p:cNvSpPr>
            <a:spLocks noGrp="1"/>
          </p:cNvSpPr>
          <p:nvPr>
            <p:ph type="pic" sz="quarter" idx="12" hasCustomPrompt="1"/>
          </p:nvPr>
        </p:nvSpPr>
        <p:spPr>
          <a:xfrm>
            <a:off x="647999" y="648000"/>
            <a:ext cx="5232001" cy="5863637"/>
          </a:xfrm>
          <a:prstGeom prst="rect">
            <a:avLst/>
          </a:prstGeom>
          <a:solidFill>
            <a:srgbClr val="0D3E62"/>
          </a:solidFill>
        </p:spPr>
        <p:txBody>
          <a:bodyPr anchor="ctr"/>
          <a:lstStyle>
            <a:lvl1pPr marL="0" indent="0" algn="ctr">
              <a:buNone/>
              <a:defRPr>
                <a:solidFill>
                  <a:schemeClr val="bg1"/>
                </a:solidFill>
              </a:defRPr>
            </a:lvl1pPr>
          </a:lstStyle>
          <a:p>
            <a:r>
              <a:rPr lang="lt-LT" dirty="0" err="1"/>
              <a:t>Click</a:t>
            </a:r>
            <a:r>
              <a:rPr lang="lt-LT" dirty="0"/>
              <a:t> to </a:t>
            </a:r>
            <a:r>
              <a:rPr lang="lt-LT" dirty="0" err="1"/>
              <a:t>add</a:t>
            </a:r>
            <a:r>
              <a:rPr lang="lt-LT" dirty="0"/>
              <a:t> </a:t>
            </a:r>
            <a:r>
              <a:rPr lang="lt-LT" dirty="0" err="1"/>
              <a:t>picture</a:t>
            </a:r>
            <a:endParaRPr lang="en-US" dirty="0"/>
          </a:p>
        </p:txBody>
      </p:sp>
      <p:sp>
        <p:nvSpPr>
          <p:cNvPr id="8" name="Title Placeholder 1"/>
          <p:cNvSpPr>
            <a:spLocks noGrp="1"/>
          </p:cNvSpPr>
          <p:nvPr>
            <p:ph type="title" hasCustomPrompt="1"/>
          </p:nvPr>
        </p:nvSpPr>
        <p:spPr>
          <a:xfrm>
            <a:off x="6311998" y="648000"/>
            <a:ext cx="5232001" cy="1303304"/>
          </a:xfrm>
          <a:prstGeom prst="rect">
            <a:avLst/>
          </a:prstGeom>
        </p:spPr>
        <p:txBody>
          <a:bodyPr vert="horz" lIns="91440" tIns="45720" rIns="91440" bIns="45720" rtlCol="0" anchor="ctr">
            <a:normAutofit/>
          </a:bodyPr>
          <a:lstStyle>
            <a:lvl1pPr>
              <a:defRPr sz="3600" b="1" cap="none" baseline="0">
                <a:solidFill>
                  <a:srgbClr val="942F6C"/>
                </a:solidFill>
                <a:latin typeface="+mn-lt"/>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311998" y="2095682"/>
            <a:ext cx="5232002" cy="3266893"/>
          </a:xfrm>
          <a:prstGeom prst="rect">
            <a:avLst/>
          </a:prstGeom>
        </p:spPr>
        <p:txBody>
          <a:bodyPr/>
          <a:lstStyle>
            <a:lvl1pPr>
              <a:defRPr sz="2000" baseline="0">
                <a:solidFill>
                  <a:srgbClr val="0D3E62"/>
                </a:solidFill>
                <a:latin typeface="+mn-lt"/>
                <a:ea typeface="Tahoma" panose="020B0604030504040204" pitchFamily="34" charset="0"/>
                <a:cs typeface="Tahoma" panose="020B0604030504040204" pitchFamily="34" charset="0"/>
              </a:defRPr>
            </a:lvl1pPr>
            <a:lvl2pPr>
              <a:defRPr sz="1800">
                <a:solidFill>
                  <a:srgbClr val="0D3E62"/>
                </a:solidFill>
                <a:latin typeface="+mn-lt"/>
                <a:ea typeface="Tahoma" panose="020B0604030504040204" pitchFamily="34" charset="0"/>
                <a:cs typeface="Tahoma" panose="020B0604030504040204" pitchFamily="34" charset="0"/>
              </a:defRPr>
            </a:lvl2pPr>
            <a:lvl3pPr>
              <a:defRPr sz="1600">
                <a:solidFill>
                  <a:srgbClr val="0D3E62"/>
                </a:solidFill>
                <a:latin typeface="+mn-lt"/>
                <a:ea typeface="Tahoma" panose="020B0604030504040204" pitchFamily="34" charset="0"/>
                <a:cs typeface="Tahoma" panose="020B0604030504040204" pitchFamily="34" charset="0"/>
              </a:defRPr>
            </a:lvl3pPr>
            <a:lvl4pPr>
              <a:defRPr sz="1400">
                <a:solidFill>
                  <a:srgbClr val="0D3E62"/>
                </a:solidFill>
                <a:latin typeface="+mn-lt"/>
                <a:ea typeface="Tahoma" panose="020B0604030504040204" pitchFamily="34" charset="0"/>
                <a:cs typeface="Tahoma" panose="020B0604030504040204" pitchFamily="34" charset="0"/>
              </a:defRPr>
            </a:lvl4pPr>
            <a:lvl5pPr>
              <a:defRPr sz="1400">
                <a:solidFill>
                  <a:srgbClr val="0D3E62"/>
                </a:solidFill>
                <a:latin typeface="+mn-lt"/>
                <a:ea typeface="Tahoma" panose="020B0604030504040204" pitchFamily="34" charset="0"/>
                <a:cs typeface="Tahoma" panose="020B0604030504040204" pitchFamily="34"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3" name="Picture 2">
            <a:extLst>
              <a:ext uri="{FF2B5EF4-FFF2-40B4-BE49-F238E27FC236}">
                <a16:creationId xmlns:a16="http://schemas.microsoft.com/office/drawing/2014/main" id="{EBE10E01-12D2-662D-5AE5-A7185817AE0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248624" y="5611775"/>
            <a:ext cx="1328009" cy="396539"/>
          </a:xfrm>
          <a:prstGeom prst="rect">
            <a:avLst/>
          </a:prstGeom>
        </p:spPr>
      </p:pic>
    </p:spTree>
    <p:extLst>
      <p:ext uri="{BB962C8B-B14F-4D97-AF65-F5344CB8AC3E}">
        <p14:creationId xmlns:p14="http://schemas.microsoft.com/office/powerpoint/2010/main" val="2351127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text, clipart&#10;&#10;Description automatically generated">
            <a:extLst>
              <a:ext uri="{FF2B5EF4-FFF2-40B4-BE49-F238E27FC236}">
                <a16:creationId xmlns:a16="http://schemas.microsoft.com/office/drawing/2014/main" id="{9CD24D66-7FF4-7328-7FFF-512B52D02A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9233" y="927449"/>
            <a:ext cx="2495310" cy="1152000"/>
          </a:xfrm>
          <a:prstGeom prst="rect">
            <a:avLst/>
          </a:prstGeom>
        </p:spPr>
      </p:pic>
      <p:pic>
        <p:nvPicPr>
          <p:cNvPr id="14" name="Graphic 13">
            <a:extLst>
              <a:ext uri="{FF2B5EF4-FFF2-40B4-BE49-F238E27FC236}">
                <a16:creationId xmlns:a16="http://schemas.microsoft.com/office/drawing/2014/main" id="{B4316D79-8F52-7C98-4C44-6A2D953561F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169667" y="1033433"/>
            <a:ext cx="3314700" cy="723900"/>
          </a:xfrm>
          <a:prstGeom prst="rect">
            <a:avLst/>
          </a:prstGeom>
        </p:spPr>
      </p:pic>
      <p:sp>
        <p:nvSpPr>
          <p:cNvPr id="2" name="Isosceles Triangle 1">
            <a:extLst>
              <a:ext uri="{FF2B5EF4-FFF2-40B4-BE49-F238E27FC236}">
                <a16:creationId xmlns:a16="http://schemas.microsoft.com/office/drawing/2014/main" id="{99B98C9C-F9F6-3442-75F3-F0D97A7D3036}"/>
              </a:ext>
            </a:extLst>
          </p:cNvPr>
          <p:cNvSpPr/>
          <p:nvPr userDrawn="1"/>
        </p:nvSpPr>
        <p:spPr>
          <a:xfrm rot="5400000">
            <a:off x="1753178" y="5562657"/>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endParaRPr>
          </a:p>
        </p:txBody>
      </p:sp>
      <p:pic>
        <p:nvPicPr>
          <p:cNvPr id="3" name="Graphic 2">
            <a:extLst>
              <a:ext uri="{FF2B5EF4-FFF2-40B4-BE49-F238E27FC236}">
                <a16:creationId xmlns:a16="http://schemas.microsoft.com/office/drawing/2014/main" id="{B4FE88A6-66B6-0E1F-CF92-883C77FFB33A}"/>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013106" y="5537826"/>
            <a:ext cx="1371600" cy="180975"/>
          </a:xfrm>
          <a:prstGeom prst="rect">
            <a:avLst/>
          </a:prstGeom>
        </p:spPr>
      </p:pic>
      <p:pic>
        <p:nvPicPr>
          <p:cNvPr id="5" name="Picture 4">
            <a:extLst>
              <a:ext uri="{FF2B5EF4-FFF2-40B4-BE49-F238E27FC236}">
                <a16:creationId xmlns:a16="http://schemas.microsoft.com/office/drawing/2014/main" id="{4B4A7709-E8C9-78C3-3A82-F348BB233950}"/>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8856512" y="5064974"/>
            <a:ext cx="1451310" cy="433357"/>
          </a:xfrm>
          <a:prstGeom prst="rect">
            <a:avLst/>
          </a:prstGeom>
        </p:spPr>
      </p:pic>
    </p:spTree>
    <p:extLst>
      <p:ext uri="{BB962C8B-B14F-4D97-AF65-F5344CB8AC3E}">
        <p14:creationId xmlns:p14="http://schemas.microsoft.com/office/powerpoint/2010/main" val="20916039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4.xml"/><Relationship Id="rId7" Type="http://schemas.openxmlformats.org/officeDocument/2006/relationships/image" Target="../media/image4.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3.sv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4.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799AAAA-0508-4C77-D4DF-151552A0F61A}"/>
              </a:ext>
            </a:extLst>
          </p:cNvPr>
          <p:cNvSpPr/>
          <p:nvPr userDrawn="1"/>
        </p:nvSpPr>
        <p:spPr>
          <a:xfrm>
            <a:off x="0" y="0"/>
            <a:ext cx="12192000" cy="6857999"/>
          </a:xfrm>
          <a:prstGeom prst="rect">
            <a:avLst/>
          </a:prstGeom>
          <a:solidFill>
            <a:srgbClr val="942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picture containing text, clipart&#10;&#10;Description automatically generated">
            <a:extLst>
              <a:ext uri="{FF2B5EF4-FFF2-40B4-BE49-F238E27FC236}">
                <a16:creationId xmlns:a16="http://schemas.microsoft.com/office/drawing/2014/main" id="{1BA9A9D6-DD4D-E395-FC46-AB22C069F56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734536" y="1310655"/>
            <a:ext cx="2573286" cy="1188000"/>
          </a:xfrm>
          <a:prstGeom prst="rect">
            <a:avLst/>
          </a:prstGeom>
        </p:spPr>
      </p:pic>
      <p:pic>
        <p:nvPicPr>
          <p:cNvPr id="3" name="Picture 2">
            <a:extLst>
              <a:ext uri="{FF2B5EF4-FFF2-40B4-BE49-F238E27FC236}">
                <a16:creationId xmlns:a16="http://schemas.microsoft.com/office/drawing/2014/main" id="{659AEF14-D2A0-9CB7-5685-ED74E75D7B45}"/>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8856512" y="4950674"/>
            <a:ext cx="1451310" cy="433357"/>
          </a:xfrm>
          <a:prstGeom prst="rect">
            <a:avLst/>
          </a:prstGeom>
        </p:spPr>
      </p:pic>
    </p:spTree>
    <p:extLst>
      <p:ext uri="{BB962C8B-B14F-4D97-AF65-F5344CB8AC3E}">
        <p14:creationId xmlns:p14="http://schemas.microsoft.com/office/powerpoint/2010/main" val="3106126087"/>
      </p:ext>
    </p:extLst>
  </p:cSld>
  <p:clrMap bg1="lt1" tx1="dk1" bg2="lt2" tx2="dk2" accent1="accent1" accent2="accent2" accent3="accent3" accent4="accent4" accent5="accent5" accent6="accent6" hlink="hlink" folHlink="folHlink"/>
  <p:sldLayoutIdLst>
    <p:sldLayoutId id="214748374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86F343-6DD1-ACF0-CF2D-9907A20C93C5}"/>
              </a:ext>
            </a:extLst>
          </p:cNvPr>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Isosceles Triangle 6">
            <a:extLst>
              <a:ext uri="{FF2B5EF4-FFF2-40B4-BE49-F238E27FC236}">
                <a16:creationId xmlns:a16="http://schemas.microsoft.com/office/drawing/2014/main" id="{A391FB5A-35DA-8139-9F94-7E474B3A05F5}"/>
              </a:ext>
            </a:extLst>
          </p:cNvPr>
          <p:cNvSpPr/>
          <p:nvPr userDrawn="1"/>
        </p:nvSpPr>
        <p:spPr>
          <a:xfrm rot="5400000">
            <a:off x="10275819" y="6628559"/>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endParaRPr>
          </a:p>
        </p:txBody>
      </p:sp>
      <p:pic>
        <p:nvPicPr>
          <p:cNvPr id="8" name="Graphic 7">
            <a:extLst>
              <a:ext uri="{FF2B5EF4-FFF2-40B4-BE49-F238E27FC236}">
                <a16:creationId xmlns:a16="http://schemas.microsoft.com/office/drawing/2014/main" id="{CA7E2053-BB87-185E-962F-4D659790FC0E}"/>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535747" y="6603728"/>
            <a:ext cx="1371600" cy="180975"/>
          </a:xfrm>
          <a:prstGeom prst="rect">
            <a:avLst/>
          </a:prstGeom>
        </p:spPr>
      </p:pic>
      <p:pic>
        <p:nvPicPr>
          <p:cNvPr id="9" name="Picture 8" descr="A picture containing text, sign, clipart&#10;&#10;Description automatically generated">
            <a:extLst>
              <a:ext uri="{FF2B5EF4-FFF2-40B4-BE49-F238E27FC236}">
                <a16:creationId xmlns:a16="http://schemas.microsoft.com/office/drawing/2014/main" id="{091CD511-489E-412C-6FE9-6294DDC03B2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17063" y="706570"/>
            <a:ext cx="1559570" cy="720000"/>
          </a:xfrm>
          <a:prstGeom prst="rect">
            <a:avLst/>
          </a:prstGeom>
        </p:spPr>
      </p:pic>
      <p:pic>
        <p:nvPicPr>
          <p:cNvPr id="10" name="Picture 9">
            <a:extLst>
              <a:ext uri="{FF2B5EF4-FFF2-40B4-BE49-F238E27FC236}">
                <a16:creationId xmlns:a16="http://schemas.microsoft.com/office/drawing/2014/main" id="{691ECE3E-55FB-254D-6FF9-DC7B453E2130}"/>
              </a:ext>
            </a:extLst>
          </p:cNvPr>
          <p:cNvPicPr>
            <a:picLocks noChangeAspect="1"/>
          </p:cNvPicPr>
          <p:nvPr userDrawn="1"/>
        </p:nvPicPr>
        <p:blipFill>
          <a:blip r:embed="rId8" cstate="print">
            <a:extLst>
              <a:ext uri="{28A0092B-C50C-407E-A947-70E740481C1C}">
                <a14:useLocalDpi xmlns:a14="http://schemas.microsoft.com/office/drawing/2010/main" val="0"/>
              </a:ext>
            </a:extLst>
          </a:blip>
          <a:srcRect/>
          <a:stretch/>
        </p:blipFill>
        <p:spPr>
          <a:xfrm>
            <a:off x="10248624" y="5611775"/>
            <a:ext cx="1328009" cy="396539"/>
          </a:xfrm>
          <a:prstGeom prst="rect">
            <a:avLst/>
          </a:prstGeom>
        </p:spPr>
      </p:pic>
    </p:spTree>
    <p:extLst>
      <p:ext uri="{BB962C8B-B14F-4D97-AF65-F5344CB8AC3E}">
        <p14:creationId xmlns:p14="http://schemas.microsoft.com/office/powerpoint/2010/main" val="426790701"/>
      </p:ext>
    </p:extLst>
  </p:cSld>
  <p:clrMap bg1="lt1" tx1="dk1" bg2="lt2" tx2="dk2" accent1="accent1" accent2="accent2" accent3="accent3" accent4="accent4" accent5="accent5" accent6="accent6" hlink="hlink" folHlink="folHlink"/>
  <p:sldLayoutIdLst>
    <p:sldLayoutId id="2147483715" r:id="rId1"/>
    <p:sldLayoutId id="2147483704" r:id="rId2"/>
    <p:sldLayoutId id="2147483751" r:id="rId3"/>
    <p:sldLayoutId id="2147483752" r:id="rId4"/>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7EEB13-50FA-F1F2-B2CE-91039F3D7BB0}"/>
              </a:ext>
            </a:extLst>
          </p:cNvPr>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Isosceles Triangle 7">
            <a:extLst>
              <a:ext uri="{FF2B5EF4-FFF2-40B4-BE49-F238E27FC236}">
                <a16:creationId xmlns:a16="http://schemas.microsoft.com/office/drawing/2014/main" id="{027349BD-B6B3-1AD0-7B08-1187CA5EEA38}"/>
              </a:ext>
            </a:extLst>
          </p:cNvPr>
          <p:cNvSpPr/>
          <p:nvPr userDrawn="1"/>
        </p:nvSpPr>
        <p:spPr>
          <a:xfrm rot="5400000">
            <a:off x="10275819" y="6628559"/>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pic>
        <p:nvPicPr>
          <p:cNvPr id="9" name="Graphic 8">
            <a:extLst>
              <a:ext uri="{FF2B5EF4-FFF2-40B4-BE49-F238E27FC236}">
                <a16:creationId xmlns:a16="http://schemas.microsoft.com/office/drawing/2014/main" id="{E4C4358E-AC45-7E26-B29E-2FE4E90CB31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535747" y="6603728"/>
            <a:ext cx="1371600" cy="180975"/>
          </a:xfrm>
          <a:prstGeom prst="rect">
            <a:avLst/>
          </a:prstGeom>
        </p:spPr>
      </p:pic>
    </p:spTree>
    <p:extLst>
      <p:ext uri="{BB962C8B-B14F-4D97-AF65-F5344CB8AC3E}">
        <p14:creationId xmlns:p14="http://schemas.microsoft.com/office/powerpoint/2010/main" val="235092363"/>
      </p:ext>
    </p:extLst>
  </p:cSld>
  <p:clrMap bg1="lt1" tx1="dk1" bg2="lt2" tx2="dk2" accent1="accent1" accent2="accent2" accent3="accent3" accent4="accent4" accent5="accent5" accent6="accent6" hlink="hlink" folHlink="folHlink"/>
  <p:sldLayoutIdLst>
    <p:sldLayoutId id="2147483747" r:id="rId1"/>
    <p:sldLayoutId id="2147483748"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ts val="4200"/>
        </a:lnSpc>
        <a:spcBef>
          <a:spcPct val="0"/>
        </a:spcBef>
        <a:buNone/>
        <a:defRPr sz="4200" b="0" kern="1200" cap="none" spc="0" baseline="0">
          <a:solidFill>
            <a:srgbClr val="942F6D"/>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5A0778-8347-518E-3A89-D36AEACFC32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1210539786"/>
      </p:ext>
    </p:extLst>
  </p:cSld>
  <p:clrMap bg1="lt1" tx1="dk1" bg2="lt2" tx2="dk2" accent1="accent1" accent2="accent2" accent3="accent3" accent4="accent4" accent5="accent5" accent6="accent6" hlink="hlink" folHlink="folHlink"/>
  <p:sldLayoutIdLst>
    <p:sldLayoutId id="214748375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718F-5AF7-2AC0-2FF5-3FD7E60120C5}"/>
              </a:ext>
            </a:extLst>
          </p:cNvPr>
          <p:cNvSpPr>
            <a:spLocks noGrp="1"/>
          </p:cNvSpPr>
          <p:nvPr>
            <p:ph type="title"/>
          </p:nvPr>
        </p:nvSpPr>
        <p:spPr/>
        <p:txBody>
          <a:bodyPr/>
          <a:lstStyle/>
          <a:p>
            <a:r>
              <a:rPr lang="en-GB" dirty="0"/>
              <a:t>Applied Machine Learning</a:t>
            </a:r>
            <a:endParaRPr lang="en-US" dirty="0"/>
          </a:p>
        </p:txBody>
      </p:sp>
      <p:sp>
        <p:nvSpPr>
          <p:cNvPr id="3" name="Text Placeholder 2">
            <a:extLst>
              <a:ext uri="{FF2B5EF4-FFF2-40B4-BE49-F238E27FC236}">
                <a16:creationId xmlns:a16="http://schemas.microsoft.com/office/drawing/2014/main" id="{225C5398-7BEA-B278-6D59-D1FAD2486A7F}"/>
              </a:ext>
            </a:extLst>
          </p:cNvPr>
          <p:cNvSpPr>
            <a:spLocks noGrp="1"/>
          </p:cNvSpPr>
          <p:nvPr>
            <p:ph type="body" sz="quarter" idx="10"/>
          </p:nvPr>
        </p:nvSpPr>
        <p:spPr/>
        <p:txBody>
          <a:bodyPr/>
          <a:lstStyle/>
          <a:p>
            <a:r>
              <a:rPr lang="en-GB" dirty="0"/>
              <a:t>Regent College London</a:t>
            </a:r>
          </a:p>
          <a:p>
            <a:r>
              <a:rPr lang="en-GB"/>
              <a:t>SWE6302</a:t>
            </a:r>
            <a:endParaRPr lang="en-GB" dirty="0"/>
          </a:p>
          <a:p>
            <a:endParaRPr lang="en-US" dirty="0"/>
          </a:p>
        </p:txBody>
      </p:sp>
    </p:spTree>
    <p:extLst>
      <p:ext uri="{BB962C8B-B14F-4D97-AF65-F5344CB8AC3E}">
        <p14:creationId xmlns:p14="http://schemas.microsoft.com/office/powerpoint/2010/main" val="958122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 </a:t>
            </a:r>
          </a:p>
        </p:txBody>
      </p:sp>
      <p:sp>
        <p:nvSpPr>
          <p:cNvPr id="3" name="Text Placeholder 2"/>
          <p:cNvSpPr>
            <a:spLocks noGrp="1"/>
          </p:cNvSpPr>
          <p:nvPr>
            <p:ph type="body" sz="quarter" idx="10"/>
          </p:nvPr>
        </p:nvSpPr>
        <p:spPr/>
        <p:txBody>
          <a:bodyPr/>
          <a:lstStyle/>
          <a:p>
            <a:r>
              <a:rPr lang="en-GB" dirty="0"/>
              <a:t>SWE6302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Applied Machine learning</a:t>
            </a:r>
            <a:endParaRPr lang="en-US" dirty="0"/>
          </a:p>
        </p:txBody>
      </p:sp>
      <p:sp>
        <p:nvSpPr>
          <p:cNvPr id="4" name="Text Placeholder 3"/>
          <p:cNvSpPr>
            <a:spLocks noGrp="1"/>
          </p:cNvSpPr>
          <p:nvPr>
            <p:ph type="body" sz="quarter" idx="11"/>
          </p:nvPr>
        </p:nvSpPr>
        <p:spPr>
          <a:xfrm>
            <a:off x="7179121" y="2592387"/>
            <a:ext cx="5491361" cy="3845503"/>
          </a:xfrm>
        </p:spPr>
        <p:txBody>
          <a:bodyPr/>
          <a:lstStyle/>
          <a:p>
            <a:r>
              <a:rPr lang="en-GB" dirty="0"/>
              <a:t>Introduction to the module</a:t>
            </a:r>
            <a:endParaRPr lang="en-US" dirty="0"/>
          </a:p>
        </p:txBody>
      </p:sp>
      <p:pic>
        <p:nvPicPr>
          <p:cNvPr id="5" name="Picture 4"/>
          <p:cNvPicPr>
            <a:picLocks noChangeAspect="1"/>
          </p:cNvPicPr>
          <p:nvPr/>
        </p:nvPicPr>
        <p:blipFill>
          <a:blip r:embed="rId2"/>
          <a:stretch>
            <a:fillRect/>
          </a:stretch>
        </p:blipFill>
        <p:spPr>
          <a:xfrm>
            <a:off x="293648" y="1737716"/>
            <a:ext cx="6551188" cy="39584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E7192-9C5E-9C4B-1C4F-8C143C2B1BA0}"/>
              </a:ext>
            </a:extLst>
          </p:cNvPr>
          <p:cNvSpPr>
            <a:spLocks noGrp="1"/>
          </p:cNvSpPr>
          <p:nvPr>
            <p:ph type="title"/>
          </p:nvPr>
        </p:nvSpPr>
        <p:spPr/>
        <p:txBody>
          <a:bodyPr/>
          <a:lstStyle/>
          <a:p>
            <a:r>
              <a:rPr lang="en-GB" dirty="0"/>
              <a:t>Introduction</a:t>
            </a:r>
          </a:p>
        </p:txBody>
      </p:sp>
      <p:sp>
        <p:nvSpPr>
          <p:cNvPr id="3" name="Text Placeholder 2">
            <a:extLst>
              <a:ext uri="{FF2B5EF4-FFF2-40B4-BE49-F238E27FC236}">
                <a16:creationId xmlns:a16="http://schemas.microsoft.com/office/drawing/2014/main" id="{FE4A5176-7927-8214-77C1-C4F8049AC516}"/>
              </a:ext>
            </a:extLst>
          </p:cNvPr>
          <p:cNvSpPr>
            <a:spLocks noGrp="1"/>
          </p:cNvSpPr>
          <p:nvPr>
            <p:ph type="body" sz="quarter" idx="10"/>
          </p:nvPr>
        </p:nvSpPr>
        <p:spPr/>
        <p:txBody>
          <a:bodyPr/>
          <a:lstStyle/>
          <a:p>
            <a:r>
              <a:rPr lang="en-US" sz="2000" dirty="0"/>
              <a:t>Welcome to </a:t>
            </a:r>
            <a:r>
              <a:rPr lang="en-US" sz="2000" b="1" dirty="0"/>
              <a:t>SWE6302 – Applied Machine Learning</a:t>
            </a:r>
            <a:r>
              <a:rPr lang="en-US" sz="2000" dirty="0"/>
              <a:t>, an integral module in your BSc (Hons) Computing and BEng (Hons) Software Engineering programs for the 2025–2026 academic year. It is my pleasure to accompany you on this journey into the fascinating world of Machine Learning, where data meets algorithms to generate meaningful insights and solutions for real-world challenges.</a:t>
            </a:r>
          </a:p>
          <a:p>
            <a:r>
              <a:rPr lang="en-US" sz="2000" dirty="0"/>
              <a:t>This module is designed to provide a comprehensive understanding of machine learning fundamentals, including supervised and unsupervised learning methods, alongside their ethical and societal implications. Through theoretical and practical activities, you will gain applied knowledge and skills to design, implement, and critically evaluate machine learning solutions tailored to various applications.</a:t>
            </a:r>
            <a:endParaRPr lang="en-GB" sz="2000" dirty="0"/>
          </a:p>
          <a:p>
            <a:r>
              <a:rPr lang="en-GB" sz="2000" dirty="0"/>
              <a:t>More about the module can be accessed from the Module Specification.</a:t>
            </a:r>
          </a:p>
          <a:p>
            <a:endParaRPr lang="en-GB" sz="2000" dirty="0"/>
          </a:p>
        </p:txBody>
      </p:sp>
    </p:spTree>
    <p:extLst>
      <p:ext uri="{BB962C8B-B14F-4D97-AF65-F5344CB8AC3E}">
        <p14:creationId xmlns:p14="http://schemas.microsoft.com/office/powerpoint/2010/main" val="2609436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B4B09-A608-BB64-5202-3EAC2A5E44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9DE42-C8C8-EA2D-6544-53B8F6A4E151}"/>
              </a:ext>
            </a:extLst>
          </p:cNvPr>
          <p:cNvSpPr>
            <a:spLocks noGrp="1"/>
          </p:cNvSpPr>
          <p:nvPr>
            <p:ph type="title"/>
          </p:nvPr>
        </p:nvSpPr>
        <p:spPr/>
        <p:txBody>
          <a:bodyPr/>
          <a:lstStyle/>
          <a:p>
            <a:r>
              <a:rPr lang="en-GB" dirty="0"/>
              <a:t>Assessment</a:t>
            </a:r>
          </a:p>
        </p:txBody>
      </p:sp>
      <p:sp>
        <p:nvSpPr>
          <p:cNvPr id="3" name="Text Placeholder 2">
            <a:extLst>
              <a:ext uri="{FF2B5EF4-FFF2-40B4-BE49-F238E27FC236}">
                <a16:creationId xmlns:a16="http://schemas.microsoft.com/office/drawing/2014/main" id="{4FA501B9-259C-7224-61FB-148A0BB0C57A}"/>
              </a:ext>
            </a:extLst>
          </p:cNvPr>
          <p:cNvSpPr>
            <a:spLocks noGrp="1"/>
          </p:cNvSpPr>
          <p:nvPr>
            <p:ph type="body" sz="quarter" idx="10"/>
          </p:nvPr>
        </p:nvSpPr>
        <p:spPr/>
        <p:txBody>
          <a:bodyPr/>
          <a:lstStyle/>
          <a:p>
            <a:r>
              <a:rPr lang="en-GB" sz="2000" dirty="0"/>
              <a:t>Assessment guidelines can be found in the Assessment Brief/Overview.</a:t>
            </a:r>
          </a:p>
        </p:txBody>
      </p:sp>
    </p:spTree>
    <p:extLst>
      <p:ext uri="{BB962C8B-B14F-4D97-AF65-F5344CB8AC3E}">
        <p14:creationId xmlns:p14="http://schemas.microsoft.com/office/powerpoint/2010/main" val="4135711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1743336"/>
      </p:ext>
    </p:extLst>
  </p:cSld>
  <p:clrMapOvr>
    <a:masterClrMapping/>
  </p:clrMapOvr>
</p:sld>
</file>

<file path=ppt/theme/theme1.xml><?xml version="1.0" encoding="utf-8"?>
<a:theme xmlns:a="http://schemas.openxmlformats.org/drawingml/2006/main" name="Cover with title v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EEF4A9A-6F52-463F-B9BD-692FFDDA97F4}" vid="{F337B077-720F-4B8E-B798-F176975EC2C4}"/>
    </a:ext>
  </a:extLst>
</a:theme>
</file>

<file path=ppt/theme/theme2.xml><?xml version="1.0" encoding="utf-8"?>
<a:theme xmlns:a="http://schemas.openxmlformats.org/drawingml/2006/main" name="Standar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EEF4A9A-6F52-463F-B9BD-692FFDDA97F4}" vid="{09A1DB2C-4B5C-4017-B6FF-EB1754EDCDEC}"/>
    </a:ext>
  </a:extLst>
</a:theme>
</file>

<file path=ppt/theme/theme3.xml><?xml version="1.0" encoding="utf-8"?>
<a:theme xmlns:a="http://schemas.openxmlformats.org/drawingml/2006/main" name="1_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EEF4A9A-6F52-463F-B9BD-692FFDDA97F4}" vid="{F72C3147-3FEF-4CF9-AC97-23DC2D5D868E}"/>
    </a:ext>
  </a:extLst>
</a:theme>
</file>

<file path=ppt/theme/theme4.xml><?xml version="1.0" encoding="utf-8"?>
<a:theme xmlns:a="http://schemas.openxmlformats.org/drawingml/2006/main" name="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DEEF4A9A-6F52-463F-B9BD-692FFDDA97F4}" vid="{F60A8510-89EC-4E20-8B1F-07A70434F97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CE044E8A08F3E42B69F92DBBD6411BB" ma:contentTypeVersion="14" ma:contentTypeDescription="Create a new document." ma:contentTypeScope="" ma:versionID="167dffbd18185391b8745d31676cf5cc">
  <xsd:schema xmlns:xsd="http://www.w3.org/2001/XMLSchema" xmlns:xs="http://www.w3.org/2001/XMLSchema" xmlns:p="http://schemas.microsoft.com/office/2006/metadata/properties" xmlns:ns2="9c242424-a540-472a-84c4-097570cbc054" xmlns:ns3="bbff7a29-d65b-4116-b451-30639e9d260b" targetNamespace="http://schemas.microsoft.com/office/2006/metadata/properties" ma:root="true" ma:fieldsID="ccdcd6d92b0e083c0e162af7cadb3c0d" ns2:_="" ns3:_="">
    <xsd:import namespace="9c242424-a540-472a-84c4-097570cbc054"/>
    <xsd:import namespace="bbff7a29-d65b-4116-b451-30639e9d260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242424-a540-472a-84c4-097570cbc0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247cd83-a7c4-41c3-9ccf-b3de8fb2a78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bff7a29-d65b-4116-b451-30639e9d260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bcee8e2-f850-467f-abd3-b32eae3f2dc0}" ma:internalName="TaxCatchAll" ma:showField="CatchAllData" ma:web="bbff7a29-d65b-4116-b451-30639e9d260b">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c242424-a540-472a-84c4-097570cbc054">
      <Terms xmlns="http://schemas.microsoft.com/office/infopath/2007/PartnerControls"/>
    </lcf76f155ced4ddcb4097134ff3c332f>
    <TaxCatchAll xmlns="bbff7a29-d65b-4116-b451-30639e9d260b" xsi:nil="true"/>
  </documentManagement>
</p:properties>
</file>

<file path=customXml/itemProps1.xml><?xml version="1.0" encoding="utf-8"?>
<ds:datastoreItem xmlns:ds="http://schemas.openxmlformats.org/officeDocument/2006/customXml" ds:itemID="{41D745A1-88DB-4E05-9D36-C39F9D778A4A}">
  <ds:schemaRefs>
    <ds:schemaRef ds:uri="http://schemas.microsoft.com/sharepoint/v3/contenttype/forms"/>
  </ds:schemaRefs>
</ds:datastoreItem>
</file>

<file path=customXml/itemProps2.xml><?xml version="1.0" encoding="utf-8"?>
<ds:datastoreItem xmlns:ds="http://schemas.openxmlformats.org/officeDocument/2006/customXml" ds:itemID="{23ED89FF-FA6D-4312-9BEC-FFA3FAA9EE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242424-a540-472a-84c4-097570cbc054"/>
    <ds:schemaRef ds:uri="bbff7a29-d65b-4116-b451-30639e9d26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B8DD234-D19B-4D04-A2B2-E320F9783F02}">
  <ds:schemaRefs>
    <ds:schemaRef ds:uri="http://schemas.openxmlformats.org/package/2006/metadata/core-properties"/>
    <ds:schemaRef ds:uri="bbff7a29-d65b-4116-b451-30639e9d260b"/>
    <ds:schemaRef ds:uri="http://schemas.microsoft.com/office/2006/metadata/properties"/>
    <ds:schemaRef ds:uri="http://purl.org/dc/elements/1.1/"/>
    <ds:schemaRef ds:uri="http://purl.org/dc/dcmitype/"/>
    <ds:schemaRef ds:uri="http://www.w3.org/XML/1998/namespace"/>
    <ds:schemaRef ds:uri="http://purl.org/dc/terms/"/>
    <ds:schemaRef ds:uri="9c242424-a540-472a-84c4-097570cbc054"/>
    <ds:schemaRef ds:uri="http://schemas.microsoft.com/office/2006/documentManagement/typ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RCL-PowerPoint-Presentation-2019-Template</Template>
  <TotalTime>0</TotalTime>
  <Words>165</Words>
  <Application>Microsoft Office PowerPoint</Application>
  <PresentationFormat>Widescreen</PresentationFormat>
  <Paragraphs>13</Paragraphs>
  <Slides>6</Slides>
  <Notes>0</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6</vt:i4>
      </vt:variant>
    </vt:vector>
  </HeadingPairs>
  <TitlesOfParts>
    <vt:vector size="13" baseType="lpstr">
      <vt:lpstr>Arial</vt:lpstr>
      <vt:lpstr>Calibri</vt:lpstr>
      <vt:lpstr>Tahoma</vt:lpstr>
      <vt:lpstr>Cover with title v1</vt:lpstr>
      <vt:lpstr>Standart</vt:lpstr>
      <vt:lpstr>1_With picture</vt:lpstr>
      <vt:lpstr>Back cover</vt:lpstr>
      <vt:lpstr>Applied Machine Learning</vt:lpstr>
      <vt:lpstr>Applied Machine learning </vt:lpstr>
      <vt:lpstr>Applied Machine learning</vt:lpstr>
      <vt:lpstr>Introduction</vt:lpstr>
      <vt:lpstr>Assessment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Giedre Mazuriene</dc:creator>
  <cp:lastModifiedBy>Md Sadeque Imam Shaikh</cp:lastModifiedBy>
  <cp:revision>8</cp:revision>
  <dcterms:created xsi:type="dcterms:W3CDTF">2022-12-08T14:17:14Z</dcterms:created>
  <dcterms:modified xsi:type="dcterms:W3CDTF">2026-10-05T02:56:25Z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0x0101003CE044E8A08F3E42B69F92DBBD6411BB</vt:lpwstr>
  </property>
  <property fmtid="{D5CDD505-2E9C-101B-9397-08002B2CF9AE}" pid="3" name="MediaServiceImageTags">
    <vt:lpwstr/>
  </property>
  <property fmtid="{D5CDD505-2E9C-101B-9397-08002B2CF9AE}" pid="4" name="MSIP_Label_32e150ff-4790-4db0-9801-e1a2cb83509c_Enabled">
    <vt:lpwstr>true</vt:lpwstr>
  </property>
  <property fmtid="{D5CDD505-2E9C-101B-9397-08002B2CF9AE}" pid="5" name="MSIP_Label_32e150ff-4790-4db0-9801-e1a2cb83509c_SetDate">
    <vt:lpwstr>2026-10-05T02:55:56Z</vt:lpwstr>
  </property>
  <property fmtid="{D5CDD505-2E9C-101B-9397-08002B2CF9AE}" pid="6" name="MSIP_Label_32e150ff-4790-4db0-9801-e1a2cb83509c_Method">
    <vt:lpwstr>Standard</vt:lpwstr>
  </property>
  <property fmtid="{D5CDD505-2E9C-101B-9397-08002B2CF9AE}" pid="7" name="MSIP_Label_32e150ff-4790-4db0-9801-e1a2cb83509c_Name">
    <vt:lpwstr>defa4170-0d19-0005-0004-bc88714345d2</vt:lpwstr>
  </property>
  <property fmtid="{D5CDD505-2E9C-101B-9397-08002B2CF9AE}" pid="8" name="MSIP_Label_32e150ff-4790-4db0-9801-e1a2cb83509c_SiteId">
    <vt:lpwstr>31b813f2-6514-42e9-b2f4-5d69ef68118b</vt:lpwstr>
  </property>
  <property fmtid="{D5CDD505-2E9C-101B-9397-08002B2CF9AE}" pid="9" name="MSIP_Label_32e150ff-4790-4db0-9801-e1a2cb83509c_ActionId">
    <vt:lpwstr>c785382b-4e51-42f1-8de3-3e453074099c</vt:lpwstr>
  </property>
  <property fmtid="{D5CDD505-2E9C-101B-9397-08002B2CF9AE}" pid="10" name="MSIP_Label_32e150ff-4790-4db0-9801-e1a2cb83509c_ContentBits">
    <vt:lpwstr>0</vt:lpwstr>
  </property>
  <property fmtid="{D5CDD505-2E9C-101B-9397-08002B2CF9AE}" pid="11" name="MSIP_Label_32e150ff-4790-4db0-9801-e1a2cb83509c_Tag">
    <vt:lpwstr>10, 3, 0, 1</vt:lpwstr>
  </property>
</Properties>
</file>