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526BE-33F9-F245-8BF6-D310362AA5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3FB398-3DF2-7F45-B843-5F51EA3C14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87CE8-038A-F64A-B7AB-AD542CFD3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39D9B-88B0-4342-B1D6-114B9EBBC979}" type="datetimeFigureOut">
              <a:rPr lang="en-US" smtClean="0"/>
              <a:t>12/10/21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96061-BB1E-554C-82C4-58B079359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93F4F-AE11-0D47-9E4C-AD32A25BA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624B5-1C6C-B74A-940E-4E30CF04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490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773F8-89AC-884B-9F2B-5032501CC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EF5E7-90C9-F24A-AB46-FA3F9876C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34407-2323-EC4E-BBDA-D147657C6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39D9B-88B0-4342-B1D6-114B9EBBC979}" type="datetimeFigureOut">
              <a:rPr lang="en-US" smtClean="0"/>
              <a:t>12/10/21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6E15E-666C-154F-88CD-476795E96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42442-AAE1-8643-896A-04B89A698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624B5-1C6C-B74A-940E-4E30CF04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262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EA0EB-2D0F-844E-9E47-EDAFFF612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047AD6-3272-454C-9FBB-5D4E7E0D8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A4C38-1625-6141-BAB6-9F6118A51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39D9B-88B0-4342-B1D6-114B9EBBC979}" type="datetimeFigureOut">
              <a:rPr lang="en-US" smtClean="0"/>
              <a:t>12/10/21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E693E-8ACD-8C42-AB1D-261867358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77B9C-5C0D-CC47-B41E-EDE6D26D2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624B5-1C6C-B74A-940E-4E30CF04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035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8AC74-A32D-2B47-B778-4DE3ED595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C8C2E-1B33-F54E-B5A6-50FF11F3EC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88E617-960E-C34C-AF4C-8EFAE17F9F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29086-8199-D840-B620-A1D2F6531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39D9B-88B0-4342-B1D6-114B9EBBC979}" type="datetimeFigureOut">
              <a:rPr lang="en-US" smtClean="0"/>
              <a:t>12/10/21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F52F5C-9339-B043-91F7-D7E4125DC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34675D-0D72-A140-B3E8-E455CFC51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624B5-1C6C-B74A-940E-4E30CF04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377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05263-8317-F34B-8EC0-8FB36FB7E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B0470E-422E-D64D-A28B-04BF50D05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CB1FBB-C30B-1E4C-9CC3-FAFD55CCD0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8CB41C-5891-C94B-A6D6-ADB9AF3250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76D031-FDD3-2441-B562-3CCC05F467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F2EB80-7912-0347-B2E8-E5C1AF67F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39D9B-88B0-4342-B1D6-114B9EBBC979}" type="datetimeFigureOut">
              <a:rPr lang="en-US" smtClean="0"/>
              <a:t>12/10/21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256F6F-F662-8D4B-96A8-848792FD7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B68FB6-81BD-DD4E-A8C5-D6080F16B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624B5-1C6C-B74A-940E-4E30CF04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444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77C76-14F9-BB4D-A05D-376AB74D2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7D4372-CFEF-CC4B-932F-8A2EB42A5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39D9B-88B0-4342-B1D6-114B9EBBC979}" type="datetimeFigureOut">
              <a:rPr lang="en-US" smtClean="0"/>
              <a:t>12/10/21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2B5FB2-DAC3-FE40-B82F-F12B72A94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A5D99C-2725-AE4B-97F7-5BFD16245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624B5-1C6C-B74A-940E-4E30CF04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984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D05747-E20A-3248-BE0A-F2CBE6EE5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39D9B-88B0-4342-B1D6-114B9EBBC979}" type="datetimeFigureOut">
              <a:rPr lang="en-US" smtClean="0"/>
              <a:t>12/10/21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27EEA4-62CF-EF48-ABB2-DA9E3991B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40E48-0FFD-6545-B70D-84F5F6FD9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624B5-1C6C-B74A-940E-4E30CF04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777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C50C3-DE57-0A40-BA71-320EA1FE6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F3D01-758D-CC45-ACFB-1AF660F67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9EDC8E-5538-2048-AD24-D99E906B8F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0C978F-93AD-B948-BB68-415087262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39D9B-88B0-4342-B1D6-114B9EBBC979}" type="datetimeFigureOut">
              <a:rPr lang="en-US" smtClean="0"/>
              <a:t>12/10/21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164790-FB1E-0B41-8945-33272325D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E8351E-D5CA-8A45-AF94-C760830B8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624B5-1C6C-B74A-940E-4E30CF04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720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1DF20-1469-7545-B973-49D28B2F6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FB1B33-8356-4C49-B563-0456BC3C14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3D97F-8D6E-3A4C-8999-456BAADF62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54192B-3706-8445-A171-773ED8B62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39D9B-88B0-4342-B1D6-114B9EBBC979}" type="datetimeFigureOut">
              <a:rPr lang="en-US" smtClean="0"/>
              <a:t>12/10/21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B576F0-BB22-1445-9380-805872E7E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A9810-5C16-854A-8CDF-13E820B73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624B5-1C6C-B74A-940E-4E30CF04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370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E6EAC-0A34-8242-BB7C-67B54E228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C20C6F-0100-7244-B102-1674526B2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E72E6-4378-AF42-9DDF-C1E44E9C4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39D9B-88B0-4342-B1D6-114B9EBBC979}" type="datetimeFigureOut">
              <a:rPr lang="en-US" smtClean="0"/>
              <a:t>12/10/21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EE833-85C8-EE41-B472-9A6B3C21F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04026-C55E-0443-BF90-A36BAA6CA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624B5-1C6C-B74A-940E-4E30CF04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896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0AF551-3393-3148-938B-3526EDD4C8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B8238E-7649-4F47-994D-6FE1064FF6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C9DFD-7CD9-2E4F-A78D-AD3249BB1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39D9B-88B0-4342-B1D6-114B9EBBC979}" type="datetimeFigureOut">
              <a:rPr lang="en-US" smtClean="0"/>
              <a:t>12/10/21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2A7D3-42FB-094F-8AA0-8391DB1CB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BCF5A-C8D1-8049-9A1D-0D90949D7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624B5-1C6C-B74A-940E-4E30CF04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353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3A48E5-A924-C844-8374-A05366963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C72DB-CE51-ED49-9A24-218C51DB7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187FE-6B84-704F-95A0-352F6A7852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D39D9B-88B0-4342-B1D6-114B9EBBC979}" type="datetimeFigureOut">
              <a:rPr lang="en-US" smtClean="0"/>
              <a:t>12/10/21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58510-9C74-B64F-90A5-57DF5D21A2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538AB-E02E-3545-91C7-2E8E4A7D5B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6624B5-1C6C-B74A-940E-4E30CF04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869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38331-28EA-864C-B6A7-AF87DBE8A6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Machine Learning – Polynomial Regression</a:t>
            </a:r>
            <a:br>
              <a:rPr lang="en-GB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668380-A071-274F-9FDD-0D7BD07509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Activity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052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BE88A-79A6-B645-AC36-3D57ED500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Polynomial Regression (Activity 1)</a:t>
            </a:r>
            <a:br>
              <a:rPr lang="en-GB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EDE299-15C7-DE47-A361-9B82DD0DE6C3}"/>
              </a:ext>
            </a:extLst>
          </p:cNvPr>
          <p:cNvSpPr txBox="1"/>
          <p:nvPr/>
        </p:nvSpPr>
        <p:spPr>
          <a:xfrm>
            <a:off x="1349297" y="1426685"/>
            <a:ext cx="98465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 Data set contains some information about Position Vs Salary. (Use Moodle Activity folder to download data- </a:t>
            </a:r>
            <a:r>
              <a:rPr lang="en-GB" dirty="0" err="1"/>
              <a:t>Position_Salaries.csv</a:t>
            </a:r>
            <a:r>
              <a:rPr lang="en-GB" dirty="0"/>
              <a:t>)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76AEB0-5EF7-124B-92B8-D2B939793C56}"/>
              </a:ext>
            </a:extLst>
          </p:cNvPr>
          <p:cNvSpPr/>
          <p:nvPr/>
        </p:nvSpPr>
        <p:spPr>
          <a:xfrm>
            <a:off x="1426874" y="4308216"/>
            <a:ext cx="976894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sz="2400" dirty="0">
                <a:solidFill>
                  <a:srgbClr val="000000"/>
                </a:solidFill>
              </a:rPr>
              <a:t>Use the Polynomial regression to predict the salary when level is 6.5</a:t>
            </a:r>
            <a:endParaRPr lang="en-GB" sz="2400" b="0" i="0" dirty="0">
              <a:solidFill>
                <a:srgbClr val="000000"/>
              </a:solidFill>
              <a:effectLst/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sz="2400" dirty="0">
                <a:solidFill>
                  <a:srgbClr val="000000"/>
                </a:solidFill>
              </a:rPr>
              <a:t>Use the same dataset to predict the salary when level is 6.5 using linear regression.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>
                <a:solidFill>
                  <a:srgbClr val="000000"/>
                </a:solidFill>
              </a:rPr>
              <a:t>Compare the result and analyse the best </a:t>
            </a:r>
            <a:r>
              <a:rPr lang="en-GB" sz="2400" dirty="0" err="1">
                <a:solidFill>
                  <a:srgbClr val="000000"/>
                </a:solidFill>
              </a:rPr>
              <a:t>techniqe</a:t>
            </a:r>
            <a:endParaRPr lang="en-US" sz="24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169A929-6995-D646-8BA7-AC80BC2E27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35977"/>
              </p:ext>
            </p:extLst>
          </p:nvPr>
        </p:nvGraphicFramePr>
        <p:xfrm>
          <a:off x="2745170" y="2073016"/>
          <a:ext cx="5400348" cy="2235200"/>
        </p:xfrm>
        <a:graphic>
          <a:graphicData uri="http://schemas.openxmlformats.org/drawingml/2006/table">
            <a:tbl>
              <a:tblPr/>
              <a:tblGrid>
                <a:gridCol w="1800116">
                  <a:extLst>
                    <a:ext uri="{9D8B030D-6E8A-4147-A177-3AD203B41FA5}">
                      <a16:colId xmlns:a16="http://schemas.microsoft.com/office/drawing/2014/main" val="3405865991"/>
                    </a:ext>
                  </a:extLst>
                </a:gridCol>
                <a:gridCol w="1800116">
                  <a:extLst>
                    <a:ext uri="{9D8B030D-6E8A-4147-A177-3AD203B41FA5}">
                      <a16:colId xmlns:a16="http://schemas.microsoft.com/office/drawing/2014/main" val="2546225796"/>
                    </a:ext>
                  </a:extLst>
                </a:gridCol>
                <a:gridCol w="1800116">
                  <a:extLst>
                    <a:ext uri="{9D8B030D-6E8A-4147-A177-3AD203B41FA5}">
                      <a16:colId xmlns:a16="http://schemas.microsoft.com/office/drawing/2014/main" val="3338250693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Position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Level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906480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Business Analyst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81409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Junior Consultant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576694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Senior Consultant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272904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Manager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955431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Country Manager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317629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Region Manager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936283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Partner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361185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Senior Partner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464945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C-level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662694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669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5207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BE88A-79A6-B645-AC36-3D57ED500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Polynomial Regression (Activity 2)</a:t>
            </a:r>
            <a:br>
              <a:rPr lang="en-GB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EDE299-15C7-DE47-A361-9B82DD0DE6C3}"/>
              </a:ext>
            </a:extLst>
          </p:cNvPr>
          <p:cNvSpPr txBox="1"/>
          <p:nvPr/>
        </p:nvSpPr>
        <p:spPr>
          <a:xfrm>
            <a:off x="1349298" y="1690688"/>
            <a:ext cx="92346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 This Data set shows Age vs Insurance bought. (Use Moodle Activity folder to download data- “</a:t>
            </a:r>
            <a:r>
              <a:rPr lang="en-GB" dirty="0" err="1"/>
              <a:t>insurance_binary_class.csv</a:t>
            </a:r>
            <a:r>
              <a:rPr lang="en-GB" dirty="0"/>
              <a:t>”)</a:t>
            </a:r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76AEB0-5EF7-124B-92B8-D2B939793C56}"/>
              </a:ext>
            </a:extLst>
          </p:cNvPr>
          <p:cNvSpPr/>
          <p:nvPr/>
        </p:nvSpPr>
        <p:spPr>
          <a:xfrm>
            <a:off x="1426874" y="4308216"/>
            <a:ext cx="976894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sz="2400" dirty="0">
                <a:solidFill>
                  <a:srgbClr val="000000"/>
                </a:solidFill>
              </a:rPr>
              <a:t>Use a suitable Machine Learning model to predict whether that person is going to buy insurance when age is given</a:t>
            </a:r>
            <a:endParaRPr lang="en-GB" sz="2400" b="0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53314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86AD14CB602547BFCB7D842FEF14EE" ma:contentTypeVersion="15" ma:contentTypeDescription="Create a new document." ma:contentTypeScope="" ma:versionID="0a40da80dfba2f26db4fd96ff563ad7b">
  <xsd:schema xmlns:xsd="http://www.w3.org/2001/XMLSchema" xmlns:xs="http://www.w3.org/2001/XMLSchema" xmlns:p="http://schemas.microsoft.com/office/2006/metadata/properties" xmlns:ns2="6b1a28a2-5857-4321-9bd8-c602fba5c8bc" xmlns:ns3="5086911d-6e48-4cf3-b087-1eb55996afa6" targetNamespace="http://schemas.microsoft.com/office/2006/metadata/properties" ma:root="true" ma:fieldsID="11a481746c084991ab5e77ba1922d2a7" ns2:_="" ns3:_="">
    <xsd:import namespace="6b1a28a2-5857-4321-9bd8-c602fba5c8bc"/>
    <xsd:import namespace="5086911d-6e48-4cf3-b087-1eb55996af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1a28a2-5857-4321-9bd8-c602fba5c8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4247cd83-a7c4-41c3-9ccf-b3de8fb2a7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86911d-6e48-4cf3-b087-1eb55996afa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9339b10e-c275-4384-8e68-845348d9a81e}" ma:internalName="TaxCatchAll" ma:showField="CatchAllData" ma:web="5086911d-6e48-4cf3-b087-1eb55996af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b1a28a2-5857-4321-9bd8-c602fba5c8bc">
      <Terms xmlns="http://schemas.microsoft.com/office/infopath/2007/PartnerControls"/>
    </lcf76f155ced4ddcb4097134ff3c332f>
    <TaxCatchAll xmlns="5086911d-6e48-4cf3-b087-1eb55996afa6" xsi:nil="true"/>
  </documentManagement>
</p:properties>
</file>

<file path=customXml/itemProps1.xml><?xml version="1.0" encoding="utf-8"?>
<ds:datastoreItem xmlns:ds="http://schemas.openxmlformats.org/officeDocument/2006/customXml" ds:itemID="{B86816DC-A0B3-411D-82D1-467E927C96F7}"/>
</file>

<file path=customXml/itemProps2.xml><?xml version="1.0" encoding="utf-8"?>
<ds:datastoreItem xmlns:ds="http://schemas.openxmlformats.org/officeDocument/2006/customXml" ds:itemID="{EDEB3251-79D3-4984-9F9C-99E511A695C2}"/>
</file>

<file path=customXml/itemProps3.xml><?xml version="1.0" encoding="utf-8"?>
<ds:datastoreItem xmlns:ds="http://schemas.openxmlformats.org/officeDocument/2006/customXml" ds:itemID="{A9F023D2-E008-4AC8-9B23-54CB1AEBC4AC}"/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168</Words>
  <Application>Microsoft Macintosh PowerPoint</Application>
  <PresentationFormat>Widescreen</PresentationFormat>
  <Paragraphs>43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Machine Learning – Polynomial Regression </vt:lpstr>
      <vt:lpstr>Polynomial Regression (Activity 1) </vt:lpstr>
      <vt:lpstr>Polynomial Regression (Activity 2)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- Multiple Regression </dc:title>
  <dc:creator>Nalinda Somasiri</dc:creator>
  <cp:lastModifiedBy>Nalinda Somasiri</cp:lastModifiedBy>
  <cp:revision>6</cp:revision>
  <dcterms:created xsi:type="dcterms:W3CDTF">2021-10-20T20:06:32Z</dcterms:created>
  <dcterms:modified xsi:type="dcterms:W3CDTF">2021-12-10T14:41:34Z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0x010100E386AD14CB602547BFCB7D842FEF14EE</vt:lpwstr>
  </property>
  <property fmtid="{D5CDD505-2E9C-101B-9397-08002B2CF9AE}" pid="3" name="MediaServiceImageTags">
    <vt:lpwstr/>
  </property>
</Properties>
</file>